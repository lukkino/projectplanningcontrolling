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4"/>
  </p:sldMasterIdLst>
  <p:notesMasterIdLst>
    <p:notesMasterId r:id="rId14"/>
  </p:notesMasterIdLst>
  <p:sldIdLst/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useppe Minola" initials="GM" lastIdx="7" clrIdx="0">
    <p:extLst>
      <p:ext uri="{19B8F6BF-5375-455C-9EA6-DF929625EA0E}">
        <p15:presenceInfo xmlns:p15="http://schemas.microsoft.com/office/powerpoint/2012/main" userId="S::giuseppe.minola@inpeco.com::4c5cb43b-7ce3-4874-9df7-f3d01266cab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CDED"/>
    <a:srgbClr val="ED8B00"/>
    <a:srgbClr val="00B3E3"/>
    <a:srgbClr val="16325C"/>
    <a:srgbClr val="00A1E0"/>
    <a:srgbClr val="FFFFFF"/>
    <a:srgbClr val="A09D9C"/>
    <a:srgbClr val="F19E65"/>
    <a:srgbClr val="70D4EF"/>
    <a:srgbClr val="0057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14" Type="http://schemas.openxmlformats.org/officeDocument/2006/relationships/notesMaster" Target="notesMasters/notesMaster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BBB7A-A18B-4FC5-B47B-E3CF8A8A7491}" type="datetimeFigureOut">
              <a:rPr lang="it-IT" smtClean="0"/>
              <a:t>28/09/2026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88C0-EDAE-4C45-82AD-6E53C01C4E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2438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7B0C3176-A688-4748-B133-5B004C989F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511E31A-B0BE-AC4F-8C85-E226ACEF99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6902" b="30434"/>
          <a:stretch/>
        </p:blipFill>
        <p:spPr>
          <a:xfrm>
            <a:off x="9089967" y="3905874"/>
            <a:ext cx="3102033" cy="295212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06BBC1A-5145-F447-9DF5-8BCE5FA7C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952832"/>
            <a:ext cx="10515600" cy="662782"/>
          </a:xfrm>
          <a:prstGeom prst="rect">
            <a:avLst/>
          </a:prstGeom>
        </p:spPr>
        <p:txBody>
          <a:bodyPr/>
          <a:lstStyle>
            <a:lvl1pPr algn="ctr">
              <a:defRPr sz="4000"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it-IT" err="1"/>
              <a:t>Chapter</a:t>
            </a:r>
            <a:r>
              <a:rPr lang="it-IT"/>
              <a:t> </a:t>
            </a:r>
            <a:r>
              <a:rPr lang="it-IT" err="1"/>
              <a:t>name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8517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- long 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3CC2BE9-FF69-DF4A-861D-70A589F38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10264" y="261409"/>
            <a:ext cx="902311" cy="217115"/>
          </a:xfrm>
          <a:prstGeom prst="rect">
            <a:avLst/>
          </a:prstGeom>
        </p:spPr>
      </p:pic>
      <p:sp>
        <p:nvSpPr>
          <p:cNvPr id="13" name="Titolo 1">
            <a:extLst>
              <a:ext uri="{FF2B5EF4-FFF2-40B4-BE49-F238E27FC236}">
                <a16:creationId xmlns:a16="http://schemas.microsoft.com/office/drawing/2014/main" id="{0C9299C0-CDCD-B148-9A8E-3173135FC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9207" y="6350001"/>
            <a:ext cx="4633586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</a:defRPr>
            </a:lvl1pPr>
          </a:lstStyle>
          <a:p>
            <a:r>
              <a:rPr lang="it-IT"/>
              <a:t>Presentation </a:t>
            </a:r>
            <a:r>
              <a:rPr lang="it-IT" err="1"/>
              <a:t>Name</a:t>
            </a:r>
            <a:r>
              <a:rPr lang="it-IT"/>
              <a:t> / </a:t>
            </a:r>
            <a:r>
              <a:rPr lang="it-IT" err="1"/>
              <a:t>Chapter</a:t>
            </a:r>
            <a:r>
              <a:rPr lang="it-IT"/>
              <a:t> Title</a:t>
            </a:r>
          </a:p>
        </p:txBody>
      </p:sp>
      <p:sp>
        <p:nvSpPr>
          <p:cNvPr id="6" name="Google Shape;7;p1">
            <a:extLst>
              <a:ext uri="{FF2B5EF4-FFF2-40B4-BE49-F238E27FC236}">
                <a16:creationId xmlns:a16="http://schemas.microsoft.com/office/drawing/2014/main" id="{D05AD4F0-3FC3-EA4C-89A6-2E9D8FA8A93C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80970" y="6350000"/>
            <a:ext cx="7316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fld id="{00000000-1234-1234-1234-123412341234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>
            <a:extLst>
              <a:ext uri="{FF2B5EF4-FFF2-40B4-BE49-F238E27FC236}">
                <a16:creationId xmlns:a16="http://schemas.microsoft.com/office/drawing/2014/main" id="{B0C78D09-C770-4143-A733-002C9ED10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20072" y="6350000"/>
            <a:ext cx="1637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</a:defRPr>
            </a:lvl1pPr>
          </a:lstStyle>
          <a:p>
            <a:fld id="{AE1C3360-B738-0845-9991-65AF601771AE}" type="datetime4">
              <a:rPr lang="it-IT" smtClean="0"/>
              <a:t>28 settembre 2026</a:t>
            </a:fld>
            <a:endParaRPr lang="it-IT"/>
          </a:p>
        </p:txBody>
      </p:sp>
      <p:sp>
        <p:nvSpPr>
          <p:cNvPr id="21" name="Segnaposto testo 2">
            <a:extLst>
              <a:ext uri="{FF2B5EF4-FFF2-40B4-BE49-F238E27FC236}">
                <a16:creationId xmlns:a16="http://schemas.microsoft.com/office/drawing/2014/main" id="{E9A06E6B-A9CC-D94B-BFE4-D7AC8CA4589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516686" y="2253358"/>
            <a:ext cx="5195885" cy="390296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Montserrat Ligh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Text</a:t>
            </a:r>
          </a:p>
        </p:txBody>
      </p:sp>
      <p:sp>
        <p:nvSpPr>
          <p:cNvPr id="30" name="Sottotitolo 2">
            <a:extLst>
              <a:ext uri="{FF2B5EF4-FFF2-40B4-BE49-F238E27FC236}">
                <a16:creationId xmlns:a16="http://schemas.microsoft.com/office/drawing/2014/main" id="{9CC23825-6284-8244-AA58-A1CF631F10F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16685" y="559040"/>
            <a:ext cx="5195886" cy="1261883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800" b="0" i="0">
                <a:solidFill>
                  <a:schemeClr val="accent1"/>
                </a:solidFill>
                <a:latin typeface="Montserrat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z="3800">
                <a:solidFill>
                  <a:schemeClr val="accent1"/>
                </a:solidFill>
                <a:latin typeface="Montserrat Light" pitchFamily="2" charset="77"/>
              </a:rPr>
              <a:t>Long </a:t>
            </a:r>
            <a:br>
              <a:rPr lang="it-IT" sz="3800">
                <a:solidFill>
                  <a:schemeClr val="accent1"/>
                </a:solidFill>
                <a:latin typeface="Montserrat Light" pitchFamily="2" charset="77"/>
              </a:rPr>
            </a:br>
            <a:r>
              <a:rPr lang="it-IT" sz="3800" err="1">
                <a:solidFill>
                  <a:schemeClr val="accent1"/>
                </a:solidFill>
                <a:latin typeface="Montserrat Light" pitchFamily="2" charset="77"/>
              </a:rPr>
              <a:t>title</a:t>
            </a:r>
            <a:endParaRPr lang="it-IT" sz="3800">
              <a:solidFill>
                <a:schemeClr val="accent1"/>
              </a:solidFill>
              <a:latin typeface="Montserrat Light" pitchFamily="2" charset="77"/>
            </a:endParaRPr>
          </a:p>
        </p:txBody>
      </p:sp>
      <p:sp>
        <p:nvSpPr>
          <p:cNvPr id="10" name="Segnaposto immagine 2">
            <a:extLst>
              <a:ext uri="{FF2B5EF4-FFF2-40B4-BE49-F238E27FC236}">
                <a16:creationId xmlns:a16="http://schemas.microsoft.com/office/drawing/2014/main" id="{3000B5F4-6BC9-D24C-BE33-7056C2D85D0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645869"/>
            <a:ext cx="6096000" cy="55104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Montserrat Light" pitchFamily="2" charset="77"/>
              </a:defRPr>
            </a:lvl1pPr>
          </a:lstStyle>
          <a:p>
            <a:r>
              <a:rPr lang="it-IT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572910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-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3CC2BE9-FF69-DF4A-861D-70A589F38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10264" y="261409"/>
            <a:ext cx="902311" cy="217115"/>
          </a:xfrm>
          <a:prstGeom prst="rect">
            <a:avLst/>
          </a:prstGeom>
        </p:spPr>
      </p:pic>
      <p:sp>
        <p:nvSpPr>
          <p:cNvPr id="13" name="Titolo 1">
            <a:extLst>
              <a:ext uri="{FF2B5EF4-FFF2-40B4-BE49-F238E27FC236}">
                <a16:creationId xmlns:a16="http://schemas.microsoft.com/office/drawing/2014/main" id="{0C9299C0-CDCD-B148-9A8E-3173135FC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9207" y="6350001"/>
            <a:ext cx="4633586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</a:defRPr>
            </a:lvl1pPr>
          </a:lstStyle>
          <a:p>
            <a:r>
              <a:rPr lang="it-IT"/>
              <a:t>Presentation </a:t>
            </a:r>
            <a:r>
              <a:rPr lang="it-IT" err="1"/>
              <a:t>Name</a:t>
            </a:r>
            <a:r>
              <a:rPr lang="it-IT"/>
              <a:t> / </a:t>
            </a:r>
            <a:r>
              <a:rPr lang="it-IT" err="1"/>
              <a:t>Chapter</a:t>
            </a:r>
            <a:r>
              <a:rPr lang="it-IT"/>
              <a:t> Title</a:t>
            </a:r>
          </a:p>
        </p:txBody>
      </p:sp>
      <p:sp>
        <p:nvSpPr>
          <p:cNvPr id="6" name="Google Shape;7;p1">
            <a:extLst>
              <a:ext uri="{FF2B5EF4-FFF2-40B4-BE49-F238E27FC236}">
                <a16:creationId xmlns:a16="http://schemas.microsoft.com/office/drawing/2014/main" id="{D05AD4F0-3FC3-EA4C-89A6-2E9D8FA8A93C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80970" y="6350000"/>
            <a:ext cx="7316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fld id="{00000000-1234-1234-1234-123412341234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>
            <a:extLst>
              <a:ext uri="{FF2B5EF4-FFF2-40B4-BE49-F238E27FC236}">
                <a16:creationId xmlns:a16="http://schemas.microsoft.com/office/drawing/2014/main" id="{B0C78D09-C770-4143-A733-002C9ED10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20072" y="6350000"/>
            <a:ext cx="1637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</a:defRPr>
            </a:lvl1pPr>
          </a:lstStyle>
          <a:p>
            <a:fld id="{ECCBFAE5-4C78-DC48-BD7A-ADF9A847D4F5}" type="datetime4">
              <a:rPr lang="it-IT" smtClean="0"/>
              <a:t>28 settembre 2026</a:t>
            </a:fld>
            <a:endParaRPr lang="it-IT"/>
          </a:p>
        </p:txBody>
      </p:sp>
      <p:sp>
        <p:nvSpPr>
          <p:cNvPr id="7" name="Segnaposto immagine 3">
            <a:extLst>
              <a:ext uri="{FF2B5EF4-FFF2-40B4-BE49-F238E27FC236}">
                <a16:creationId xmlns:a16="http://schemas.microsoft.com/office/drawing/2014/main" id="{D10407DA-69DD-334E-968E-32346D16E6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6788" y="646113"/>
            <a:ext cx="3605212" cy="5510212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Montserrat Light" pitchFamily="2" charset="77"/>
              </a:defRPr>
            </a:lvl1pPr>
          </a:lstStyle>
          <a:p>
            <a:r>
              <a:rPr lang="it-IT"/>
              <a:t>Image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FEA13D05-F4D4-9947-B272-9B2AF828B3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2" y="743319"/>
            <a:ext cx="7561260" cy="36512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800" b="0" i="0">
                <a:solidFill>
                  <a:schemeClr val="accent1"/>
                </a:solidFill>
                <a:latin typeface="Montserrat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Title</a:t>
            </a:r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59536130-B0BF-2D4F-A8BC-4D82CEE193C5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442911" y="1167038"/>
            <a:ext cx="7561259" cy="2701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accent1"/>
                </a:solidFill>
                <a:latin typeface="Montserrat Light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err="1"/>
              <a:t>Subtitle</a:t>
            </a:r>
            <a:endParaRPr lang="it-IT"/>
          </a:p>
        </p:txBody>
      </p:sp>
      <p:sp>
        <p:nvSpPr>
          <p:cNvPr id="17" name="Segnaposto testo 2">
            <a:extLst>
              <a:ext uri="{FF2B5EF4-FFF2-40B4-BE49-F238E27FC236}">
                <a16:creationId xmlns:a16="http://schemas.microsoft.com/office/drawing/2014/main" id="{52440EEF-C030-6842-8FB6-45E3E98D25C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42911" y="1898680"/>
            <a:ext cx="7561259" cy="425764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Montserrat Ligh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35991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3CC2BE9-FF69-DF4A-861D-70A589F38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10264" y="261409"/>
            <a:ext cx="902311" cy="217115"/>
          </a:xfrm>
          <a:prstGeom prst="rect">
            <a:avLst/>
          </a:prstGeom>
        </p:spPr>
      </p:pic>
      <p:sp>
        <p:nvSpPr>
          <p:cNvPr id="13" name="Titolo 1">
            <a:extLst>
              <a:ext uri="{FF2B5EF4-FFF2-40B4-BE49-F238E27FC236}">
                <a16:creationId xmlns:a16="http://schemas.microsoft.com/office/drawing/2014/main" id="{0C9299C0-CDCD-B148-9A8E-3173135FC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9207" y="6350001"/>
            <a:ext cx="4633586" cy="365125"/>
          </a:xfrm>
          <a:prstGeom prst="rect">
            <a:avLst/>
          </a:prstGeom>
        </p:spPr>
        <p:txBody>
          <a:bodyPr anchor="ctr"/>
          <a:lstStyle>
            <a:lvl1pPr algn="ctr"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</a:defRPr>
            </a:lvl1pPr>
          </a:lstStyle>
          <a:p>
            <a:r>
              <a:rPr lang="it-IT"/>
              <a:t>Presentation </a:t>
            </a:r>
            <a:r>
              <a:rPr lang="it-IT" err="1"/>
              <a:t>Name</a:t>
            </a:r>
            <a:r>
              <a:rPr lang="it-IT"/>
              <a:t> / </a:t>
            </a:r>
            <a:r>
              <a:rPr lang="it-IT" err="1"/>
              <a:t>Chapter</a:t>
            </a:r>
            <a:r>
              <a:rPr lang="it-IT"/>
              <a:t> Title</a:t>
            </a:r>
          </a:p>
        </p:txBody>
      </p:sp>
      <p:sp>
        <p:nvSpPr>
          <p:cNvPr id="6" name="Google Shape;7;p1">
            <a:extLst>
              <a:ext uri="{FF2B5EF4-FFF2-40B4-BE49-F238E27FC236}">
                <a16:creationId xmlns:a16="http://schemas.microsoft.com/office/drawing/2014/main" id="{D05AD4F0-3FC3-EA4C-89A6-2E9D8FA8A93C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80970" y="6350000"/>
            <a:ext cx="7316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fld id="{00000000-1234-1234-1234-123412341234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>
            <a:extLst>
              <a:ext uri="{FF2B5EF4-FFF2-40B4-BE49-F238E27FC236}">
                <a16:creationId xmlns:a16="http://schemas.microsoft.com/office/drawing/2014/main" id="{B0C78D09-C770-4143-A733-002C9ED10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20072" y="6350000"/>
            <a:ext cx="1637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</a:defRPr>
            </a:lvl1pPr>
          </a:lstStyle>
          <a:p>
            <a:fld id="{04010D5A-1A6C-6344-B1BF-6871A158CBE2}" type="datetime4">
              <a:rPr lang="it-IT" smtClean="0"/>
              <a:t>28 settembre 2026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3201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E5265A53-447B-2C49-AF0B-25C67D34A44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testo, clipart&#10;&#10;Descrizione generata automaticamente">
            <a:extLst>
              <a:ext uri="{FF2B5EF4-FFF2-40B4-BE49-F238E27FC236}">
                <a16:creationId xmlns:a16="http://schemas.microsoft.com/office/drawing/2014/main" id="{4833579C-CC68-F140-A09A-93CAFB5949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2913" y="349706"/>
            <a:ext cx="2544301" cy="610632"/>
          </a:xfrm>
          <a:prstGeom prst="rect">
            <a:avLst/>
          </a:prstGeom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1A0897BF-13FB-8F49-A2DF-BD1A81785C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2" y="2953815"/>
            <a:ext cx="9144000" cy="338554"/>
          </a:xfrm>
          <a:prstGeom prst="rect">
            <a:avLst/>
          </a:prstGeom>
        </p:spPr>
        <p:txBody>
          <a:bodyPr anchor="ctr"/>
          <a:lstStyle>
            <a:lvl1pPr algn="l">
              <a:defRPr sz="3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it-IT"/>
              <a:t>PRESENTATION TITLE</a:t>
            </a:r>
          </a:p>
        </p:txBody>
      </p:sp>
      <p:sp>
        <p:nvSpPr>
          <p:cNvPr id="12" name="Sottotitolo 2">
            <a:extLst>
              <a:ext uri="{FF2B5EF4-FFF2-40B4-BE49-F238E27FC236}">
                <a16:creationId xmlns:a16="http://schemas.microsoft.com/office/drawing/2014/main" id="{201D405D-B563-AF43-8345-1AEB4879397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2" y="3458175"/>
            <a:ext cx="7778375" cy="20871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Montserrat 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Presentation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FCD02E42-6354-1A49-898E-290C8989A312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42912" y="4729549"/>
            <a:ext cx="7778375" cy="20871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00" b="0" i="0">
                <a:solidFill>
                  <a:schemeClr val="bg1"/>
                </a:solidFill>
                <a:latin typeface="Montserrat Ligh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Date, office location</a:t>
            </a:r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33CB7E7D-59EF-C940-BF07-89F34217EAA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2912" y="3788817"/>
            <a:ext cx="7778375" cy="2701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0" i="0">
                <a:solidFill>
                  <a:schemeClr val="bg1"/>
                </a:solidFill>
                <a:latin typeface="Montserrat Light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err="1"/>
              <a:t>Presenter</a:t>
            </a:r>
            <a:r>
              <a:rPr lang="it-IT"/>
              <a:t> </a:t>
            </a:r>
            <a:r>
              <a:rPr lang="it-IT" err="1"/>
              <a:t>Name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37585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;p1">
            <a:extLst>
              <a:ext uri="{FF2B5EF4-FFF2-40B4-BE49-F238E27FC236}">
                <a16:creationId xmlns:a16="http://schemas.microsoft.com/office/drawing/2014/main" id="{6474EEC5-C334-C94B-B0A2-C673CB6119EF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80970" y="6350000"/>
            <a:ext cx="7316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900" b="0" i="0">
                <a:solidFill>
                  <a:schemeClr val="tx1">
                    <a:lumMod val="40000"/>
                    <a:lumOff val="60000"/>
                  </a:schemeClr>
                </a:solidFill>
                <a:latin typeface="Montserrat Light" pitchFamily="2" charset="77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fld id="{00000000-1234-1234-1234-123412341234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713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89" r:id="rId2"/>
    <p:sldLayoutId id="2147483675" r:id="rId3"/>
    <p:sldLayoutId id="2147483657" r:id="rId4"/>
    <p:sldLayoutId id="2147483658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inpeco layout">
  <a:themeElements>
    <a:clrScheme name="inpeco palette">
      <a:dk1>
        <a:srgbClr val="5B5754"/>
      </a:dk1>
      <a:lt1>
        <a:srgbClr val="FFFFFF"/>
      </a:lt1>
      <a:dk2>
        <a:srgbClr val="686869"/>
      </a:dk2>
      <a:lt2>
        <a:srgbClr val="DAD9D6"/>
      </a:lt2>
      <a:accent1>
        <a:srgbClr val="00B3E3"/>
      </a:accent1>
      <a:accent2>
        <a:srgbClr val="EA8651"/>
      </a:accent2>
      <a:accent3>
        <a:srgbClr val="0074A2"/>
      </a:accent3>
      <a:accent4>
        <a:srgbClr val="B1DEE3"/>
      </a:accent4>
      <a:accent5>
        <a:srgbClr val="FFA06E"/>
      </a:accent5>
      <a:accent6>
        <a:srgbClr val="F5BD9D"/>
      </a:accent6>
      <a:hlink>
        <a:srgbClr val="00B3E3"/>
      </a:hlink>
      <a:folHlink>
        <a:srgbClr val="0074A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inpeco layout</vt:lpstr>
      <vt:lpstr>Office Theme</vt:lpstr>
      <vt:lpstr>Scenarios for PTBSYS-5778</vt:lpstr>
      <vt:lpstr>PTBSYS-5778 - Scenario 1a – HUB Manager DMS configuration</vt:lpstr>
      <vt:lpstr>PowerPoint Presentation</vt:lpstr>
      <vt:lpstr>PTBSYS-5778 - Scenario 2 – Mission departure notification to DMS</vt:lpstr>
      <vt:lpstr>PowerPoint Presentation</vt:lpstr>
      <vt:lpstr>PTBSYS-5778 - Scenario 3 – Mission closure notification to DMS</vt:lpstr>
      <vt:lpstr>PowerPoint Presentation</vt:lpstr>
      <vt:lpstr>PTBSYS-5778 - Scenario 3 – Mission closure notification to DMS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Inpeco template</dc:title>
  <dc:creator>Daniela Murgia</dc:creator>
  <cp:revision>1</cp:revision>
  <dcterms:created xsi:type="dcterms:W3CDTF">2019-06-17T13:20:37Z</dcterms:created>
  <dcterms:modified xsi:type="dcterms:W3CDTF">2026-09-28T09:34:57Z</dcterms:modified>
  <dc:subject/>
  <cp:keywords/>
  <dc:description/>
</cp:coreProperties>
</file>