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  <p:sldMasterId id="2147483690" r:id="rId5"/>
  </p:sldMasterIdLst>
  <p:notesMasterIdLst>
    <p:notesMasterId r:id="rId17"/>
  </p:notesMasterIdLst>
  <p:sldIdLst>
    <p:sldId id="728" r:id="rId6"/>
    <p:sldId id="734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seppe Minola" initials="GM" lastIdx="7" clrIdx="0">
    <p:extLst>
      <p:ext uri="{19B8F6BF-5375-455C-9EA6-DF929625EA0E}">
        <p15:presenceInfo xmlns:p15="http://schemas.microsoft.com/office/powerpoint/2012/main" userId="S::giuseppe.minola@inpeco.com::4c5cb43b-7ce3-4874-9df7-f3d01266cab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CDED"/>
    <a:srgbClr val="ED8B00"/>
    <a:srgbClr val="00B3E3"/>
    <a:srgbClr val="16325C"/>
    <a:srgbClr val="00A1E0"/>
    <a:srgbClr val="FFFFFF"/>
    <a:srgbClr val="A09D9C"/>
    <a:srgbClr val="F19E65"/>
    <a:srgbClr val="70D4EF"/>
    <a:srgbClr val="005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A8261-32A0-488E-9D7C-73F147BDE370}" v="7" dt="2026-10-23T11:05:25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Contini" userId="24602103-2cf6-4865-9860-bd0a2f7c6dc7" providerId="ADAL" clId="{DB2A4E98-9CCD-4EE6-B853-801698D175CB}"/>
    <pc:docChg chg="undo custSel addSld delSld modSld">
      <pc:chgData name="Luca Contini" userId="24602103-2cf6-4865-9860-bd0a2f7c6dc7" providerId="ADAL" clId="{DB2A4E98-9CCD-4EE6-B853-801698D175CB}" dt="2026-10-23T11:06:37.758" v="1571" actId="20577"/>
      <pc:docMkLst>
        <pc:docMk/>
      </pc:docMkLst>
      <pc:sldChg chg="modSp mod">
        <pc:chgData name="Luca Contini" userId="24602103-2cf6-4865-9860-bd0a2f7c6dc7" providerId="ADAL" clId="{DB2A4E98-9CCD-4EE6-B853-801698D175CB}" dt="2026-10-16T09:44:47.090" v="13" actId="20577"/>
        <pc:sldMkLst>
          <pc:docMk/>
          <pc:sldMk cId="550746563" sldId="728"/>
        </pc:sldMkLst>
        <pc:spChg chg="mod">
          <ac:chgData name="Luca Contini" userId="24602103-2cf6-4865-9860-bd0a2f7c6dc7" providerId="ADAL" clId="{DB2A4E98-9CCD-4EE6-B853-801698D175CB}" dt="2026-10-16T09:44:38.549" v="5" actId="6549"/>
          <ac:spMkLst>
            <pc:docMk/>
            <pc:sldMk cId="550746563" sldId="728"/>
            <ac:spMk id="10" creationId="{BF97C42B-C58D-524E-A44E-16E790C462C9}"/>
          </ac:spMkLst>
        </pc:spChg>
        <pc:spChg chg="mod">
          <ac:chgData name="Luca Contini" userId="24602103-2cf6-4865-9860-bd0a2f7c6dc7" providerId="ADAL" clId="{DB2A4E98-9CCD-4EE6-B853-801698D175CB}" dt="2026-10-16T09:44:47.090" v="13" actId="20577"/>
          <ac:spMkLst>
            <pc:docMk/>
            <pc:sldMk cId="550746563" sldId="728"/>
            <ac:spMk id="16" creationId="{06BE54F9-50A5-3D46-AE26-4C4719D37AB3}"/>
          </ac:spMkLst>
        </pc:spChg>
      </pc:sldChg>
      <pc:sldChg chg="modSp mod">
        <pc:chgData name="Luca Contini" userId="24602103-2cf6-4865-9860-bd0a2f7c6dc7" providerId="ADAL" clId="{DB2A4E98-9CCD-4EE6-B853-801698D175CB}" dt="2026-10-23T09:55:42.518" v="261" actId="20577"/>
        <pc:sldMkLst>
          <pc:docMk/>
          <pc:sldMk cId="150283415" sldId="734"/>
        </pc:sldMkLst>
        <pc:spChg chg="mod">
          <ac:chgData name="Luca Contini" userId="24602103-2cf6-4865-9860-bd0a2f7c6dc7" providerId="ADAL" clId="{DB2A4E98-9CCD-4EE6-B853-801698D175CB}" dt="2026-10-23T09:51:28.226" v="41" actId="20577"/>
          <ac:spMkLst>
            <pc:docMk/>
            <pc:sldMk cId="150283415" sldId="734"/>
            <ac:spMk id="2" creationId="{DCA30E98-03B7-0896-FA9A-9CF7B9A1418E}"/>
          </ac:spMkLst>
        </pc:spChg>
        <pc:spChg chg="mod">
          <ac:chgData name="Luca Contini" userId="24602103-2cf6-4865-9860-bd0a2f7c6dc7" providerId="ADAL" clId="{DB2A4E98-9CCD-4EE6-B853-801698D175CB}" dt="2026-10-23T09:55:42.518" v="261" actId="20577"/>
          <ac:spMkLst>
            <pc:docMk/>
            <pc:sldMk cId="150283415" sldId="734"/>
            <ac:spMk id="3" creationId="{18F43602-3B70-89F0-DB72-A28033627C65}"/>
          </ac:spMkLst>
        </pc:spChg>
        <pc:spChg chg="mod">
          <ac:chgData name="Luca Contini" userId="24602103-2cf6-4865-9860-bd0a2f7c6dc7" providerId="ADAL" clId="{DB2A4E98-9CCD-4EE6-B853-801698D175CB}" dt="2026-10-23T09:48:32.757" v="30" actId="404"/>
          <ac:spMkLst>
            <pc:docMk/>
            <pc:sldMk cId="150283415" sldId="734"/>
            <ac:spMk id="4" creationId="{C04659D4-1AAD-BBA3-D66E-CC5F8E67392F}"/>
          </ac:spMkLst>
        </pc:spChg>
      </pc:sldChg>
      <pc:sldChg chg="modSp mod">
        <pc:chgData name="Luca Contini" userId="24602103-2cf6-4865-9860-bd0a2f7c6dc7" providerId="ADAL" clId="{DB2A4E98-9CCD-4EE6-B853-801698D175CB}" dt="2026-10-23T10:06:51.406" v="336" actId="20577"/>
        <pc:sldMkLst>
          <pc:docMk/>
          <pc:sldMk cId="2638899193" sldId="772"/>
        </pc:sldMkLst>
        <pc:spChg chg="mod">
          <ac:chgData name="Luca Contini" userId="24602103-2cf6-4865-9860-bd0a2f7c6dc7" providerId="ADAL" clId="{DB2A4E98-9CCD-4EE6-B853-801698D175CB}" dt="2026-10-21T09:29:48.764" v="15" actId="313"/>
          <ac:spMkLst>
            <pc:docMk/>
            <pc:sldMk cId="2638899193" sldId="772"/>
            <ac:spMk id="2" creationId="{6D229F55-D7AF-B370-78AD-B7C952D813FC}"/>
          </ac:spMkLst>
        </pc:spChg>
        <pc:spChg chg="mod">
          <ac:chgData name="Luca Contini" userId="24602103-2cf6-4865-9860-bd0a2f7c6dc7" providerId="ADAL" clId="{DB2A4E98-9CCD-4EE6-B853-801698D175CB}" dt="2026-10-23T10:06:51.406" v="336" actId="20577"/>
          <ac:spMkLst>
            <pc:docMk/>
            <pc:sldMk cId="2638899193" sldId="772"/>
            <ac:spMk id="3" creationId="{22AD684F-7B78-2481-FA2D-16414672273D}"/>
          </ac:spMkLst>
        </pc:spChg>
      </pc:sldChg>
      <pc:sldChg chg="modSp mod">
        <pc:chgData name="Luca Contini" userId="24602103-2cf6-4865-9860-bd0a2f7c6dc7" providerId="ADAL" clId="{DB2A4E98-9CCD-4EE6-B853-801698D175CB}" dt="2026-10-23T10:28:41.267" v="805" actId="403"/>
        <pc:sldMkLst>
          <pc:docMk/>
          <pc:sldMk cId="289235495" sldId="773"/>
        </pc:sldMkLst>
        <pc:spChg chg="mod">
          <ac:chgData name="Luca Contini" userId="24602103-2cf6-4865-9860-bd0a2f7c6dc7" providerId="ADAL" clId="{DB2A4E98-9CCD-4EE6-B853-801698D175CB}" dt="2026-10-23T10:27:50.136" v="758" actId="20577"/>
          <ac:spMkLst>
            <pc:docMk/>
            <pc:sldMk cId="289235495" sldId="773"/>
            <ac:spMk id="2" creationId="{C984EE9B-0733-E018-20FA-7538EBBD1886}"/>
          </ac:spMkLst>
        </pc:spChg>
        <pc:spChg chg="mod">
          <ac:chgData name="Luca Contini" userId="24602103-2cf6-4865-9860-bd0a2f7c6dc7" providerId="ADAL" clId="{DB2A4E98-9CCD-4EE6-B853-801698D175CB}" dt="2026-10-23T10:28:41.267" v="805" actId="403"/>
          <ac:spMkLst>
            <pc:docMk/>
            <pc:sldMk cId="289235495" sldId="773"/>
            <ac:spMk id="3" creationId="{59766B64-A61B-71C8-223A-CA7CAD2661A4}"/>
          </ac:spMkLst>
        </pc:spChg>
        <pc:spChg chg="mod">
          <ac:chgData name="Luca Contini" userId="24602103-2cf6-4865-9860-bd0a2f7c6dc7" providerId="ADAL" clId="{DB2A4E98-9CCD-4EE6-B853-801698D175CB}" dt="2026-10-23T10:05:10.161" v="306" actId="20577"/>
          <ac:spMkLst>
            <pc:docMk/>
            <pc:sldMk cId="289235495" sldId="773"/>
            <ac:spMk id="6" creationId="{649F8835-54DF-279F-4195-BE55CAB3338C}"/>
          </ac:spMkLst>
        </pc:spChg>
      </pc:sldChg>
      <pc:sldChg chg="addSp modSp mod">
        <pc:chgData name="Luca Contini" userId="24602103-2cf6-4865-9860-bd0a2f7c6dc7" providerId="ADAL" clId="{DB2A4E98-9CCD-4EE6-B853-801698D175CB}" dt="2026-10-23T10:49:47.603" v="1063" actId="207"/>
        <pc:sldMkLst>
          <pc:docMk/>
          <pc:sldMk cId="1806609155" sldId="774"/>
        </pc:sldMkLst>
        <pc:spChg chg="mod">
          <ac:chgData name="Luca Contini" userId="24602103-2cf6-4865-9860-bd0a2f7c6dc7" providerId="ADAL" clId="{DB2A4E98-9CCD-4EE6-B853-801698D175CB}" dt="2026-10-21T09:29:50.584" v="17" actId="313"/>
          <ac:spMkLst>
            <pc:docMk/>
            <pc:sldMk cId="1806609155" sldId="774"/>
            <ac:spMk id="2" creationId="{A931943E-3259-40C6-B487-EE8380FF5146}"/>
          </ac:spMkLst>
        </pc:spChg>
        <pc:spChg chg="add mod">
          <ac:chgData name="Luca Contini" userId="24602103-2cf6-4865-9860-bd0a2f7c6dc7" providerId="ADAL" clId="{DB2A4E98-9CCD-4EE6-B853-801698D175CB}" dt="2026-10-23T10:49:47.603" v="1063" actId="207"/>
          <ac:spMkLst>
            <pc:docMk/>
            <pc:sldMk cId="1806609155" sldId="774"/>
            <ac:spMk id="4" creationId="{83C13CEE-2EDF-96EA-DBE9-8EE0AE3E5E8C}"/>
          </ac:spMkLst>
        </pc:spChg>
      </pc:sldChg>
      <pc:sldChg chg="modSp mod">
        <pc:chgData name="Luca Contini" userId="24602103-2cf6-4865-9860-bd0a2f7c6dc7" providerId="ADAL" clId="{DB2A4E98-9CCD-4EE6-B853-801698D175CB}" dt="2026-10-23T10:58:12.508" v="1453" actId="6549"/>
        <pc:sldMkLst>
          <pc:docMk/>
          <pc:sldMk cId="117884964" sldId="775"/>
        </pc:sldMkLst>
        <pc:spChg chg="mod">
          <ac:chgData name="Luca Contini" userId="24602103-2cf6-4865-9860-bd0a2f7c6dc7" providerId="ADAL" clId="{DB2A4E98-9CCD-4EE6-B853-801698D175CB}" dt="2026-10-23T10:50:08.216" v="1064" actId="20577"/>
          <ac:spMkLst>
            <pc:docMk/>
            <pc:sldMk cId="117884964" sldId="775"/>
            <ac:spMk id="2" creationId="{806AEA4F-0D92-B066-97F5-E913CE9CDCE5}"/>
          </ac:spMkLst>
        </pc:spChg>
        <pc:spChg chg="mod">
          <ac:chgData name="Luca Contini" userId="24602103-2cf6-4865-9860-bd0a2f7c6dc7" providerId="ADAL" clId="{DB2A4E98-9CCD-4EE6-B853-801698D175CB}" dt="2026-10-23T10:58:12.508" v="1453" actId="6549"/>
          <ac:spMkLst>
            <pc:docMk/>
            <pc:sldMk cId="117884964" sldId="775"/>
            <ac:spMk id="3" creationId="{DCCCCF61-7B09-CC00-4C30-E3BBF7B9FA0E}"/>
          </ac:spMkLst>
        </pc:spChg>
      </pc:sldChg>
      <pc:sldChg chg="modSp mod">
        <pc:chgData name="Luca Contini" userId="24602103-2cf6-4865-9860-bd0a2f7c6dc7" providerId="ADAL" clId="{DB2A4E98-9CCD-4EE6-B853-801698D175CB}" dt="2026-10-23T11:06:37.758" v="1571" actId="20577"/>
        <pc:sldMkLst>
          <pc:docMk/>
          <pc:sldMk cId="3257043718" sldId="776"/>
        </pc:sldMkLst>
        <pc:spChg chg="mod">
          <ac:chgData name="Luca Contini" userId="24602103-2cf6-4865-9860-bd0a2f7c6dc7" providerId="ADAL" clId="{DB2A4E98-9CCD-4EE6-B853-801698D175CB}" dt="2026-10-21T09:29:52.375" v="19" actId="313"/>
          <ac:spMkLst>
            <pc:docMk/>
            <pc:sldMk cId="3257043718" sldId="776"/>
            <ac:spMk id="2" creationId="{E451E511-CE0C-C7C8-F93C-59A1422E0E72}"/>
          </ac:spMkLst>
        </pc:spChg>
        <pc:spChg chg="mod">
          <ac:chgData name="Luca Contini" userId="24602103-2cf6-4865-9860-bd0a2f7c6dc7" providerId="ADAL" clId="{DB2A4E98-9CCD-4EE6-B853-801698D175CB}" dt="2026-10-23T11:06:37.758" v="1571" actId="20577"/>
          <ac:spMkLst>
            <pc:docMk/>
            <pc:sldMk cId="3257043718" sldId="776"/>
            <ac:spMk id="3" creationId="{02CD1073-8D7D-8021-DF61-9720A2F4F4E6}"/>
          </ac:spMkLst>
        </pc:spChg>
        <pc:spChg chg="mod">
          <ac:chgData name="Luca Contini" userId="24602103-2cf6-4865-9860-bd0a2f7c6dc7" providerId="ADAL" clId="{DB2A4E98-9CCD-4EE6-B853-801698D175CB}" dt="2026-10-23T11:03:41.583" v="1461" actId="20577"/>
          <ac:spMkLst>
            <pc:docMk/>
            <pc:sldMk cId="3257043718" sldId="776"/>
            <ac:spMk id="6" creationId="{A18D329A-EBC8-3284-337A-E677DDEDCF33}"/>
          </ac:spMkLst>
        </pc:spChg>
      </pc:sldChg>
      <pc:sldChg chg="modSp mod">
        <pc:chgData name="Luca Contini" userId="24602103-2cf6-4865-9860-bd0a2f7c6dc7" providerId="ADAL" clId="{DB2A4E98-9CCD-4EE6-B853-801698D175CB}" dt="2026-10-21T09:29:53.260" v="20" actId="313"/>
        <pc:sldMkLst>
          <pc:docMk/>
          <pc:sldMk cId="1867637388" sldId="777"/>
        </pc:sldMkLst>
        <pc:spChg chg="mod">
          <ac:chgData name="Luca Contini" userId="24602103-2cf6-4865-9860-bd0a2f7c6dc7" providerId="ADAL" clId="{DB2A4E98-9CCD-4EE6-B853-801698D175CB}" dt="2026-10-21T09:29:53.260" v="20" actId="313"/>
          <ac:spMkLst>
            <pc:docMk/>
            <pc:sldMk cId="1867637388" sldId="777"/>
            <ac:spMk id="2" creationId="{89E98E5E-7EC1-8456-EEC0-F4D9DE0524AB}"/>
          </ac:spMkLst>
        </pc:spChg>
      </pc:sldChg>
      <pc:sldChg chg="modSp add mod">
        <pc:chgData name="Luca Contini" userId="24602103-2cf6-4865-9860-bd0a2f7c6dc7" providerId="ADAL" clId="{DB2A4E98-9CCD-4EE6-B853-801698D175CB}" dt="2026-10-23T09:54:35.944" v="216" actId="20577"/>
        <pc:sldMkLst>
          <pc:docMk/>
          <pc:sldMk cId="3210887768" sldId="778"/>
        </pc:sldMkLst>
        <pc:spChg chg="mod">
          <ac:chgData name="Luca Contini" userId="24602103-2cf6-4865-9860-bd0a2f7c6dc7" providerId="ADAL" clId="{DB2A4E98-9CCD-4EE6-B853-801698D175CB}" dt="2026-10-23T09:52:33.456" v="106" actId="20577"/>
          <ac:spMkLst>
            <pc:docMk/>
            <pc:sldMk cId="3210887768" sldId="778"/>
            <ac:spMk id="2" creationId="{25F67C82-EAB4-803D-2930-933EBFDDE640}"/>
          </ac:spMkLst>
        </pc:spChg>
        <pc:spChg chg="mod">
          <ac:chgData name="Luca Contini" userId="24602103-2cf6-4865-9860-bd0a2f7c6dc7" providerId="ADAL" clId="{DB2A4E98-9CCD-4EE6-B853-801698D175CB}" dt="2026-10-23T09:54:35.944" v="216" actId="20577"/>
          <ac:spMkLst>
            <pc:docMk/>
            <pc:sldMk cId="3210887768" sldId="778"/>
            <ac:spMk id="3" creationId="{3F8E095F-38B8-10E9-B8D6-C44C22D0B023}"/>
          </ac:spMkLst>
        </pc:spChg>
      </pc:sldChg>
      <pc:sldChg chg="modSp add mod">
        <pc:chgData name="Luca Contini" userId="24602103-2cf6-4865-9860-bd0a2f7c6dc7" providerId="ADAL" clId="{DB2A4E98-9CCD-4EE6-B853-801698D175CB}" dt="2026-10-23T10:30:42.543" v="841" actId="6549"/>
        <pc:sldMkLst>
          <pc:docMk/>
          <pc:sldMk cId="2142355701" sldId="779"/>
        </pc:sldMkLst>
        <pc:spChg chg="mod">
          <ac:chgData name="Luca Contini" userId="24602103-2cf6-4865-9860-bd0a2f7c6dc7" providerId="ADAL" clId="{DB2A4E98-9CCD-4EE6-B853-801698D175CB}" dt="2026-10-23T10:29:10.535" v="808" actId="20577"/>
          <ac:spMkLst>
            <pc:docMk/>
            <pc:sldMk cId="2142355701" sldId="779"/>
            <ac:spMk id="2" creationId="{BCAE0F1D-5B05-95EE-B110-1214C05B56CC}"/>
          </ac:spMkLst>
        </pc:spChg>
        <pc:spChg chg="mod">
          <ac:chgData name="Luca Contini" userId="24602103-2cf6-4865-9860-bd0a2f7c6dc7" providerId="ADAL" clId="{DB2A4E98-9CCD-4EE6-B853-801698D175CB}" dt="2026-10-23T10:30:42.543" v="841" actId="6549"/>
          <ac:spMkLst>
            <pc:docMk/>
            <pc:sldMk cId="2142355701" sldId="779"/>
            <ac:spMk id="3" creationId="{F86AEE35-9C33-D266-BCA7-CCD35D4BCCAF}"/>
          </ac:spMkLst>
        </pc:spChg>
      </pc:sldChg>
      <pc:sldChg chg="modSp add mod">
        <pc:chgData name="Luca Contini" userId="24602103-2cf6-4865-9860-bd0a2f7c6dc7" providerId="ADAL" clId="{DB2A4E98-9CCD-4EE6-B853-801698D175CB}" dt="2026-10-23T10:57:48.501" v="1434" actId="20577"/>
        <pc:sldMkLst>
          <pc:docMk/>
          <pc:sldMk cId="2777823355" sldId="780"/>
        </pc:sldMkLst>
        <pc:spChg chg="mod">
          <ac:chgData name="Luca Contini" userId="24602103-2cf6-4865-9860-bd0a2f7c6dc7" providerId="ADAL" clId="{DB2A4E98-9CCD-4EE6-B853-801698D175CB}" dt="2026-10-23T10:57:48.501" v="1434" actId="20577"/>
          <ac:spMkLst>
            <pc:docMk/>
            <pc:sldMk cId="2777823355" sldId="780"/>
            <ac:spMk id="2" creationId="{13D2BD6B-5351-A8A5-2213-C21E5C498078}"/>
          </ac:spMkLst>
        </pc:spChg>
        <pc:spChg chg="mod">
          <ac:chgData name="Luca Contini" userId="24602103-2cf6-4865-9860-bd0a2f7c6dc7" providerId="ADAL" clId="{DB2A4E98-9CCD-4EE6-B853-801698D175CB}" dt="2026-10-23T10:54:16.238" v="1433" actId="6549"/>
          <ac:spMkLst>
            <pc:docMk/>
            <pc:sldMk cId="2777823355" sldId="780"/>
            <ac:spMk id="3" creationId="{34D19EFF-A6EA-559A-6C45-97DC950165F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BBB7A-A18B-4FC5-B47B-E3CF8A8A7491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88C0-EDAE-4C45-82AD-6E53C01C4E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243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7B0C3176-A688-4748-B133-5B004C989F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511E31A-B0BE-AC4F-8C85-E226ACEF9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6902" b="30434"/>
          <a:stretch/>
        </p:blipFill>
        <p:spPr>
          <a:xfrm>
            <a:off x="9089967" y="3905874"/>
            <a:ext cx="3102033" cy="295212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06BBC1A-5145-F447-9DF5-8BCE5FA7C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52832"/>
            <a:ext cx="10515600" cy="662782"/>
          </a:xfrm>
          <a:prstGeom prst="rect">
            <a:avLst/>
          </a:prstGeom>
        </p:spPr>
        <p:txBody>
          <a:bodyPr/>
          <a:lstStyle>
            <a:lvl1pPr algn="ctr">
              <a:defRPr sz="4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it-IT" err="1"/>
              <a:t>Chapter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851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- long 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AE1C3360-B738-0845-9991-65AF601771AE}" type="datetime4">
              <a:rPr lang="it-IT" smtClean="0"/>
              <a:t>23 ottobre 2026</a:t>
            </a:fld>
            <a:endParaRPr lang="it-IT"/>
          </a:p>
        </p:txBody>
      </p: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E9A06E6B-A9CC-D94B-BFE4-D7AC8CA4589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516686" y="2253358"/>
            <a:ext cx="5195885" cy="390296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Text</a:t>
            </a: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9CC23825-6284-8244-AA58-A1CF631F10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16685" y="559040"/>
            <a:ext cx="5195886" cy="1261883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z="3800">
                <a:solidFill>
                  <a:schemeClr val="accent1"/>
                </a:solidFill>
                <a:latin typeface="Montserrat Light" pitchFamily="2" charset="77"/>
              </a:rPr>
              <a:t>Long </a:t>
            </a:r>
            <a:br>
              <a:rPr lang="it-IT" sz="3800">
                <a:solidFill>
                  <a:schemeClr val="accent1"/>
                </a:solidFill>
                <a:latin typeface="Montserrat Light" pitchFamily="2" charset="77"/>
              </a:rPr>
            </a:br>
            <a:r>
              <a:rPr lang="it-IT" sz="3800" err="1">
                <a:solidFill>
                  <a:schemeClr val="accent1"/>
                </a:solidFill>
                <a:latin typeface="Montserrat Light" pitchFamily="2" charset="77"/>
              </a:rPr>
              <a:t>title</a:t>
            </a:r>
            <a:endParaRPr lang="it-IT" sz="3800">
              <a:solidFill>
                <a:schemeClr val="accent1"/>
              </a:solidFill>
              <a:latin typeface="Montserrat Light" pitchFamily="2" charset="77"/>
            </a:endParaRPr>
          </a:p>
        </p:txBody>
      </p:sp>
      <p:sp>
        <p:nvSpPr>
          <p:cNvPr id="10" name="Segnaposto immagine 2">
            <a:extLst>
              <a:ext uri="{FF2B5EF4-FFF2-40B4-BE49-F238E27FC236}">
                <a16:creationId xmlns:a16="http://schemas.microsoft.com/office/drawing/2014/main" id="{3000B5F4-6BC9-D24C-BE33-7056C2D85D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645869"/>
            <a:ext cx="6096000" cy="55104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 Light" pitchFamily="2" charset="77"/>
              </a:defRPr>
            </a:lvl1pPr>
          </a:lstStyle>
          <a:p>
            <a:r>
              <a:rPr lang="it-IT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57291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-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ECCBFAE5-4C78-DC48-BD7A-ADF9A847D4F5}" type="datetime4">
              <a:rPr lang="it-IT" smtClean="0"/>
              <a:t>23 ottobre 2026</a:t>
            </a:fld>
            <a:endParaRPr lang="it-IT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10407DA-69DD-334E-968E-32346D16E6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6788" y="646113"/>
            <a:ext cx="3605212" cy="5510212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FEA13D05-F4D4-9947-B272-9B2AF828B3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2" y="743319"/>
            <a:ext cx="7561260" cy="36512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8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Title</a:t>
            </a:r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59536130-B0BF-2D4F-A8BC-4D82CEE193C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42911" y="1167038"/>
            <a:ext cx="7561259" cy="270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err="1"/>
              <a:t>Subtitle</a:t>
            </a:r>
            <a:endParaRPr lang="it-IT"/>
          </a:p>
        </p:txBody>
      </p:sp>
      <p:sp>
        <p:nvSpPr>
          <p:cNvPr id="17" name="Segnaposto testo 2">
            <a:extLst>
              <a:ext uri="{FF2B5EF4-FFF2-40B4-BE49-F238E27FC236}">
                <a16:creationId xmlns:a16="http://schemas.microsoft.com/office/drawing/2014/main" id="{52440EEF-C030-6842-8FB6-45E3E98D25C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2911" y="1898680"/>
            <a:ext cx="7561259" cy="425764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991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04010D5A-1A6C-6344-B1BF-6871A158CBE2}" type="datetime4">
              <a:rPr lang="it-IT" smtClean="0"/>
              <a:t>23 ottobre 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20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265A53-447B-2C49-AF0B-25C67D34A44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4833579C-CC68-F140-A09A-93CAFB5949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349706"/>
            <a:ext cx="2544301" cy="610632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1A0897BF-13FB-8F49-A2DF-BD1A81785C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2" y="2953815"/>
            <a:ext cx="9144000" cy="338554"/>
          </a:xfrm>
          <a:prstGeom prst="rect">
            <a:avLst/>
          </a:prstGeom>
        </p:spPr>
        <p:txBody>
          <a:bodyPr anchor="ctr"/>
          <a:lstStyle>
            <a:lvl1pPr algn="l">
              <a:defRPr sz="3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12" name="Sottotitolo 2">
            <a:extLst>
              <a:ext uri="{FF2B5EF4-FFF2-40B4-BE49-F238E27FC236}">
                <a16:creationId xmlns:a16="http://schemas.microsoft.com/office/drawing/2014/main" id="{201D405D-B563-AF43-8345-1AEB487939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2" y="3458175"/>
            <a:ext cx="7778375" cy="20871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Presentation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FCD02E42-6354-1A49-898E-290C8989A31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42912" y="4729549"/>
            <a:ext cx="7778375" cy="20871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Date, office location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33CB7E7D-59EF-C940-BF07-89F34217EA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2912" y="3788817"/>
            <a:ext cx="7778375" cy="270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err="1"/>
              <a:t>Presenter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75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ED16-6FE9-0AF9-43B6-5F74F32BF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E045B-3AE7-FBB2-6C48-331966FFC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74F5-6B7C-3DB4-045A-190B9E69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89B08-0068-E719-DAD2-86907970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F3A64-47CA-BDF7-7DC2-B61DEEFB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059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5E69-6439-76FA-2078-831F06F5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5114-84D1-11EA-4157-5DEB9825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E82C0-AE47-EE33-F132-A6805BEE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3DD01-2DF4-D4F9-28AC-0C97B036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974E-B35A-18DC-4077-0B796DBF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481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2A18-3994-ABAF-7669-0CBCD5C6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8722-E436-24A0-90CD-ECF755279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15BF-9AA1-ED97-945D-57D2F56F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8DCD4-75B6-B3AA-4A5D-6BD9976C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2EAA-7F50-6894-9238-2804CADA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895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C32D-5B88-1A26-CA46-F1F12FA7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ECBAA-F05A-2B65-A1E4-D15E5D152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053AD-4597-A4A5-424B-CF87ECE0B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C8EC-CCD5-89A4-55CE-0EDE2189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8999F-7192-F96F-A523-7BB23567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B2BC7-876F-5A16-D2BB-51F8C13C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39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B8BC-900F-9E8A-DB5F-5208FD1E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0963D-80A6-2184-11A9-C37CD3868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2268B-2777-9FED-8C9A-02B3B56BE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D0363-1D6F-676C-9517-AF549DE16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5F86F-491D-EF18-D85A-875E193B5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5FA53-6A01-9F4C-3199-302DB418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FC18D-7D09-AF8A-81C8-E5CB1BB6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DCA3C-F6AC-E44E-27A9-5CBF7998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94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14AF-ACE2-6869-1AB7-C0AA0AC4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970AF-294F-6DDA-49EE-AEA9D012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14425-226B-E523-B7B4-EF170E9B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D0FAF-1367-DA42-E06B-D2633B74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1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8AE89-E3AA-3ACC-3B18-D492E48B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B3438-21F6-AD61-9716-CB300313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BEFFE-5431-A56B-FD5F-C3056B8A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1236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C700-9A27-CEF2-75E1-1FD37B99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A974-A25D-BBFF-197F-FBB8F132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18C4-F503-007E-DDF0-47A94D2BA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0C5B3-A7A6-8180-144B-9104586A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22E1-8505-89C3-B045-BDDF4867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BAD9D-D6D9-458F-F55E-CA445793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477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8435-F95B-FA1C-FDDD-96496E8E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35ACA4-3721-E01F-2C7F-AE06E4842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C4E4C-210D-40AA-F6DC-97E6F4D32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5EFEB-9783-A49E-707F-0A87407D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CAA2B-D2CB-E691-3741-87B299E0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929C1-24AE-FDFE-8BEF-59A39B34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5145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48A2-9AFB-B2F0-2DED-7E16EF01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A8E6A-C3AE-CBDB-004A-DFB89AA7C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028E3-88FD-415F-A44A-CC232188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A7A9F-C6DF-91EF-68FA-9FCB7289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542BF-9E4A-7220-3B00-81ED8266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421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67E10-0E77-FB9C-909F-E22F48FA7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17D31-6E98-A98B-039E-990F587D2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3FB0C-BA41-D71C-2B2A-9EC81D0F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D359F-337A-6459-C142-342181CC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A4783-62D9-B080-BDE9-48A5B839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15152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;p1">
            <a:extLst>
              <a:ext uri="{FF2B5EF4-FFF2-40B4-BE49-F238E27FC236}">
                <a16:creationId xmlns:a16="http://schemas.microsoft.com/office/drawing/2014/main" id="{6474EEC5-C334-C94B-B0A2-C673CB6119EF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713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9" r:id="rId2"/>
    <p:sldLayoutId id="2147483675" r:id="rId3"/>
    <p:sldLayoutId id="2147483657" r:id="rId4"/>
    <p:sldLayoutId id="2147483658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183C8-C49C-1BEE-4BF2-56B858CC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CD4D-D993-FB96-D87B-F217084E3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C1D29-FBEB-5FF3-83C4-F672B93BE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B0160-9DCB-46C1-84A8-8FAF03D9AA72}" type="datetimeFigureOut">
              <a:rPr lang="it-IT" smtClean="0"/>
              <a:t>23/10/2026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BFE7A-E0A9-0B9D-2ED4-CA4635FF7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90E3E-2B45-3D69-1BCE-0B628BBE4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AABEB-4194-4FE0-8FF7-38220D00B0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549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F97C42B-C58D-524E-A44E-16E790C46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2" y="1893455"/>
            <a:ext cx="9144000" cy="1398914"/>
          </a:xfrm>
        </p:spPr>
        <p:txBody>
          <a:bodyPr lIns="91440" tIns="45720" rIns="91440" bIns="45720" anchor="ctr"/>
          <a:lstStyle/>
          <a:p>
            <a:r>
              <a:rPr lang="it-IT" dirty="0" err="1">
                <a:latin typeface="Montserrat"/>
              </a:rPr>
              <a:t>Scenarios</a:t>
            </a:r>
            <a:r>
              <a:rPr lang="it-IT" dirty="0">
                <a:latin typeface="Montserrat"/>
              </a:rPr>
              <a:t> for PTBSYS-5872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06BE54F9-50A5-3D46-AE26-4C4719D37AB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6040" y="4195660"/>
            <a:ext cx="7778375" cy="208715"/>
          </a:xfrm>
        </p:spPr>
        <p:txBody>
          <a:bodyPr lIns="91440" tIns="45720" rIns="91440" bIns="45720" anchor="ctr"/>
          <a:lstStyle/>
          <a:p>
            <a:r>
              <a:rPr lang="it-IT" dirty="0">
                <a:latin typeface="Montserrat Light"/>
              </a:rPr>
              <a:t>Last update 23/10/2026</a:t>
            </a:r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8246B-B3B9-5817-918E-996CA12EDEC8}"/>
              </a:ext>
            </a:extLst>
          </p:cNvPr>
          <p:cNvSpPr txBox="1"/>
          <p:nvPr/>
        </p:nvSpPr>
        <p:spPr>
          <a:xfrm>
            <a:off x="3048000" y="3330934"/>
            <a:ext cx="6538912" cy="826161"/>
          </a:xfrm>
          <a:prstGeom prst="rect">
            <a:avLst/>
          </a:prstGeom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1" i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Montserrat"/>
              </a:rPr>
              <a:t>As a Phlebotomist I want to link to the routine only the rack necessary for the selected group orders</a:t>
            </a:r>
            <a:endParaRPr lang="en-US" dirty="0"/>
          </a:p>
        </p:txBody>
      </p:sp>
      <p:sp>
        <p:nvSpPr>
          <p:cNvPr id="2" name="Segnaposto testo 15">
            <a:extLst>
              <a:ext uri="{FF2B5EF4-FFF2-40B4-BE49-F238E27FC236}">
                <a16:creationId xmlns:a16="http://schemas.microsoft.com/office/drawing/2014/main" id="{516395EA-81E1-9227-476C-A38E42F21899}"/>
              </a:ext>
            </a:extLst>
          </p:cNvPr>
          <p:cNvSpPr txBox="1">
            <a:spLocks/>
          </p:cNvSpPr>
          <p:nvPr/>
        </p:nvSpPr>
        <p:spPr>
          <a:xfrm>
            <a:off x="2206813" y="5761224"/>
            <a:ext cx="7778375" cy="208715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>
                <a:latin typeface="Montserrat Light"/>
              </a:rPr>
              <a:t>Luca Contini</a:t>
            </a:r>
            <a:endParaRPr lang="it-IT"/>
          </a:p>
        </p:txBody>
      </p:sp>
      <p:sp>
        <p:nvSpPr>
          <p:cNvPr id="4" name="Segnaposto testo 15">
            <a:extLst>
              <a:ext uri="{FF2B5EF4-FFF2-40B4-BE49-F238E27FC236}">
                <a16:creationId xmlns:a16="http://schemas.microsoft.com/office/drawing/2014/main" id="{9FBDE0B9-88A8-BF54-4E28-C9BF2A3ACF1B}"/>
              </a:ext>
            </a:extLst>
          </p:cNvPr>
          <p:cNvSpPr txBox="1">
            <a:spLocks/>
          </p:cNvSpPr>
          <p:nvPr/>
        </p:nvSpPr>
        <p:spPr>
          <a:xfrm>
            <a:off x="2206812" y="4769727"/>
            <a:ext cx="7778375" cy="208715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bg1"/>
                </a:solidFill>
                <a:latin typeface="Montserrat Ligh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>
                <a:latin typeface="Montserrat Light"/>
              </a:rPr>
              <a:t>Increment PTBSYS-03-003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074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0E98-03B7-0896-FA9A-9CF7B9A1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172B4D"/>
                </a:solidFill>
                <a:latin typeface="Montserrat"/>
              </a:rPr>
              <a:t>PTBSYS-5872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Montserrat"/>
              </a:rPr>
              <a:t> - Scenario </a:t>
            </a:r>
            <a:r>
              <a:rPr lang="en-US" sz="2800" dirty="0">
                <a:solidFill>
                  <a:srgbClr val="172B4D"/>
                </a:solidFill>
                <a:latin typeface="Montserrat"/>
              </a:rPr>
              <a:t>1.a 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Montserrat"/>
              </a:rPr>
              <a:t>– Labels review: racks linked - print</a:t>
            </a:r>
            <a:endParaRPr lang="it-IT" sz="2800" dirty="0">
              <a:latin typeface="Montserra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43602-3B70-89F0-DB72-A28033627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325"/>
            <a:ext cx="10515600" cy="345396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dirty="0">
                <a:solidFill>
                  <a:srgbClr val="172B4D"/>
                </a:solidFill>
                <a:effectLst/>
                <a:latin typeface="Montserrat"/>
              </a:rPr>
              <a:t>Given</a:t>
            </a:r>
            <a:r>
              <a:rPr lang="en-US" sz="1400" b="0" i="0" dirty="0">
                <a:solidFill>
                  <a:srgbClr val="172B4D"/>
                </a:solidFill>
                <a:effectLst/>
                <a:latin typeface="Montserrat"/>
              </a:rPr>
              <a:t> that the User has identified a patient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And the Transport module is enabled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And has selected at least a group of orders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And all the racks necessary for the group of orders are already linked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And each linked rack has at least one free slot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And there is at least a label to print</a:t>
            </a:r>
          </a:p>
          <a:p>
            <a:pPr>
              <a:lnSpc>
                <a:spcPct val="100000"/>
              </a:lnSpc>
            </a:pPr>
            <a:r>
              <a:rPr lang="en-US" sz="1400" b="1" i="0" dirty="0">
                <a:solidFill>
                  <a:srgbClr val="172B4D"/>
                </a:solidFill>
                <a:effectLst/>
                <a:latin typeface="Montserrat"/>
              </a:rPr>
              <a:t>When</a:t>
            </a:r>
            <a:r>
              <a:rPr lang="en-US" sz="1400" b="0" i="0" dirty="0">
                <a:solidFill>
                  <a:srgbClr val="172B4D"/>
                </a:solidFill>
                <a:effectLst/>
                <a:latin typeface="Montserrat"/>
              </a:rPr>
              <a:t> the User selects print in the labels review step</a:t>
            </a:r>
          </a:p>
          <a:p>
            <a:pPr>
              <a:lnSpc>
                <a:spcPct val="100000"/>
              </a:lnSpc>
            </a:pPr>
            <a:r>
              <a:rPr lang="en-US" sz="1400" b="1" i="0" dirty="0">
                <a:solidFill>
                  <a:srgbClr val="172B4D"/>
                </a:solidFill>
                <a:effectLst/>
                <a:latin typeface="Montserrat"/>
              </a:rPr>
              <a:t>Then</a:t>
            </a:r>
          </a:p>
          <a:p>
            <a:pPr lvl="1">
              <a:lnSpc>
                <a:spcPct val="100000"/>
              </a:lnSpc>
            </a:pPr>
            <a:r>
              <a:rPr lang="en-US" sz="1400" dirty="0">
                <a:solidFill>
                  <a:srgbClr val="172B4D"/>
                </a:solidFill>
                <a:latin typeface="Montserrat"/>
              </a:rPr>
              <a:t>The GUI goes directly to the print step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659D4-1AAD-BBA3-D66E-CC5F8E67392F}"/>
              </a:ext>
            </a:extLst>
          </p:cNvPr>
          <p:cNvSpPr txBox="1"/>
          <p:nvPr/>
        </p:nvSpPr>
        <p:spPr>
          <a:xfrm>
            <a:off x="838200" y="5438875"/>
            <a:ext cx="1009765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/>
              <a:t>1 - </a:t>
            </a:r>
            <a:r>
              <a:rPr lang="it-IT" sz="1400" b="1" dirty="0"/>
              <a:t>Make sure </a:t>
            </a:r>
            <a:r>
              <a:rPr lang="it-IT" sz="1400" b="1" dirty="0" err="1"/>
              <a:t>that</a:t>
            </a:r>
            <a:r>
              <a:rPr lang="it-IT" sz="1400" b="1" dirty="0"/>
              <a:t> </a:t>
            </a:r>
            <a:r>
              <a:rPr lang="it-IT" sz="1400" dirty="0" err="1"/>
              <a:t>if</a:t>
            </a:r>
            <a:r>
              <a:rPr lang="it-IT" sz="1400" dirty="0"/>
              <a:t> the racks </a:t>
            </a:r>
            <a:r>
              <a:rPr lang="it-IT" sz="1400" dirty="0" err="1"/>
              <a:t>necessary</a:t>
            </a:r>
            <a:r>
              <a:rPr lang="it-IT" sz="1400" dirty="0"/>
              <a:t> for a group of </a:t>
            </a:r>
            <a:r>
              <a:rPr lang="it-IT" sz="1400" dirty="0" err="1"/>
              <a:t>order</a:t>
            </a:r>
            <a:r>
              <a:rPr lang="it-IT" sz="1400" dirty="0"/>
              <a:t> are </a:t>
            </a:r>
            <a:r>
              <a:rPr lang="it-IT" sz="1400" dirty="0" err="1"/>
              <a:t>already</a:t>
            </a:r>
            <a:r>
              <a:rPr lang="it-IT" sz="1400" dirty="0"/>
              <a:t> </a:t>
            </a:r>
            <a:r>
              <a:rPr lang="it-IT" sz="1400" dirty="0" err="1"/>
              <a:t>linked</a:t>
            </a:r>
            <a:r>
              <a:rPr lang="it-IT" sz="1400" dirty="0"/>
              <a:t> (</a:t>
            </a:r>
            <a:r>
              <a:rPr lang="it-IT" sz="1400" dirty="0" err="1"/>
              <a:t>each</a:t>
            </a:r>
            <a:r>
              <a:rPr lang="it-IT" sz="1400" dirty="0"/>
              <a:t> one with </a:t>
            </a:r>
            <a:r>
              <a:rPr lang="it-IT" sz="1400" dirty="0" err="1"/>
              <a:t>at</a:t>
            </a:r>
            <a:r>
              <a:rPr lang="it-IT" sz="1400" dirty="0"/>
              <a:t> </a:t>
            </a:r>
            <a:r>
              <a:rPr lang="it-IT" sz="1400" dirty="0" err="1"/>
              <a:t>least</a:t>
            </a:r>
            <a:r>
              <a:rPr lang="it-IT" sz="1400" dirty="0"/>
              <a:t> one free slot), the GUI </a:t>
            </a:r>
            <a:r>
              <a:rPr lang="it-IT" sz="1400" dirty="0" err="1"/>
              <a:t>goes</a:t>
            </a:r>
            <a:r>
              <a:rPr lang="it-IT" sz="1400" dirty="0"/>
              <a:t> </a:t>
            </a:r>
            <a:r>
              <a:rPr lang="it-IT" sz="1400" dirty="0" err="1"/>
              <a:t>directly</a:t>
            </a:r>
            <a:r>
              <a:rPr lang="it-IT" sz="1400" dirty="0"/>
              <a:t> to the </a:t>
            </a:r>
            <a:r>
              <a:rPr lang="it-IT" sz="1400" dirty="0" err="1"/>
              <a:t>next</a:t>
            </a:r>
            <a:r>
              <a:rPr lang="it-IT" sz="1400" dirty="0"/>
              <a:t> step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283415"/>
      </p:ext>
    </p:extLst>
  </p:cSld>
  <p:clrMapOvr>
    <a:masterClrMapping/>
  </p:clrMapOvr>
</p:sld>
</file>

<file path=ppt/theme/theme1.xml><?xml version="1.0" encoding="utf-8"?>
<a:theme xmlns:a="http://schemas.openxmlformats.org/drawingml/2006/main" name="inpeco layout">
  <a:themeElements>
    <a:clrScheme name="inpeco palette">
      <a:dk1>
        <a:srgbClr val="5B5754"/>
      </a:dk1>
      <a:lt1>
        <a:srgbClr val="FFFFFF"/>
      </a:lt1>
      <a:dk2>
        <a:srgbClr val="686869"/>
      </a:dk2>
      <a:lt2>
        <a:srgbClr val="DAD9D6"/>
      </a:lt2>
      <a:accent1>
        <a:srgbClr val="00B3E3"/>
      </a:accent1>
      <a:accent2>
        <a:srgbClr val="EA8651"/>
      </a:accent2>
      <a:accent3>
        <a:srgbClr val="0074A2"/>
      </a:accent3>
      <a:accent4>
        <a:srgbClr val="B1DEE3"/>
      </a:accent4>
      <a:accent5>
        <a:srgbClr val="FFA06E"/>
      </a:accent5>
      <a:accent6>
        <a:srgbClr val="F5BD9D"/>
      </a:accent6>
      <a:hlink>
        <a:srgbClr val="00B3E3"/>
      </a:hlink>
      <a:folHlink>
        <a:srgbClr val="0074A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68E706092A243A557CFA9DEB4BE74" ma:contentTypeVersion="14" ma:contentTypeDescription="Create a new document." ma:contentTypeScope="" ma:versionID="6d66777e5cfd7fe0af8f228bc9cf7a03">
  <xsd:schema xmlns:xsd="http://www.w3.org/2001/XMLSchema" xmlns:xs="http://www.w3.org/2001/XMLSchema" xmlns:p="http://schemas.microsoft.com/office/2006/metadata/properties" xmlns:ns3="f3d34d0c-da18-4715-b4b1-dd38ee26bd66" xmlns:ns4="d5a6ef33-fb87-47fb-a515-263474fff732" targetNamespace="http://schemas.microsoft.com/office/2006/metadata/properties" ma:root="true" ma:fieldsID="67932936c58259000a68164ae2e0dd84" ns3:_="" ns4:_="">
    <xsd:import namespace="f3d34d0c-da18-4715-b4b1-dd38ee26bd66"/>
    <xsd:import namespace="d5a6ef33-fb87-47fb-a515-263474fff7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34d0c-da18-4715-b4b1-dd38ee26b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6ef33-fb87-47fb-a515-263474fff73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B408CB-7B4D-4478-965C-BC406C05B791}">
  <ds:schemaRefs>
    <ds:schemaRef ds:uri="d5a6ef33-fb87-47fb-a515-263474fff732"/>
    <ds:schemaRef ds:uri="f3d34d0c-da18-4715-b4b1-dd38ee26bd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8E98817-62F8-443A-9136-76AF6204A898}">
  <ds:schemaRefs>
    <ds:schemaRef ds:uri="d5a6ef33-fb87-47fb-a515-263474fff732"/>
    <ds:schemaRef ds:uri="f3d34d0c-da18-4715-b4b1-dd38ee26bd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3C13FC-544D-4413-B142-0B1F4FADC1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3880</TotalTime>
  <Words>1136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Lato Light</vt:lpstr>
      <vt:lpstr>Montserrat</vt:lpstr>
      <vt:lpstr>Montserrat Light</vt:lpstr>
      <vt:lpstr>inpeco layout</vt:lpstr>
      <vt:lpstr>Office Theme</vt:lpstr>
      <vt:lpstr>Scenarios for PTBSYS-5872</vt:lpstr>
      <vt:lpstr>PTBSYS-5872 - Scenario 1.a – Labels review: racks linked - print</vt:lpstr>
      <vt:lpstr>PTBSYS-5872 - Scenario 1.b – Labels review: racks linked – only postponed labels</vt:lpstr>
      <vt:lpstr>PTBSYS-5872 - Scenario 2 – Labels review: racks not linked</vt:lpstr>
      <vt:lpstr>PTBSYS-5872 - Scenario 3.a – Labels review: proceed anyway to print</vt:lpstr>
      <vt:lpstr>PTBSYS-5872 - Scenario 3.b – Labels review: proceed anyway to print</vt:lpstr>
      <vt:lpstr>PTBSYS-5872 - Scenario 4 – Checkout: rack link by QR scan</vt:lpstr>
      <vt:lpstr>PTBSYS-5872 - Scenario 5.a – Check-out: Rack missing</vt:lpstr>
      <vt:lpstr>PTBSYS-5872 - Scenario 5.b – Check-out: Rack linked</vt:lpstr>
      <vt:lpstr>PTBSYS-5872 - Scenario 6 – Checkout: link request options</vt:lpstr>
      <vt:lpstr>PTBSYS-5872 - Scenario 7 – Full Rack automatic unlink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Murgia</dc:creator>
  <cp:lastModifiedBy>Luca Contini</cp:lastModifiedBy>
  <cp:revision>9</cp:revision>
  <dcterms:created xsi:type="dcterms:W3CDTF">2019-06-17T13:20:37Z</dcterms:created>
  <dcterms:modified xsi:type="dcterms:W3CDTF">2026-10-23T11:06:48Z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0x010100D9568E706092A243A557CFA9DEB4BE74</vt:lpwstr>
  </property>
</Properties>
</file>