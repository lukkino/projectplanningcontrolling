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3.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4.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6" r:id="rId4"/>
  </p:sldMasterIdLst>
  <p:notesMasterIdLst>
    <p:notesMasterId r:id="rId28"/>
  </p:notesMasterIdLst>
  <p:handoutMasterIdLst>
    <p:handoutMasterId r:id="rId29"/>
  </p:handoutMasterIdLst>
  <p:sldIdLst>
    <p:sldId id="285" r:id="rId5"/>
    <p:sldId id="259" r:id="rId6"/>
    <p:sldId id="413" r:id="rId7"/>
    <p:sldId id="389" r:id="rId8"/>
    <p:sldId id="311" r:id="rId9"/>
    <p:sldId id="390" r:id="rId10"/>
    <p:sldId id="397" r:id="rId11"/>
    <p:sldId id="415" r:id="rId12"/>
    <p:sldId id="416" r:id="rId13"/>
    <p:sldId id="258" r:id="rId14"/>
    <p:sldId id="410" r:id="rId15"/>
    <p:sldId id="411" r:id="rId16"/>
    <p:sldId id="391" r:id="rId17"/>
    <p:sldId id="409" r:id="rId18"/>
    <p:sldId id="392" r:id="rId19"/>
    <p:sldId id="399" r:id="rId20"/>
    <p:sldId id="393" r:id="rId21"/>
    <p:sldId id="408" r:id="rId22"/>
    <p:sldId id="395" r:id="rId23"/>
    <p:sldId id="406" r:id="rId24"/>
    <p:sldId id="396" r:id="rId25"/>
    <p:sldId id="404" r:id="rId26"/>
    <p:sldId id="297" r:id="rId2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Name and Team" id="{B97CA151-7948-4102-8390-AA9984909058}">
          <p14:sldIdLst>
            <p14:sldId id="285"/>
            <p14:sldId id="259"/>
            <p14:sldId id="413"/>
          </p14:sldIdLst>
        </p14:section>
        <p14:section name="Project Scope" id="{1D99AA1C-526A-4D04-B287-DBDFE617E29F}">
          <p14:sldIdLst>
            <p14:sldId id="389"/>
            <p14:sldId id="311"/>
            <p14:sldId id="390"/>
            <p14:sldId id="397"/>
            <p14:sldId id="415"/>
            <p14:sldId id="416"/>
            <p14:sldId id="258"/>
            <p14:sldId id="410"/>
            <p14:sldId id="411"/>
          </p14:sldIdLst>
        </p14:section>
        <p14:section name="Major Requirements" id="{C9F981A3-22A1-4D3B-AF42-C27E74636763}">
          <p14:sldIdLst>
            <p14:sldId id="391"/>
            <p14:sldId id="409"/>
            <p14:sldId id="392"/>
            <p14:sldId id="399"/>
          </p14:sldIdLst>
        </p14:section>
        <p14:section name="Product Line" id="{00FA9E9A-35D7-4052-9D48-802EF667E5E2}">
          <p14:sldIdLst>
            <p14:sldId id="393"/>
            <p14:sldId id="408"/>
          </p14:sldIdLst>
        </p14:section>
        <p14:section name="First Design Idea" id="{CEF62F6E-30E2-47EB-AF40-EE69AC4C9885}">
          <p14:sldIdLst/>
        </p14:section>
        <p14:section name="Preliminary Effort Estimation" id="{25FABDE2-804A-4A7E-AE58-F07B5FF6200C}">
          <p14:sldIdLst>
            <p14:sldId id="395"/>
            <p14:sldId id="406"/>
          </p14:sldIdLst>
        </p14:section>
        <p14:section name="Timeline" id="{59BA1F43-BA74-49CD-8011-D124F731A001}">
          <p14:sldIdLst>
            <p14:sldId id="396"/>
            <p14:sldId id="404"/>
            <p14:sldId id="297"/>
          </p14:sldIdLst>
        </p14:section>
      </p14:sectionLst>
    </p:ext>
    <p:ext uri="{EFAFB233-063F-42B5-8137-9DF3F51BA10A}">
      <p15:sldGuideLst xmlns:p15="http://schemas.microsoft.com/office/powerpoint/2012/main">
        <p15:guide id="2" pos="279" userDrawn="1">
          <p15:clr>
            <a:srgbClr val="A4A3A4"/>
          </p15:clr>
        </p15:guide>
        <p15:guide id="3" pos="7378" userDrawn="1">
          <p15:clr>
            <a:srgbClr val="A4A3A4"/>
          </p15:clr>
        </p15:guide>
        <p15:guide id="4" orient="horz" pos="2160" userDrawn="1">
          <p15:clr>
            <a:srgbClr val="A4A3A4"/>
          </p15:clr>
        </p15:guide>
        <p15:guide id="5" orient="horz" pos="4110" userDrawn="1">
          <p15:clr>
            <a:srgbClr val="A4A3A4"/>
          </p15:clr>
        </p15:guide>
        <p15:guide id="6" orient="horz" pos="232" userDrawn="1">
          <p15:clr>
            <a:srgbClr val="A4A3A4"/>
          </p15:clr>
        </p15:guide>
        <p15:guide id="7" pos="2661" userDrawn="1">
          <p15:clr>
            <a:srgbClr val="A4A3A4"/>
          </p15:clr>
        </p15:guide>
        <p15:guide id="8" pos="5042" userDrawn="1">
          <p15:clr>
            <a:srgbClr val="A4A3A4"/>
          </p15:clr>
        </p15:guide>
        <p15:guide id="9"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C474C9-9E76-AD87-6587-A36250E0435E}" name="Antimo Bianco" initials="AB" userId="S::antimo.bianco@inpeco.com::980d4f1a-43f9-4cba-a3dd-ed868fb5bdca" providerId="AD"/>
  <p188:author id="{3B6B95E3-05D3-8B29-7D81-6321707B1D94}" name="Luca Contini" initials="LC" userId="S::luca.contini@inpeco.com::24602103-2cf6-4865-9860-bd0a2f7c6dc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3E3"/>
    <a:srgbClr val="9FFF23"/>
    <a:srgbClr val="FF5630"/>
    <a:srgbClr val="FF542E"/>
    <a:srgbClr val="33B2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Stile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Stile chi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0" autoAdjust="0"/>
    <p:restoredTop sz="95507"/>
  </p:normalViewPr>
  <p:slideViewPr>
    <p:cSldViewPr snapToGrid="0" snapToObjects="1">
      <p:cViewPr varScale="1">
        <p:scale>
          <a:sx n="106" d="100"/>
          <a:sy n="106" d="100"/>
        </p:scale>
        <p:origin x="564" y="96"/>
      </p:cViewPr>
      <p:guideLst>
        <p:guide pos="279"/>
        <p:guide pos="7378"/>
        <p:guide orient="horz" pos="2160"/>
        <p:guide orient="horz" pos="4110"/>
        <p:guide orient="horz" pos="232"/>
        <p:guide pos="2661"/>
        <p:guide pos="5042"/>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5750"/>
    </p:cViewPr>
  </p:sorterViewPr>
  <p:notesViewPr>
    <p:cSldViewPr snapToGrid="0" snapToObjects="1">
      <p:cViewPr varScale="1">
        <p:scale>
          <a:sx n="65" d="100"/>
          <a:sy n="65" d="100"/>
        </p:scale>
        <p:origin x="2410"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Contini" userId="24602103-2cf6-4865-9860-bd0a2f7c6dc7" providerId="ADAL" clId="{DB2A4E98-9CCD-4EE6-B853-801698D175CB}"/>
    <pc:docChg chg="custSel addSld modSld modSection">
      <pc:chgData name="Luca Contini" userId="24602103-2cf6-4865-9860-bd0a2f7c6dc7" providerId="ADAL" clId="{DB2A4E98-9CCD-4EE6-B853-801698D175CB}" dt="2026-09-11T09:35:44.570" v="1710" actId="113"/>
      <pc:docMkLst>
        <pc:docMk/>
      </pc:docMkLst>
      <pc:sldChg chg="modSp mod">
        <pc:chgData name="Luca Contini" userId="24602103-2cf6-4865-9860-bd0a2f7c6dc7" providerId="ADAL" clId="{DB2A4E98-9CCD-4EE6-B853-801698D175CB}" dt="2026-09-10T15:50:39.860" v="1697" actId="20577"/>
        <pc:sldMkLst>
          <pc:docMk/>
          <pc:sldMk cId="550746563" sldId="285"/>
        </pc:sldMkLst>
        <pc:spChg chg="mod">
          <ac:chgData name="Luca Contini" userId="24602103-2cf6-4865-9860-bd0a2f7c6dc7" providerId="ADAL" clId="{DB2A4E98-9CCD-4EE6-B853-801698D175CB}" dt="2026-09-10T15:50:32.837" v="1691" actId="6549"/>
          <ac:spMkLst>
            <pc:docMk/>
            <pc:sldMk cId="550746563" sldId="285"/>
            <ac:spMk id="8" creationId="{29CD7E15-80AD-4F8A-AB29-B9AD23567A34}"/>
          </ac:spMkLst>
        </pc:spChg>
        <pc:spChg chg="mod">
          <ac:chgData name="Luca Contini" userId="24602103-2cf6-4865-9860-bd0a2f7c6dc7" providerId="ADAL" clId="{DB2A4E98-9CCD-4EE6-B853-801698D175CB}" dt="2026-09-10T15:49:56.913" v="1588" actId="20577"/>
          <ac:spMkLst>
            <pc:docMk/>
            <pc:sldMk cId="550746563" sldId="285"/>
            <ac:spMk id="10" creationId="{BF97C42B-C58D-524E-A44E-16E790C462C9}"/>
          </ac:spMkLst>
        </pc:spChg>
        <pc:spChg chg="mod">
          <ac:chgData name="Luca Contini" userId="24602103-2cf6-4865-9860-bd0a2f7c6dc7" providerId="ADAL" clId="{DB2A4E98-9CCD-4EE6-B853-801698D175CB}" dt="2026-09-10T15:50:39.860" v="1697" actId="20577"/>
          <ac:spMkLst>
            <pc:docMk/>
            <pc:sldMk cId="550746563" sldId="285"/>
            <ac:spMk id="16" creationId="{06BE54F9-50A5-3D46-AE26-4C4719D37AB3}"/>
          </ac:spMkLst>
        </pc:spChg>
      </pc:sldChg>
      <pc:sldChg chg="modSp mod">
        <pc:chgData name="Luca Contini" userId="24602103-2cf6-4865-9860-bd0a2f7c6dc7" providerId="ADAL" clId="{DB2A4E98-9CCD-4EE6-B853-801698D175CB}" dt="2026-09-11T09:35:44.570" v="1710" actId="113"/>
        <pc:sldMkLst>
          <pc:docMk/>
          <pc:sldMk cId="2869216713" sldId="311"/>
        </pc:sldMkLst>
        <pc:spChg chg="mod">
          <ac:chgData name="Luca Contini" userId="24602103-2cf6-4865-9860-bd0a2f7c6dc7" providerId="ADAL" clId="{DB2A4E98-9CCD-4EE6-B853-801698D175CB}" dt="2026-09-11T09:35:44.570" v="1710" actId="113"/>
          <ac:spMkLst>
            <pc:docMk/>
            <pc:sldMk cId="2869216713" sldId="311"/>
            <ac:spMk id="34" creationId="{46518DE7-F34F-425D-8E7B-42A43D0D354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E9B273-22E7-4C5C-B6CA-C6830FD7ACA9}"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it-IT"/>
        </a:p>
      </dgm:t>
    </dgm:pt>
    <dgm:pt modelId="{32140E3C-4B4C-4A24-B5DC-9F2699B0E9F6}">
      <dgm:prSet phldrT="[Text]" custT="1"/>
      <dgm:spPr/>
      <dgm:t>
        <a:bodyPr/>
        <a:lstStyle/>
        <a:p>
          <a:pPr algn="l"/>
          <a:r>
            <a:rPr lang="it-IT" sz="1100" dirty="0">
              <a:latin typeface="Montserrat Light" pitchFamily="2" charset="0"/>
            </a:rPr>
            <a:t>Update </a:t>
          </a:r>
          <a:r>
            <a:rPr lang="it-IT" sz="1100" dirty="0" err="1">
              <a:latin typeface="Montserrat Light" pitchFamily="2" charset="0"/>
            </a:rPr>
            <a:t>transport</a:t>
          </a:r>
          <a:r>
            <a:rPr lang="it-IT" sz="1100" dirty="0">
              <a:latin typeface="Montserrat Light" pitchFamily="2" charset="0"/>
            </a:rPr>
            <a:t> mission events</a:t>
          </a:r>
        </a:p>
      </dgm:t>
    </dgm:pt>
    <dgm:pt modelId="{99651021-785C-4A63-8CE0-CF3AE79A90DA}" type="parTrans" cxnId="{3FABB044-CA5E-499F-94E0-48CBF6410907}">
      <dgm:prSet/>
      <dgm:spPr/>
      <dgm:t>
        <a:bodyPr/>
        <a:lstStyle/>
        <a:p>
          <a:endParaRPr lang="it-IT" sz="1100">
            <a:latin typeface="Montserrat Light" pitchFamily="2" charset="0"/>
          </a:endParaRPr>
        </a:p>
      </dgm:t>
    </dgm:pt>
    <dgm:pt modelId="{550CEAF5-C432-41B8-9ED0-FBC177661564}" type="sibTrans" cxnId="{3FABB044-CA5E-499F-94E0-48CBF6410907}">
      <dgm:prSet/>
      <dgm:spPr/>
      <dgm:t>
        <a:bodyPr/>
        <a:lstStyle/>
        <a:p>
          <a:endParaRPr lang="it-IT" sz="1100">
            <a:latin typeface="Montserrat Light" pitchFamily="2" charset="0"/>
          </a:endParaRPr>
        </a:p>
      </dgm:t>
    </dgm:pt>
    <dgm:pt modelId="{C28FB5C8-7FD5-4ED9-B319-16A7E412EDD1}">
      <dgm:prSet phldrT="[Text]" custT="1"/>
      <dgm:spPr/>
      <dgm:t>
        <a:bodyPr/>
        <a:lstStyle/>
        <a:p>
          <a:r>
            <a:rPr lang="it-IT" sz="1100" dirty="0">
              <a:latin typeface="Montserrat Light" pitchFamily="2" charset="0"/>
            </a:rPr>
            <a:t>  </a:t>
          </a:r>
        </a:p>
      </dgm:t>
    </dgm:pt>
    <dgm:pt modelId="{8985990A-139D-4924-B9B9-365319C7706A}" type="parTrans" cxnId="{C7B25598-DE18-4224-80A0-20FB0C4B791F}">
      <dgm:prSet/>
      <dgm:spPr/>
      <dgm:t>
        <a:bodyPr/>
        <a:lstStyle/>
        <a:p>
          <a:endParaRPr lang="it-IT" sz="1100">
            <a:latin typeface="Montserrat Light" pitchFamily="2" charset="0"/>
          </a:endParaRPr>
        </a:p>
      </dgm:t>
    </dgm:pt>
    <dgm:pt modelId="{86BEEC66-3367-4C65-A7D6-4C3B940420CA}" type="sibTrans" cxnId="{C7B25598-DE18-4224-80A0-20FB0C4B791F}">
      <dgm:prSet/>
      <dgm:spPr/>
      <dgm:t>
        <a:bodyPr/>
        <a:lstStyle/>
        <a:p>
          <a:endParaRPr lang="it-IT" sz="1100">
            <a:latin typeface="Montserrat Light" pitchFamily="2" charset="0"/>
          </a:endParaRPr>
        </a:p>
      </dgm:t>
    </dgm:pt>
    <dgm:pt modelId="{A063AF83-ECE2-4D9B-8ACE-E0892BE33BE8}">
      <dgm:prSet phldrT="[Text]" custT="1"/>
      <dgm:spPr/>
      <dgm:t>
        <a:bodyPr/>
        <a:lstStyle/>
        <a:p>
          <a:pPr>
            <a:lnSpc>
              <a:spcPct val="150000"/>
            </a:lnSpc>
          </a:pPr>
          <a:r>
            <a:rPr lang="en-US" sz="1100" b="0" i="0" dirty="0">
              <a:latin typeface="Montserrat" pitchFamily="2" charset="0"/>
            </a:rPr>
            <a:t>Temperature measurements for each automatically completed mission</a:t>
          </a:r>
          <a:endParaRPr lang="it-IT" sz="1100" dirty="0">
            <a:latin typeface="Montserrat" pitchFamily="2" charset="0"/>
          </a:endParaRPr>
        </a:p>
      </dgm:t>
    </dgm:pt>
    <dgm:pt modelId="{7BFBC9C3-2D02-47AC-9920-1EF79D4DB79F}" type="sibTrans" cxnId="{2676B9BE-C4C5-42CC-90E9-680E40A5BC7F}">
      <dgm:prSet/>
      <dgm:spPr/>
      <dgm:t>
        <a:bodyPr/>
        <a:lstStyle/>
        <a:p>
          <a:endParaRPr lang="it-IT" sz="1100">
            <a:latin typeface="Montserrat Light" pitchFamily="2" charset="0"/>
          </a:endParaRPr>
        </a:p>
      </dgm:t>
    </dgm:pt>
    <dgm:pt modelId="{C285286C-5039-438D-BBE7-09618EA9C0E1}" type="parTrans" cxnId="{2676B9BE-C4C5-42CC-90E9-680E40A5BC7F}">
      <dgm:prSet/>
      <dgm:spPr/>
      <dgm:t>
        <a:bodyPr/>
        <a:lstStyle/>
        <a:p>
          <a:endParaRPr lang="it-IT" sz="1100">
            <a:latin typeface="Montserrat Light" pitchFamily="2" charset="0"/>
          </a:endParaRPr>
        </a:p>
      </dgm:t>
    </dgm:pt>
    <dgm:pt modelId="{A05C6AA2-FF31-4F76-B0F8-F910CC2A4C3C}">
      <dgm:prSet phldrT="[Text]" custT="1"/>
      <dgm:spPr/>
      <dgm:t>
        <a:bodyPr/>
        <a:lstStyle/>
        <a:p>
          <a:pPr>
            <a:lnSpc>
              <a:spcPct val="150000"/>
            </a:lnSpc>
          </a:pPr>
          <a:r>
            <a:rPr lang="en-US" sz="1100" dirty="0">
              <a:latin typeface="Montserrat" pitchFamily="2" charset="0"/>
            </a:rPr>
            <a:t>Temperature and duration thresholds along with the temperature values</a:t>
          </a:r>
          <a:endParaRPr lang="it-IT" sz="1100" dirty="0">
            <a:latin typeface="Montserrat" pitchFamily="2" charset="0"/>
          </a:endParaRPr>
        </a:p>
      </dgm:t>
    </dgm:pt>
    <dgm:pt modelId="{F48235A3-064B-4CC8-ABA1-CA7FBF4CD249}" type="parTrans" cxnId="{F7223271-4A30-439D-93DB-95FA17197769}">
      <dgm:prSet/>
      <dgm:spPr/>
      <dgm:t>
        <a:bodyPr/>
        <a:lstStyle/>
        <a:p>
          <a:endParaRPr lang="it-IT" sz="1100"/>
        </a:p>
      </dgm:t>
    </dgm:pt>
    <dgm:pt modelId="{ABEAF702-E832-4557-8F62-06964F471D7D}" type="sibTrans" cxnId="{F7223271-4A30-439D-93DB-95FA17197769}">
      <dgm:prSet/>
      <dgm:spPr/>
      <dgm:t>
        <a:bodyPr/>
        <a:lstStyle/>
        <a:p>
          <a:endParaRPr lang="it-IT" sz="1100"/>
        </a:p>
      </dgm:t>
    </dgm:pt>
    <dgm:pt modelId="{9B352ADD-E574-41F1-BD09-BCD9FBFD4BB0}">
      <dgm:prSet phldrT="[Text]" custT="1"/>
      <dgm:spPr/>
      <dgm:t>
        <a:bodyPr/>
        <a:lstStyle/>
        <a:p>
          <a:pPr>
            <a:lnSpc>
              <a:spcPct val="150000"/>
            </a:lnSpc>
          </a:pPr>
          <a:r>
            <a:rPr lang="en-US" sz="1100" dirty="0">
              <a:latin typeface="Montserrat" pitchFamily="2" charset="0"/>
            </a:rPr>
            <a:t>Transport Mission starting point (origin workplace) in the mission start and mission completed events</a:t>
          </a:r>
          <a:endParaRPr lang="it-IT" sz="1100" dirty="0">
            <a:latin typeface="Montserrat" pitchFamily="2" charset="0"/>
          </a:endParaRPr>
        </a:p>
      </dgm:t>
    </dgm:pt>
    <dgm:pt modelId="{72F1D50C-C95F-4EEA-B5BA-6A66B0116461}" type="parTrans" cxnId="{C4A1BE6F-315F-46F3-884F-6FB639BC756F}">
      <dgm:prSet/>
      <dgm:spPr/>
      <dgm:t>
        <a:bodyPr/>
        <a:lstStyle/>
        <a:p>
          <a:endParaRPr lang="it-IT" sz="1100"/>
        </a:p>
      </dgm:t>
    </dgm:pt>
    <dgm:pt modelId="{3AB5E37E-A447-4E3B-84FF-120AF1E84619}" type="sibTrans" cxnId="{C4A1BE6F-315F-46F3-884F-6FB639BC756F}">
      <dgm:prSet/>
      <dgm:spPr/>
      <dgm:t>
        <a:bodyPr/>
        <a:lstStyle/>
        <a:p>
          <a:endParaRPr lang="it-IT" sz="1100"/>
        </a:p>
      </dgm:t>
    </dgm:pt>
    <dgm:pt modelId="{7EA90007-B46D-4379-A207-7C5E93D73A51}">
      <dgm:prSet phldrT="[Text]" custT="1"/>
      <dgm:spPr/>
      <dgm:t>
        <a:bodyPr/>
        <a:lstStyle/>
        <a:p>
          <a:pPr algn="l">
            <a:lnSpc>
              <a:spcPct val="150000"/>
            </a:lnSpc>
          </a:pPr>
          <a:r>
            <a:rPr lang="en-US" sz="1100" dirty="0">
              <a:latin typeface="Montserrat" pitchFamily="2" charset="0"/>
            </a:rPr>
            <a:t>Transport mission origin</a:t>
          </a:r>
          <a:endParaRPr lang="it-IT" sz="1100" dirty="0">
            <a:latin typeface="Montserrat" pitchFamily="2" charset="0"/>
          </a:endParaRPr>
        </a:p>
      </dgm:t>
    </dgm:pt>
    <dgm:pt modelId="{29ACF815-43E8-4AC4-8EE2-5E9332506EE8}" type="parTrans" cxnId="{DA1D27F8-6763-4C4B-9A41-250D6B24F356}">
      <dgm:prSet/>
      <dgm:spPr/>
      <dgm:t>
        <a:bodyPr/>
        <a:lstStyle/>
        <a:p>
          <a:endParaRPr lang="it-IT" sz="1100"/>
        </a:p>
      </dgm:t>
    </dgm:pt>
    <dgm:pt modelId="{D2CF0FC4-70D0-4D1B-8CCE-91991F733F09}" type="sibTrans" cxnId="{DA1D27F8-6763-4C4B-9A41-250D6B24F356}">
      <dgm:prSet/>
      <dgm:spPr/>
      <dgm:t>
        <a:bodyPr/>
        <a:lstStyle/>
        <a:p>
          <a:endParaRPr lang="it-IT" sz="1100"/>
        </a:p>
      </dgm:t>
    </dgm:pt>
    <dgm:pt modelId="{D652FC52-C36D-47C3-ACF2-8BBF10AA1A6D}">
      <dgm:prSet phldrT="[Text]" custT="1"/>
      <dgm:spPr/>
      <dgm:t>
        <a:bodyPr/>
        <a:lstStyle/>
        <a:p>
          <a:pPr>
            <a:lnSpc>
              <a:spcPct val="150000"/>
            </a:lnSpc>
          </a:pPr>
          <a:endParaRPr lang="it-IT" sz="1100" dirty="0">
            <a:latin typeface="Montserrat" pitchFamily="2" charset="0"/>
          </a:endParaRPr>
        </a:p>
      </dgm:t>
    </dgm:pt>
    <dgm:pt modelId="{95ECA995-996B-41AB-A4CE-F4FC0E243A70}" type="parTrans" cxnId="{421CAAD8-9C72-4614-B49C-C6DD22C9030F}">
      <dgm:prSet/>
      <dgm:spPr/>
      <dgm:t>
        <a:bodyPr/>
        <a:lstStyle/>
        <a:p>
          <a:endParaRPr lang="it-IT" sz="1100"/>
        </a:p>
      </dgm:t>
    </dgm:pt>
    <dgm:pt modelId="{C8A7E2FD-C11E-405E-ABDB-A32DBB9B752C}" type="sibTrans" cxnId="{421CAAD8-9C72-4614-B49C-C6DD22C9030F}">
      <dgm:prSet/>
      <dgm:spPr/>
      <dgm:t>
        <a:bodyPr/>
        <a:lstStyle/>
        <a:p>
          <a:endParaRPr lang="it-IT" sz="1100"/>
        </a:p>
      </dgm:t>
    </dgm:pt>
    <dgm:pt modelId="{3F125091-B8AA-4728-AC76-70FB138043E5}">
      <dgm:prSet phldrT="[Text]" custT="1"/>
      <dgm:spPr/>
      <dgm:t>
        <a:bodyPr/>
        <a:lstStyle/>
        <a:p>
          <a:pPr>
            <a:lnSpc>
              <a:spcPct val="150000"/>
            </a:lnSpc>
          </a:pPr>
          <a:r>
            <a:rPr lang="en-US" sz="1100" dirty="0">
              <a:latin typeface="Montserrat" pitchFamily="2" charset="0"/>
            </a:rPr>
            <a:t> Both the Smart Device App and the Check-in Station shall be able to show also the Transport Mission origin</a:t>
          </a:r>
          <a:endParaRPr lang="it-IT" sz="1100" dirty="0">
            <a:latin typeface="Montserrat" pitchFamily="2" charset="0"/>
          </a:endParaRPr>
        </a:p>
      </dgm:t>
    </dgm:pt>
    <dgm:pt modelId="{40320FCA-C357-4D68-BCDF-20DEF1B6259B}" type="parTrans" cxnId="{FDA092BA-488C-4E61-8956-8431FE56BE81}">
      <dgm:prSet/>
      <dgm:spPr/>
      <dgm:t>
        <a:bodyPr/>
        <a:lstStyle/>
        <a:p>
          <a:endParaRPr lang="it-IT" sz="1100"/>
        </a:p>
      </dgm:t>
    </dgm:pt>
    <dgm:pt modelId="{AEA611F2-F0BF-4E10-B136-FBFA75D60685}" type="sibTrans" cxnId="{FDA092BA-488C-4E61-8956-8431FE56BE81}">
      <dgm:prSet/>
      <dgm:spPr/>
      <dgm:t>
        <a:bodyPr/>
        <a:lstStyle/>
        <a:p>
          <a:endParaRPr lang="it-IT" sz="1100"/>
        </a:p>
      </dgm:t>
    </dgm:pt>
    <dgm:pt modelId="{51F99299-22D3-462F-8A26-F79799FAC653}">
      <dgm:prSet phldrT="[Text]" custT="1"/>
      <dgm:spPr/>
      <dgm:t>
        <a:bodyPr/>
        <a:lstStyle/>
        <a:p>
          <a:pPr>
            <a:lnSpc>
              <a:spcPct val="150000"/>
            </a:lnSpc>
          </a:pPr>
          <a:r>
            <a:rPr lang="en-US" sz="1100" dirty="0">
              <a:latin typeface="Montserrat" pitchFamily="2" charset="0"/>
            </a:rPr>
            <a:t> The ProTube System shall send the processed patient location (origin) back to LIS through LAB-63</a:t>
          </a:r>
          <a:endParaRPr lang="it-IT" sz="1100" dirty="0">
            <a:latin typeface="Montserrat" pitchFamily="2" charset="0"/>
          </a:endParaRPr>
        </a:p>
      </dgm:t>
    </dgm:pt>
    <dgm:pt modelId="{7158CCA1-0BB2-492F-BD47-08D8BD99EEC5}" type="parTrans" cxnId="{9B405151-3427-4B17-A76E-5E30C1F8467B}">
      <dgm:prSet/>
      <dgm:spPr/>
      <dgm:t>
        <a:bodyPr/>
        <a:lstStyle/>
        <a:p>
          <a:endParaRPr lang="it-IT" sz="1100"/>
        </a:p>
      </dgm:t>
    </dgm:pt>
    <dgm:pt modelId="{BAF6F2A8-26C1-40F9-B67A-EEB6C912FB1E}" type="sibTrans" cxnId="{9B405151-3427-4B17-A76E-5E30C1F8467B}">
      <dgm:prSet/>
      <dgm:spPr/>
      <dgm:t>
        <a:bodyPr/>
        <a:lstStyle/>
        <a:p>
          <a:endParaRPr lang="it-IT" sz="1100"/>
        </a:p>
      </dgm:t>
    </dgm:pt>
    <dgm:pt modelId="{2A0CEDE1-A688-4781-99B4-B1E05B826785}">
      <dgm:prSet phldrT="[Text]" custT="1"/>
      <dgm:spPr/>
      <dgm:t>
        <a:bodyPr/>
        <a:lstStyle/>
        <a:p>
          <a:pPr algn="l">
            <a:lnSpc>
              <a:spcPct val="150000"/>
            </a:lnSpc>
          </a:pPr>
          <a:r>
            <a:rPr lang="en-US" sz="1100" dirty="0">
              <a:latin typeface="Montserrat" pitchFamily="2" charset="0"/>
            </a:rPr>
            <a:t>QMS events through App and TS</a:t>
          </a:r>
          <a:endParaRPr lang="it-IT" sz="1100" dirty="0">
            <a:latin typeface="Montserrat" pitchFamily="2" charset="0"/>
          </a:endParaRPr>
        </a:p>
      </dgm:t>
    </dgm:pt>
    <dgm:pt modelId="{68776174-E2D3-4ED8-840F-0077F89F37CB}" type="parTrans" cxnId="{0B3A11BA-2B67-4D53-BBCB-1C894FBC696F}">
      <dgm:prSet/>
      <dgm:spPr/>
      <dgm:t>
        <a:bodyPr/>
        <a:lstStyle/>
        <a:p>
          <a:endParaRPr lang="it-IT" sz="1100"/>
        </a:p>
      </dgm:t>
    </dgm:pt>
    <dgm:pt modelId="{4698685B-14DE-4B96-B957-E13DB7B1A14E}" type="sibTrans" cxnId="{0B3A11BA-2B67-4D53-BBCB-1C894FBC696F}">
      <dgm:prSet/>
      <dgm:spPr/>
      <dgm:t>
        <a:bodyPr/>
        <a:lstStyle/>
        <a:p>
          <a:endParaRPr lang="it-IT" sz="1100"/>
        </a:p>
      </dgm:t>
    </dgm:pt>
    <dgm:pt modelId="{691C50F2-3080-484A-BAA0-4FAE410CDE45}">
      <dgm:prSet phldrT="[Text]" custT="1"/>
      <dgm:spPr/>
      <dgm:t>
        <a:bodyPr/>
        <a:lstStyle/>
        <a:p>
          <a:pPr>
            <a:lnSpc>
              <a:spcPct val="150000"/>
            </a:lnSpc>
          </a:pPr>
          <a:endParaRPr lang="it-IT" sz="1100" dirty="0">
            <a:latin typeface="Montserrat" pitchFamily="2" charset="0"/>
          </a:endParaRPr>
        </a:p>
      </dgm:t>
    </dgm:pt>
    <dgm:pt modelId="{AFF26EE8-65DA-46F0-9F28-C6084AE2AE45}" type="parTrans" cxnId="{0903840D-DEED-4E9E-80B5-781AE611536A}">
      <dgm:prSet/>
      <dgm:spPr/>
      <dgm:t>
        <a:bodyPr/>
        <a:lstStyle/>
        <a:p>
          <a:endParaRPr lang="it-IT" sz="1100"/>
        </a:p>
      </dgm:t>
    </dgm:pt>
    <dgm:pt modelId="{44306C8A-A96A-4CB8-81D7-46FD96840811}" type="sibTrans" cxnId="{0903840D-DEED-4E9E-80B5-781AE611536A}">
      <dgm:prSet/>
      <dgm:spPr/>
      <dgm:t>
        <a:bodyPr/>
        <a:lstStyle/>
        <a:p>
          <a:endParaRPr lang="it-IT" sz="1100"/>
        </a:p>
      </dgm:t>
    </dgm:pt>
    <dgm:pt modelId="{625096C4-6A3D-460F-8D8C-A6FA43120E92}">
      <dgm:prSet phldrT="[Text]" custT="1"/>
      <dgm:spPr/>
      <dgm:t>
        <a:bodyPr/>
        <a:lstStyle/>
        <a:p>
          <a:pPr>
            <a:lnSpc>
              <a:spcPct val="150000"/>
            </a:lnSpc>
            <a:buFont typeface="Arial" panose="020B0604020202020204" pitchFamily="34" charset="0"/>
            <a:buChar char="•"/>
          </a:pPr>
          <a:r>
            <a:rPr lang="en-US" sz="1100" b="0" i="0" dirty="0">
              <a:latin typeface="Montserrat" pitchFamily="2" charset="0"/>
            </a:rPr>
            <a:t>The ProTube System shall not send traceability events related to the Queue Management Service directly to DAS anymore</a:t>
          </a:r>
          <a:endParaRPr lang="it-IT" sz="1100" dirty="0">
            <a:latin typeface="Montserrat" pitchFamily="2" charset="0"/>
          </a:endParaRPr>
        </a:p>
      </dgm:t>
    </dgm:pt>
    <dgm:pt modelId="{B8855DD7-9927-4DF6-B955-EB13B05DC0AF}" type="parTrans" cxnId="{CCE75C50-FBA7-4194-A958-7D0F8134721E}">
      <dgm:prSet/>
      <dgm:spPr/>
      <dgm:t>
        <a:bodyPr/>
        <a:lstStyle/>
        <a:p>
          <a:endParaRPr lang="it-IT" sz="1100"/>
        </a:p>
      </dgm:t>
    </dgm:pt>
    <dgm:pt modelId="{855DEF12-4E8D-46AE-9E1C-B941C784639A}" type="sibTrans" cxnId="{CCE75C50-FBA7-4194-A958-7D0F8134721E}">
      <dgm:prSet/>
      <dgm:spPr/>
      <dgm:t>
        <a:bodyPr/>
        <a:lstStyle/>
        <a:p>
          <a:endParaRPr lang="it-IT" sz="1100"/>
        </a:p>
      </dgm:t>
    </dgm:pt>
    <dgm:pt modelId="{14003242-2CB8-42CE-BC57-7E23B13C4FF3}">
      <dgm:prSet phldrT="[Text]" custT="1"/>
      <dgm:spPr/>
      <dgm:t>
        <a:bodyPr/>
        <a:lstStyle/>
        <a:p>
          <a:pPr>
            <a:lnSpc>
              <a:spcPct val="150000"/>
            </a:lnSpc>
            <a:buNone/>
          </a:pPr>
          <a:r>
            <a:rPr lang="en-US" sz="1100">
              <a:latin typeface="Montserrat" pitchFamily="2" charset="0"/>
            </a:rPr>
            <a:t>Support for Czech and Greek</a:t>
          </a:r>
          <a:endParaRPr lang="it-IT" sz="1100" dirty="0">
            <a:latin typeface="Montserrat" pitchFamily="2" charset="0"/>
          </a:endParaRPr>
        </a:p>
      </dgm:t>
    </dgm:pt>
    <dgm:pt modelId="{978DF293-C9CD-407F-9F86-A1EC687DB305}" type="parTrans" cxnId="{720D5DD7-8288-47AF-87BB-856A3AA9743A}">
      <dgm:prSet/>
      <dgm:spPr/>
      <dgm:t>
        <a:bodyPr/>
        <a:lstStyle/>
        <a:p>
          <a:endParaRPr lang="it-IT"/>
        </a:p>
      </dgm:t>
    </dgm:pt>
    <dgm:pt modelId="{D16D04DF-A0C7-46CC-81CE-F018B30700F6}" type="sibTrans" cxnId="{720D5DD7-8288-47AF-87BB-856A3AA9743A}">
      <dgm:prSet/>
      <dgm:spPr/>
      <dgm:t>
        <a:bodyPr/>
        <a:lstStyle/>
        <a:p>
          <a:endParaRPr lang="it-IT"/>
        </a:p>
      </dgm:t>
    </dgm:pt>
    <dgm:pt modelId="{13934573-EDD4-4CDE-B5DE-D7D91006DDAD}">
      <dgm:prSet phldrT="[Text]" custT="1"/>
      <dgm:spPr/>
      <dgm:t>
        <a:bodyPr/>
        <a:lstStyle/>
        <a:p>
          <a:pPr>
            <a:lnSpc>
              <a:spcPct val="150000"/>
            </a:lnSpc>
            <a:buNone/>
          </a:pPr>
          <a:endParaRPr lang="it-IT" sz="1100" dirty="0">
            <a:latin typeface="Montserrat" pitchFamily="2" charset="0"/>
          </a:endParaRPr>
        </a:p>
      </dgm:t>
    </dgm:pt>
    <dgm:pt modelId="{6541F727-0490-4F4A-98BD-E76FE09360BC}" type="parTrans" cxnId="{8E32C51C-8C78-4EAF-87BD-A54CE90E2E79}">
      <dgm:prSet/>
      <dgm:spPr/>
      <dgm:t>
        <a:bodyPr/>
        <a:lstStyle/>
        <a:p>
          <a:endParaRPr lang="it-IT"/>
        </a:p>
      </dgm:t>
    </dgm:pt>
    <dgm:pt modelId="{C71100F3-5C7F-428B-9890-3CF4B6885F80}" type="sibTrans" cxnId="{8E32C51C-8C78-4EAF-87BD-A54CE90E2E79}">
      <dgm:prSet/>
      <dgm:spPr/>
      <dgm:t>
        <a:bodyPr/>
        <a:lstStyle/>
        <a:p>
          <a:endParaRPr lang="it-IT"/>
        </a:p>
      </dgm:t>
    </dgm:pt>
    <dgm:pt modelId="{006B0B9D-1AE5-46A4-B25A-1F9424D1AFF2}">
      <dgm:prSet phldrT="[Text]" custT="1"/>
      <dgm:spPr/>
      <dgm:t>
        <a:bodyPr/>
        <a:lstStyle/>
        <a:p>
          <a:pPr>
            <a:lnSpc>
              <a:spcPct val="150000"/>
            </a:lnSpc>
            <a:buFont typeface="Arial" panose="020B0604020202020204" pitchFamily="34" charset="0"/>
            <a:buChar char="•"/>
          </a:pPr>
          <a:r>
            <a:rPr lang="en-US" sz="1100" dirty="0">
              <a:latin typeface="Montserrat" pitchFamily="2" charset="0"/>
            </a:rPr>
            <a:t>The ProTube System shall support also Czech and Greek languages in both Smart Device App and Check-in Station</a:t>
          </a:r>
          <a:endParaRPr lang="it-IT" sz="1100" dirty="0">
            <a:latin typeface="Montserrat" pitchFamily="2" charset="0"/>
          </a:endParaRPr>
        </a:p>
      </dgm:t>
    </dgm:pt>
    <dgm:pt modelId="{7FC71FFD-5E9B-4BFE-A918-E08802D85E0B}" type="parTrans" cxnId="{F0B39C7B-83B1-4431-9D9E-312E3733A97E}">
      <dgm:prSet/>
      <dgm:spPr/>
      <dgm:t>
        <a:bodyPr/>
        <a:lstStyle/>
        <a:p>
          <a:endParaRPr lang="it-IT"/>
        </a:p>
      </dgm:t>
    </dgm:pt>
    <dgm:pt modelId="{E6C977DF-2A77-404A-86F3-2C4D4B40D10B}" type="sibTrans" cxnId="{F0B39C7B-83B1-4431-9D9E-312E3733A97E}">
      <dgm:prSet/>
      <dgm:spPr/>
      <dgm:t>
        <a:bodyPr/>
        <a:lstStyle/>
        <a:p>
          <a:endParaRPr lang="it-IT"/>
        </a:p>
      </dgm:t>
    </dgm:pt>
    <dgm:pt modelId="{F2806680-2CBD-40F1-A038-D9FA96AD26D9}" type="pres">
      <dgm:prSet presAssocID="{D5E9B273-22E7-4C5C-B6CA-C6830FD7ACA9}" presName="Name0" presStyleCnt="0">
        <dgm:presLayoutVars>
          <dgm:chMax/>
          <dgm:chPref val="3"/>
          <dgm:dir/>
          <dgm:animOne val="branch"/>
          <dgm:animLvl val="lvl"/>
        </dgm:presLayoutVars>
      </dgm:prSet>
      <dgm:spPr/>
    </dgm:pt>
    <dgm:pt modelId="{B55DE44B-0077-45DA-BDB8-C5BE7B12121F}" type="pres">
      <dgm:prSet presAssocID="{32140E3C-4B4C-4A24-B5DC-9F2699B0E9F6}" presName="composite" presStyleCnt="0"/>
      <dgm:spPr/>
    </dgm:pt>
    <dgm:pt modelId="{CCA7E2C1-FCFD-4DEB-BD6E-2CC36ADA9263}" type="pres">
      <dgm:prSet presAssocID="{32140E3C-4B4C-4A24-B5DC-9F2699B0E9F6}" presName="FirstChild" presStyleLbl="revTx" presStyleIdx="0" presStyleCnt="8">
        <dgm:presLayoutVars>
          <dgm:chMax val="0"/>
          <dgm:chPref val="0"/>
          <dgm:bulletEnabled val="1"/>
        </dgm:presLayoutVars>
      </dgm:prSet>
      <dgm:spPr/>
    </dgm:pt>
    <dgm:pt modelId="{69558782-BAA4-44F7-A906-F8380FC495D1}" type="pres">
      <dgm:prSet presAssocID="{32140E3C-4B4C-4A24-B5DC-9F2699B0E9F6}" presName="Parent" presStyleLbl="alignNode1" presStyleIdx="0" presStyleCnt="4">
        <dgm:presLayoutVars>
          <dgm:chMax val="3"/>
          <dgm:chPref val="3"/>
          <dgm:bulletEnabled val="1"/>
        </dgm:presLayoutVars>
      </dgm:prSet>
      <dgm:spPr/>
    </dgm:pt>
    <dgm:pt modelId="{960640A4-0D87-4C3F-B3EF-D7D6825F5F71}" type="pres">
      <dgm:prSet presAssocID="{32140E3C-4B4C-4A24-B5DC-9F2699B0E9F6}" presName="Accent" presStyleLbl="parChTrans1D1" presStyleIdx="0" presStyleCnt="4"/>
      <dgm:spPr/>
    </dgm:pt>
    <dgm:pt modelId="{09B136B3-004C-4DB3-8891-F6F7DE6D386F}" type="pres">
      <dgm:prSet presAssocID="{32140E3C-4B4C-4A24-B5DC-9F2699B0E9F6}" presName="Child" presStyleLbl="revTx" presStyleIdx="1" presStyleCnt="8">
        <dgm:presLayoutVars>
          <dgm:chMax val="0"/>
          <dgm:chPref val="0"/>
          <dgm:bulletEnabled val="1"/>
        </dgm:presLayoutVars>
      </dgm:prSet>
      <dgm:spPr/>
    </dgm:pt>
    <dgm:pt modelId="{EE31A4B6-7B2B-4526-8E7F-5ECFF1F5FC58}" type="pres">
      <dgm:prSet presAssocID="{550CEAF5-C432-41B8-9ED0-FBC177661564}" presName="sibTrans" presStyleCnt="0"/>
      <dgm:spPr/>
    </dgm:pt>
    <dgm:pt modelId="{03C72E25-D31F-4D63-9274-35D46AFFDD75}" type="pres">
      <dgm:prSet presAssocID="{7EA90007-B46D-4379-A207-7C5E93D73A51}" presName="composite" presStyleCnt="0"/>
      <dgm:spPr/>
    </dgm:pt>
    <dgm:pt modelId="{940609EE-37C0-4393-8417-39E4842909C6}" type="pres">
      <dgm:prSet presAssocID="{7EA90007-B46D-4379-A207-7C5E93D73A51}" presName="FirstChild" presStyleLbl="revTx" presStyleIdx="2" presStyleCnt="8">
        <dgm:presLayoutVars>
          <dgm:chMax val="0"/>
          <dgm:chPref val="0"/>
          <dgm:bulletEnabled val="1"/>
        </dgm:presLayoutVars>
      </dgm:prSet>
      <dgm:spPr/>
    </dgm:pt>
    <dgm:pt modelId="{D722D985-30F6-47C9-859B-C76BF707E2C3}" type="pres">
      <dgm:prSet presAssocID="{7EA90007-B46D-4379-A207-7C5E93D73A51}" presName="Parent" presStyleLbl="alignNode1" presStyleIdx="1" presStyleCnt="4">
        <dgm:presLayoutVars>
          <dgm:chMax val="3"/>
          <dgm:chPref val="3"/>
          <dgm:bulletEnabled val="1"/>
        </dgm:presLayoutVars>
      </dgm:prSet>
      <dgm:spPr/>
    </dgm:pt>
    <dgm:pt modelId="{68A615FA-B0DD-4467-A4CA-C9BB4595DB51}" type="pres">
      <dgm:prSet presAssocID="{7EA90007-B46D-4379-A207-7C5E93D73A51}" presName="Accent" presStyleLbl="parChTrans1D1" presStyleIdx="1" presStyleCnt="4"/>
      <dgm:spPr/>
    </dgm:pt>
    <dgm:pt modelId="{F7060DDC-880A-4BBC-8045-BBDB0A5D7873}" type="pres">
      <dgm:prSet presAssocID="{7EA90007-B46D-4379-A207-7C5E93D73A51}" presName="Child" presStyleLbl="revTx" presStyleIdx="3" presStyleCnt="8">
        <dgm:presLayoutVars>
          <dgm:chMax val="0"/>
          <dgm:chPref val="0"/>
          <dgm:bulletEnabled val="1"/>
        </dgm:presLayoutVars>
      </dgm:prSet>
      <dgm:spPr/>
    </dgm:pt>
    <dgm:pt modelId="{FF1A82E4-A037-4EA5-ACF0-888E43604235}" type="pres">
      <dgm:prSet presAssocID="{D2CF0FC4-70D0-4D1B-8CCE-91991F733F09}" presName="sibTrans" presStyleCnt="0"/>
      <dgm:spPr/>
    </dgm:pt>
    <dgm:pt modelId="{C171AE59-880F-4BDA-B450-E5C57DE53C7D}" type="pres">
      <dgm:prSet presAssocID="{2A0CEDE1-A688-4781-99B4-B1E05B826785}" presName="composite" presStyleCnt="0"/>
      <dgm:spPr/>
    </dgm:pt>
    <dgm:pt modelId="{877C71A4-5E19-4E98-A741-FE1C495DAE11}" type="pres">
      <dgm:prSet presAssocID="{2A0CEDE1-A688-4781-99B4-B1E05B826785}" presName="FirstChild" presStyleLbl="revTx" presStyleIdx="4" presStyleCnt="8">
        <dgm:presLayoutVars>
          <dgm:chMax val="0"/>
          <dgm:chPref val="0"/>
          <dgm:bulletEnabled val="1"/>
        </dgm:presLayoutVars>
      </dgm:prSet>
      <dgm:spPr/>
    </dgm:pt>
    <dgm:pt modelId="{0B5A084B-D371-471F-B47D-E245BFECBA60}" type="pres">
      <dgm:prSet presAssocID="{2A0CEDE1-A688-4781-99B4-B1E05B826785}" presName="Parent" presStyleLbl="alignNode1" presStyleIdx="2" presStyleCnt="4">
        <dgm:presLayoutVars>
          <dgm:chMax val="3"/>
          <dgm:chPref val="3"/>
          <dgm:bulletEnabled val="1"/>
        </dgm:presLayoutVars>
      </dgm:prSet>
      <dgm:spPr/>
    </dgm:pt>
    <dgm:pt modelId="{8C233E38-6824-4864-B6DA-831DF7B4D4F1}" type="pres">
      <dgm:prSet presAssocID="{2A0CEDE1-A688-4781-99B4-B1E05B826785}" presName="Accent" presStyleLbl="parChTrans1D1" presStyleIdx="2" presStyleCnt="4"/>
      <dgm:spPr/>
    </dgm:pt>
    <dgm:pt modelId="{AA63F0E3-A4E9-41CA-B3D5-99BBC040879B}" type="pres">
      <dgm:prSet presAssocID="{2A0CEDE1-A688-4781-99B4-B1E05B826785}" presName="Child" presStyleLbl="revTx" presStyleIdx="5" presStyleCnt="8">
        <dgm:presLayoutVars>
          <dgm:chMax val="0"/>
          <dgm:chPref val="0"/>
          <dgm:bulletEnabled val="1"/>
        </dgm:presLayoutVars>
      </dgm:prSet>
      <dgm:spPr/>
    </dgm:pt>
    <dgm:pt modelId="{095EF0C8-F6B9-45E7-8884-6ECAA523DAF1}" type="pres">
      <dgm:prSet presAssocID="{4698685B-14DE-4B96-B957-E13DB7B1A14E}" presName="sibTrans" presStyleCnt="0"/>
      <dgm:spPr/>
    </dgm:pt>
    <dgm:pt modelId="{0E6693B6-420B-4878-B450-ED1C61522220}" type="pres">
      <dgm:prSet presAssocID="{14003242-2CB8-42CE-BC57-7E23B13C4FF3}" presName="composite" presStyleCnt="0"/>
      <dgm:spPr/>
    </dgm:pt>
    <dgm:pt modelId="{5BA400E6-1ABB-4374-85E6-D428C03B9BDC}" type="pres">
      <dgm:prSet presAssocID="{14003242-2CB8-42CE-BC57-7E23B13C4FF3}" presName="FirstChild" presStyleLbl="revTx" presStyleIdx="6" presStyleCnt="8">
        <dgm:presLayoutVars>
          <dgm:chMax val="0"/>
          <dgm:chPref val="0"/>
          <dgm:bulletEnabled val="1"/>
        </dgm:presLayoutVars>
      </dgm:prSet>
      <dgm:spPr/>
    </dgm:pt>
    <dgm:pt modelId="{2492561C-54C7-40FD-A302-2AF39F49F13A}" type="pres">
      <dgm:prSet presAssocID="{14003242-2CB8-42CE-BC57-7E23B13C4FF3}" presName="Parent" presStyleLbl="alignNode1" presStyleIdx="3" presStyleCnt="4">
        <dgm:presLayoutVars>
          <dgm:chMax val="3"/>
          <dgm:chPref val="3"/>
          <dgm:bulletEnabled val="1"/>
        </dgm:presLayoutVars>
      </dgm:prSet>
      <dgm:spPr/>
    </dgm:pt>
    <dgm:pt modelId="{B2FA59C5-6F30-4EDB-8D52-B1C67AD1B9AB}" type="pres">
      <dgm:prSet presAssocID="{14003242-2CB8-42CE-BC57-7E23B13C4FF3}" presName="Accent" presStyleLbl="parChTrans1D1" presStyleIdx="3" presStyleCnt="4"/>
      <dgm:spPr/>
    </dgm:pt>
    <dgm:pt modelId="{6C8B63F4-7E20-47D4-8B46-AA85BFF47138}" type="pres">
      <dgm:prSet presAssocID="{14003242-2CB8-42CE-BC57-7E23B13C4FF3}" presName="Child" presStyleLbl="revTx" presStyleIdx="7" presStyleCnt="8">
        <dgm:presLayoutVars>
          <dgm:chMax val="0"/>
          <dgm:chPref val="0"/>
          <dgm:bulletEnabled val="1"/>
        </dgm:presLayoutVars>
      </dgm:prSet>
      <dgm:spPr/>
    </dgm:pt>
  </dgm:ptLst>
  <dgm:cxnLst>
    <dgm:cxn modelId="{79CC3806-0D84-4531-A636-DA8F25820662}" type="presOf" srcId="{691C50F2-3080-484A-BAA0-4FAE410CDE45}" destId="{877C71A4-5E19-4E98-A741-FE1C495DAE11}" srcOrd="0" destOrd="0" presId="urn:microsoft.com/office/officeart/2011/layout/TabList"/>
    <dgm:cxn modelId="{0903840D-DEED-4E9E-80B5-781AE611536A}" srcId="{2A0CEDE1-A688-4781-99B4-B1E05B826785}" destId="{691C50F2-3080-484A-BAA0-4FAE410CDE45}" srcOrd="0" destOrd="0" parTransId="{AFF26EE8-65DA-46F0-9F28-C6084AE2AE45}" sibTransId="{44306C8A-A96A-4CB8-81D7-46FD96840811}"/>
    <dgm:cxn modelId="{8E32C51C-8C78-4EAF-87BD-A54CE90E2E79}" srcId="{14003242-2CB8-42CE-BC57-7E23B13C4FF3}" destId="{13934573-EDD4-4CDE-B5DE-D7D91006DDAD}" srcOrd="0" destOrd="0" parTransId="{6541F727-0490-4F4A-98BD-E76FE09360BC}" sibTransId="{C71100F3-5C7F-428B-9890-3CF4B6885F80}"/>
    <dgm:cxn modelId="{D12EEF23-ADDF-4586-9A02-05948932A832}" type="presOf" srcId="{D5E9B273-22E7-4C5C-B6CA-C6830FD7ACA9}" destId="{F2806680-2CBD-40F1-A038-D9FA96AD26D9}" srcOrd="0" destOrd="0" presId="urn:microsoft.com/office/officeart/2011/layout/TabList"/>
    <dgm:cxn modelId="{712F3F2F-6F67-4C76-9AD2-88B014E42D2B}" type="presOf" srcId="{625096C4-6A3D-460F-8D8C-A6FA43120E92}" destId="{AA63F0E3-A4E9-41CA-B3D5-99BBC040879B}" srcOrd="0" destOrd="0" presId="urn:microsoft.com/office/officeart/2011/layout/TabList"/>
    <dgm:cxn modelId="{3FABB044-CA5E-499F-94E0-48CBF6410907}" srcId="{D5E9B273-22E7-4C5C-B6CA-C6830FD7ACA9}" destId="{32140E3C-4B4C-4A24-B5DC-9F2699B0E9F6}" srcOrd="0" destOrd="0" parTransId="{99651021-785C-4A63-8CE0-CF3AE79A90DA}" sibTransId="{550CEAF5-C432-41B8-9ED0-FBC177661564}"/>
    <dgm:cxn modelId="{E9C48D45-4B11-46EA-8F75-ED4697808A83}" type="presOf" srcId="{A063AF83-ECE2-4D9B-8ACE-E0892BE33BE8}" destId="{09B136B3-004C-4DB3-8891-F6F7DE6D386F}" srcOrd="0" destOrd="0" presId="urn:microsoft.com/office/officeart/2011/layout/TabList"/>
    <dgm:cxn modelId="{43EC6967-931E-4EB8-9E86-61AAE0928D0B}" type="presOf" srcId="{7EA90007-B46D-4379-A207-7C5E93D73A51}" destId="{D722D985-30F6-47C9-859B-C76BF707E2C3}" srcOrd="0" destOrd="0" presId="urn:microsoft.com/office/officeart/2011/layout/TabList"/>
    <dgm:cxn modelId="{DE7AD968-1A98-4D9D-8DC3-580150B0D3D1}" type="presOf" srcId="{51F99299-22D3-462F-8A26-F79799FAC653}" destId="{F7060DDC-880A-4BBC-8045-BBDB0A5D7873}" srcOrd="0" destOrd="1" presId="urn:microsoft.com/office/officeart/2011/layout/TabList"/>
    <dgm:cxn modelId="{C4A1BE6F-315F-46F3-884F-6FB639BC756F}" srcId="{32140E3C-4B4C-4A24-B5DC-9F2699B0E9F6}" destId="{9B352ADD-E574-41F1-BD09-BCD9FBFD4BB0}" srcOrd="3" destOrd="0" parTransId="{72F1D50C-C95F-4EEA-B5BA-6A66B0116461}" sibTransId="{3AB5E37E-A447-4E3B-84FF-120AF1E84619}"/>
    <dgm:cxn modelId="{CCE75C50-FBA7-4194-A958-7D0F8134721E}" srcId="{2A0CEDE1-A688-4781-99B4-B1E05B826785}" destId="{625096C4-6A3D-460F-8D8C-A6FA43120E92}" srcOrd="1" destOrd="0" parTransId="{B8855DD7-9927-4DF6-B955-EB13B05DC0AF}" sibTransId="{855DEF12-4E8D-46AE-9E1C-B941C784639A}"/>
    <dgm:cxn modelId="{F7223271-4A30-439D-93DB-95FA17197769}" srcId="{32140E3C-4B4C-4A24-B5DC-9F2699B0E9F6}" destId="{A05C6AA2-FF31-4F76-B0F8-F910CC2A4C3C}" srcOrd="2" destOrd="0" parTransId="{F48235A3-064B-4CC8-ABA1-CA7FBF4CD249}" sibTransId="{ABEAF702-E832-4557-8F62-06964F471D7D}"/>
    <dgm:cxn modelId="{9B405151-3427-4B17-A76E-5E30C1F8467B}" srcId="{7EA90007-B46D-4379-A207-7C5E93D73A51}" destId="{51F99299-22D3-462F-8A26-F79799FAC653}" srcOrd="2" destOrd="0" parTransId="{7158CCA1-0BB2-492F-BD47-08D8BD99EEC5}" sibTransId="{BAF6F2A8-26C1-40F9-B67A-EEB6C912FB1E}"/>
    <dgm:cxn modelId="{13F09A76-5460-4F2D-A784-D4C5507F7619}" type="presOf" srcId="{C28FB5C8-7FD5-4ED9-B319-16A7E412EDD1}" destId="{CCA7E2C1-FCFD-4DEB-BD6E-2CC36ADA9263}" srcOrd="0" destOrd="0" presId="urn:microsoft.com/office/officeart/2011/layout/TabList"/>
    <dgm:cxn modelId="{F0B39C7B-83B1-4431-9D9E-312E3733A97E}" srcId="{14003242-2CB8-42CE-BC57-7E23B13C4FF3}" destId="{006B0B9D-1AE5-46A4-B25A-1F9424D1AFF2}" srcOrd="1" destOrd="0" parTransId="{7FC71FFD-5E9B-4BFE-A918-E08802D85E0B}" sibTransId="{E6C977DF-2A77-404A-86F3-2C4D4B40D10B}"/>
    <dgm:cxn modelId="{88D71786-0757-4E4D-AEA5-F4A4FDF71B0B}" type="presOf" srcId="{13934573-EDD4-4CDE-B5DE-D7D91006DDAD}" destId="{5BA400E6-1ABB-4374-85E6-D428C03B9BDC}" srcOrd="0" destOrd="0" presId="urn:microsoft.com/office/officeart/2011/layout/TabList"/>
    <dgm:cxn modelId="{BD780E8A-6D90-4FC3-9609-D950754C367B}" type="presOf" srcId="{9B352ADD-E574-41F1-BD09-BCD9FBFD4BB0}" destId="{09B136B3-004C-4DB3-8891-F6F7DE6D386F}" srcOrd="0" destOrd="2" presId="urn:microsoft.com/office/officeart/2011/layout/TabList"/>
    <dgm:cxn modelId="{9C15A98B-9D07-4AF6-9C09-9F8E59BD4832}" type="presOf" srcId="{D652FC52-C36D-47C3-ACF2-8BBF10AA1A6D}" destId="{940609EE-37C0-4393-8417-39E4842909C6}" srcOrd="0" destOrd="0" presId="urn:microsoft.com/office/officeart/2011/layout/TabList"/>
    <dgm:cxn modelId="{D11B058C-28CA-4ADD-8AB3-9C1B058389D1}" type="presOf" srcId="{14003242-2CB8-42CE-BC57-7E23B13C4FF3}" destId="{2492561C-54C7-40FD-A302-2AF39F49F13A}" srcOrd="0" destOrd="0" presId="urn:microsoft.com/office/officeart/2011/layout/TabList"/>
    <dgm:cxn modelId="{9BF61096-45D8-4540-BDA2-D99418E330DA}" type="presOf" srcId="{3F125091-B8AA-4728-AC76-70FB138043E5}" destId="{F7060DDC-880A-4BBC-8045-BBDB0A5D7873}" srcOrd="0" destOrd="0" presId="urn:microsoft.com/office/officeart/2011/layout/TabList"/>
    <dgm:cxn modelId="{C7B25598-DE18-4224-80A0-20FB0C4B791F}" srcId="{32140E3C-4B4C-4A24-B5DC-9F2699B0E9F6}" destId="{C28FB5C8-7FD5-4ED9-B319-16A7E412EDD1}" srcOrd="0" destOrd="0" parTransId="{8985990A-139D-4924-B9B9-365319C7706A}" sibTransId="{86BEEC66-3367-4C65-A7D6-4C3B940420CA}"/>
    <dgm:cxn modelId="{59B4079F-F6C6-4644-B21D-B31AC62BD72E}" type="presOf" srcId="{006B0B9D-1AE5-46A4-B25A-1F9424D1AFF2}" destId="{6C8B63F4-7E20-47D4-8B46-AA85BFF47138}" srcOrd="0" destOrd="0" presId="urn:microsoft.com/office/officeart/2011/layout/TabList"/>
    <dgm:cxn modelId="{39B2CCB2-EF7E-4511-AF32-F61A838A7872}" type="presOf" srcId="{32140E3C-4B4C-4A24-B5DC-9F2699B0E9F6}" destId="{69558782-BAA4-44F7-A906-F8380FC495D1}" srcOrd="0" destOrd="0" presId="urn:microsoft.com/office/officeart/2011/layout/TabList"/>
    <dgm:cxn modelId="{0B92CFB8-7427-4D27-91DD-E670301C78CD}" type="presOf" srcId="{A05C6AA2-FF31-4F76-B0F8-F910CC2A4C3C}" destId="{09B136B3-004C-4DB3-8891-F6F7DE6D386F}" srcOrd="0" destOrd="1" presId="urn:microsoft.com/office/officeart/2011/layout/TabList"/>
    <dgm:cxn modelId="{0B3A11BA-2B67-4D53-BBCB-1C894FBC696F}" srcId="{D5E9B273-22E7-4C5C-B6CA-C6830FD7ACA9}" destId="{2A0CEDE1-A688-4781-99B4-B1E05B826785}" srcOrd="2" destOrd="0" parTransId="{68776174-E2D3-4ED8-840F-0077F89F37CB}" sibTransId="{4698685B-14DE-4B96-B957-E13DB7B1A14E}"/>
    <dgm:cxn modelId="{FDA092BA-488C-4E61-8956-8431FE56BE81}" srcId="{7EA90007-B46D-4379-A207-7C5E93D73A51}" destId="{3F125091-B8AA-4728-AC76-70FB138043E5}" srcOrd="1" destOrd="0" parTransId="{40320FCA-C357-4D68-BCDF-20DEF1B6259B}" sibTransId="{AEA611F2-F0BF-4E10-B136-FBFA75D60685}"/>
    <dgm:cxn modelId="{2676B9BE-C4C5-42CC-90E9-680E40A5BC7F}" srcId="{32140E3C-4B4C-4A24-B5DC-9F2699B0E9F6}" destId="{A063AF83-ECE2-4D9B-8ACE-E0892BE33BE8}" srcOrd="1" destOrd="0" parTransId="{C285286C-5039-438D-BBE7-09618EA9C0E1}" sibTransId="{7BFBC9C3-2D02-47AC-9920-1EF79D4DB79F}"/>
    <dgm:cxn modelId="{720D5DD7-8288-47AF-87BB-856A3AA9743A}" srcId="{D5E9B273-22E7-4C5C-B6CA-C6830FD7ACA9}" destId="{14003242-2CB8-42CE-BC57-7E23B13C4FF3}" srcOrd="3" destOrd="0" parTransId="{978DF293-C9CD-407F-9F86-A1EC687DB305}" sibTransId="{D16D04DF-A0C7-46CC-81CE-F018B30700F6}"/>
    <dgm:cxn modelId="{421CAAD8-9C72-4614-B49C-C6DD22C9030F}" srcId="{7EA90007-B46D-4379-A207-7C5E93D73A51}" destId="{D652FC52-C36D-47C3-ACF2-8BBF10AA1A6D}" srcOrd="0" destOrd="0" parTransId="{95ECA995-996B-41AB-A4CE-F4FC0E243A70}" sibTransId="{C8A7E2FD-C11E-405E-ABDB-A32DBB9B752C}"/>
    <dgm:cxn modelId="{F0408DEF-9FC5-48A4-BCAE-A98B71E474CE}" type="presOf" srcId="{2A0CEDE1-A688-4781-99B4-B1E05B826785}" destId="{0B5A084B-D371-471F-B47D-E245BFECBA60}" srcOrd="0" destOrd="0" presId="urn:microsoft.com/office/officeart/2011/layout/TabList"/>
    <dgm:cxn modelId="{DA1D27F8-6763-4C4B-9A41-250D6B24F356}" srcId="{D5E9B273-22E7-4C5C-B6CA-C6830FD7ACA9}" destId="{7EA90007-B46D-4379-A207-7C5E93D73A51}" srcOrd="1" destOrd="0" parTransId="{29ACF815-43E8-4AC4-8EE2-5E9332506EE8}" sibTransId="{D2CF0FC4-70D0-4D1B-8CCE-91991F733F09}"/>
    <dgm:cxn modelId="{BBD16381-0E2D-4C70-A79E-306D5EDE24E9}" type="presParOf" srcId="{F2806680-2CBD-40F1-A038-D9FA96AD26D9}" destId="{B55DE44B-0077-45DA-BDB8-C5BE7B12121F}" srcOrd="0" destOrd="0" presId="urn:microsoft.com/office/officeart/2011/layout/TabList"/>
    <dgm:cxn modelId="{369AD83A-6809-4DFC-A809-5C8A80E5EE02}" type="presParOf" srcId="{B55DE44B-0077-45DA-BDB8-C5BE7B12121F}" destId="{CCA7E2C1-FCFD-4DEB-BD6E-2CC36ADA9263}" srcOrd="0" destOrd="0" presId="urn:microsoft.com/office/officeart/2011/layout/TabList"/>
    <dgm:cxn modelId="{AF033252-08A9-4644-91B6-3AE2B8195F86}" type="presParOf" srcId="{B55DE44B-0077-45DA-BDB8-C5BE7B12121F}" destId="{69558782-BAA4-44F7-A906-F8380FC495D1}" srcOrd="1" destOrd="0" presId="urn:microsoft.com/office/officeart/2011/layout/TabList"/>
    <dgm:cxn modelId="{18371D45-FE3C-4076-9CAE-4AE570DC9A88}" type="presParOf" srcId="{B55DE44B-0077-45DA-BDB8-C5BE7B12121F}" destId="{960640A4-0D87-4C3F-B3EF-D7D6825F5F71}" srcOrd="2" destOrd="0" presId="urn:microsoft.com/office/officeart/2011/layout/TabList"/>
    <dgm:cxn modelId="{AEEEC329-6428-46B2-B877-85BBFF74ADE9}" type="presParOf" srcId="{F2806680-2CBD-40F1-A038-D9FA96AD26D9}" destId="{09B136B3-004C-4DB3-8891-F6F7DE6D386F}" srcOrd="1" destOrd="0" presId="urn:microsoft.com/office/officeart/2011/layout/TabList"/>
    <dgm:cxn modelId="{300ED37A-1B05-40C2-A445-8D1CDC19FA9A}" type="presParOf" srcId="{F2806680-2CBD-40F1-A038-D9FA96AD26D9}" destId="{EE31A4B6-7B2B-4526-8E7F-5ECFF1F5FC58}" srcOrd="2" destOrd="0" presId="urn:microsoft.com/office/officeart/2011/layout/TabList"/>
    <dgm:cxn modelId="{2F2D2ED2-FB25-4C18-BD52-7E96EABE07C3}" type="presParOf" srcId="{F2806680-2CBD-40F1-A038-D9FA96AD26D9}" destId="{03C72E25-D31F-4D63-9274-35D46AFFDD75}" srcOrd="3" destOrd="0" presId="urn:microsoft.com/office/officeart/2011/layout/TabList"/>
    <dgm:cxn modelId="{D2FDC1E2-2D06-4DD9-8ED0-C927569E14BB}" type="presParOf" srcId="{03C72E25-D31F-4D63-9274-35D46AFFDD75}" destId="{940609EE-37C0-4393-8417-39E4842909C6}" srcOrd="0" destOrd="0" presId="urn:microsoft.com/office/officeart/2011/layout/TabList"/>
    <dgm:cxn modelId="{C132ABCD-A5E9-4CD3-9B69-307B88C16A0A}" type="presParOf" srcId="{03C72E25-D31F-4D63-9274-35D46AFFDD75}" destId="{D722D985-30F6-47C9-859B-C76BF707E2C3}" srcOrd="1" destOrd="0" presId="urn:microsoft.com/office/officeart/2011/layout/TabList"/>
    <dgm:cxn modelId="{B62ACF4E-4F2B-49BE-AB79-2FC03A57CA76}" type="presParOf" srcId="{03C72E25-D31F-4D63-9274-35D46AFFDD75}" destId="{68A615FA-B0DD-4467-A4CA-C9BB4595DB51}" srcOrd="2" destOrd="0" presId="urn:microsoft.com/office/officeart/2011/layout/TabList"/>
    <dgm:cxn modelId="{6A426A26-54D1-49FA-9269-A5EC371E7059}" type="presParOf" srcId="{F2806680-2CBD-40F1-A038-D9FA96AD26D9}" destId="{F7060DDC-880A-4BBC-8045-BBDB0A5D7873}" srcOrd="4" destOrd="0" presId="urn:microsoft.com/office/officeart/2011/layout/TabList"/>
    <dgm:cxn modelId="{AF77D609-8F74-458B-8CDD-59B57DE3C38C}" type="presParOf" srcId="{F2806680-2CBD-40F1-A038-D9FA96AD26D9}" destId="{FF1A82E4-A037-4EA5-ACF0-888E43604235}" srcOrd="5" destOrd="0" presId="urn:microsoft.com/office/officeart/2011/layout/TabList"/>
    <dgm:cxn modelId="{925FB1C3-12AB-4551-96AA-376D870D59EF}" type="presParOf" srcId="{F2806680-2CBD-40F1-A038-D9FA96AD26D9}" destId="{C171AE59-880F-4BDA-B450-E5C57DE53C7D}" srcOrd="6" destOrd="0" presId="urn:microsoft.com/office/officeart/2011/layout/TabList"/>
    <dgm:cxn modelId="{A922B1EB-BDF4-4398-873F-F809727E43A3}" type="presParOf" srcId="{C171AE59-880F-4BDA-B450-E5C57DE53C7D}" destId="{877C71A4-5E19-4E98-A741-FE1C495DAE11}" srcOrd="0" destOrd="0" presId="urn:microsoft.com/office/officeart/2011/layout/TabList"/>
    <dgm:cxn modelId="{F9BB0C9B-8693-46F6-94EA-E728AD3A371C}" type="presParOf" srcId="{C171AE59-880F-4BDA-B450-E5C57DE53C7D}" destId="{0B5A084B-D371-471F-B47D-E245BFECBA60}" srcOrd="1" destOrd="0" presId="urn:microsoft.com/office/officeart/2011/layout/TabList"/>
    <dgm:cxn modelId="{709D0CF4-AD93-4B47-BDE7-A4D5F4F993B6}" type="presParOf" srcId="{C171AE59-880F-4BDA-B450-E5C57DE53C7D}" destId="{8C233E38-6824-4864-B6DA-831DF7B4D4F1}" srcOrd="2" destOrd="0" presId="urn:microsoft.com/office/officeart/2011/layout/TabList"/>
    <dgm:cxn modelId="{B8646178-D97C-4C90-8846-F7591F34EA64}" type="presParOf" srcId="{F2806680-2CBD-40F1-A038-D9FA96AD26D9}" destId="{AA63F0E3-A4E9-41CA-B3D5-99BBC040879B}" srcOrd="7" destOrd="0" presId="urn:microsoft.com/office/officeart/2011/layout/TabList"/>
    <dgm:cxn modelId="{08F568F1-2E7B-46E5-98E6-E0F11D552F26}" type="presParOf" srcId="{F2806680-2CBD-40F1-A038-D9FA96AD26D9}" destId="{095EF0C8-F6B9-45E7-8884-6ECAA523DAF1}" srcOrd="8" destOrd="0" presId="urn:microsoft.com/office/officeart/2011/layout/TabList"/>
    <dgm:cxn modelId="{F94D9292-A747-46CD-804A-B0749008A2AE}" type="presParOf" srcId="{F2806680-2CBD-40F1-A038-D9FA96AD26D9}" destId="{0E6693B6-420B-4878-B450-ED1C61522220}" srcOrd="9" destOrd="0" presId="urn:microsoft.com/office/officeart/2011/layout/TabList"/>
    <dgm:cxn modelId="{3320323F-D4C0-48FA-95AB-05818B327C44}" type="presParOf" srcId="{0E6693B6-420B-4878-B450-ED1C61522220}" destId="{5BA400E6-1ABB-4374-85E6-D428C03B9BDC}" srcOrd="0" destOrd="0" presId="urn:microsoft.com/office/officeart/2011/layout/TabList"/>
    <dgm:cxn modelId="{F918F3E9-DF3A-4FE0-95E7-94ED0EC88FF3}" type="presParOf" srcId="{0E6693B6-420B-4878-B450-ED1C61522220}" destId="{2492561C-54C7-40FD-A302-2AF39F49F13A}" srcOrd="1" destOrd="0" presId="urn:microsoft.com/office/officeart/2011/layout/TabList"/>
    <dgm:cxn modelId="{889D2E54-7D3E-4BBD-8FDB-8DC66D947EDA}" type="presParOf" srcId="{0E6693B6-420B-4878-B450-ED1C61522220}" destId="{B2FA59C5-6F30-4EDB-8D52-B1C67AD1B9AB}" srcOrd="2" destOrd="0" presId="urn:microsoft.com/office/officeart/2011/layout/TabList"/>
    <dgm:cxn modelId="{F2C9E404-915E-46DD-94F6-2A05046A9CA9}" type="presParOf" srcId="{F2806680-2CBD-40F1-A038-D9FA96AD26D9}" destId="{6C8B63F4-7E20-47D4-8B46-AA85BFF47138}" srcOrd="10"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A59C5-6F30-4EDB-8D52-B1C67AD1B9AB}">
      <dsp:nvSpPr>
        <dsp:cNvPr id="0" name=""/>
        <dsp:cNvSpPr/>
      </dsp:nvSpPr>
      <dsp:spPr>
        <a:xfrm>
          <a:off x="0" y="4622376"/>
          <a:ext cx="117198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233E38-6824-4864-B6DA-831DF7B4D4F1}">
      <dsp:nvSpPr>
        <dsp:cNvPr id="0" name=""/>
        <dsp:cNvSpPr/>
      </dsp:nvSpPr>
      <dsp:spPr>
        <a:xfrm>
          <a:off x="0" y="3233668"/>
          <a:ext cx="117198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A615FA-B0DD-4467-A4CA-C9BB4595DB51}">
      <dsp:nvSpPr>
        <dsp:cNvPr id="0" name=""/>
        <dsp:cNvSpPr/>
      </dsp:nvSpPr>
      <dsp:spPr>
        <a:xfrm>
          <a:off x="0" y="1844960"/>
          <a:ext cx="117198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0640A4-0D87-4C3F-B3EF-D7D6825F5F71}">
      <dsp:nvSpPr>
        <dsp:cNvPr id="0" name=""/>
        <dsp:cNvSpPr/>
      </dsp:nvSpPr>
      <dsp:spPr>
        <a:xfrm>
          <a:off x="0" y="456252"/>
          <a:ext cx="117198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A7E2C1-FCFD-4DEB-BD6E-2CC36ADA9263}">
      <dsp:nvSpPr>
        <dsp:cNvPr id="0" name=""/>
        <dsp:cNvSpPr/>
      </dsp:nvSpPr>
      <dsp:spPr>
        <a:xfrm>
          <a:off x="3047155" y="982"/>
          <a:ext cx="8672671" cy="455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b" anchorCtr="0">
          <a:noAutofit/>
        </a:bodyPr>
        <a:lstStyle/>
        <a:p>
          <a:pPr marL="0" lvl="0" indent="0" algn="l" defTabSz="488950">
            <a:lnSpc>
              <a:spcPct val="90000"/>
            </a:lnSpc>
            <a:spcBef>
              <a:spcPct val="0"/>
            </a:spcBef>
            <a:spcAft>
              <a:spcPct val="35000"/>
            </a:spcAft>
            <a:buNone/>
          </a:pPr>
          <a:r>
            <a:rPr lang="it-IT" sz="1100" kern="1200" dirty="0">
              <a:latin typeface="Montserrat Light" pitchFamily="2" charset="0"/>
            </a:rPr>
            <a:t>  </a:t>
          </a:r>
        </a:p>
      </dsp:txBody>
      <dsp:txXfrm>
        <a:off x="3047155" y="982"/>
        <a:ext cx="8672671" cy="455269"/>
      </dsp:txXfrm>
    </dsp:sp>
    <dsp:sp modelId="{69558782-BAA4-44F7-A906-F8380FC495D1}">
      <dsp:nvSpPr>
        <dsp:cNvPr id="0" name=""/>
        <dsp:cNvSpPr/>
      </dsp:nvSpPr>
      <dsp:spPr>
        <a:xfrm>
          <a:off x="0" y="982"/>
          <a:ext cx="3047155" cy="45526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l" defTabSz="488950">
            <a:lnSpc>
              <a:spcPct val="90000"/>
            </a:lnSpc>
            <a:spcBef>
              <a:spcPct val="0"/>
            </a:spcBef>
            <a:spcAft>
              <a:spcPct val="35000"/>
            </a:spcAft>
            <a:buNone/>
          </a:pPr>
          <a:r>
            <a:rPr lang="it-IT" sz="1100" kern="1200" dirty="0">
              <a:latin typeface="Montserrat Light" pitchFamily="2" charset="0"/>
            </a:rPr>
            <a:t>Update </a:t>
          </a:r>
          <a:r>
            <a:rPr lang="it-IT" sz="1100" kern="1200" dirty="0" err="1">
              <a:latin typeface="Montserrat Light" pitchFamily="2" charset="0"/>
            </a:rPr>
            <a:t>transport</a:t>
          </a:r>
          <a:r>
            <a:rPr lang="it-IT" sz="1100" kern="1200" dirty="0">
              <a:latin typeface="Montserrat Light" pitchFamily="2" charset="0"/>
            </a:rPr>
            <a:t> mission events</a:t>
          </a:r>
        </a:p>
      </dsp:txBody>
      <dsp:txXfrm>
        <a:off x="22228" y="23210"/>
        <a:ext cx="3002699" cy="433041"/>
      </dsp:txXfrm>
    </dsp:sp>
    <dsp:sp modelId="{09B136B3-004C-4DB3-8891-F6F7DE6D386F}">
      <dsp:nvSpPr>
        <dsp:cNvPr id="0" name=""/>
        <dsp:cNvSpPr/>
      </dsp:nvSpPr>
      <dsp:spPr>
        <a:xfrm>
          <a:off x="0" y="456252"/>
          <a:ext cx="11719827" cy="910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150000"/>
            </a:lnSpc>
            <a:spcBef>
              <a:spcPct val="0"/>
            </a:spcBef>
            <a:spcAft>
              <a:spcPct val="15000"/>
            </a:spcAft>
            <a:buChar char="•"/>
          </a:pPr>
          <a:r>
            <a:rPr lang="en-US" sz="1100" b="0" i="0" kern="1200" dirty="0">
              <a:latin typeface="Montserrat" pitchFamily="2" charset="0"/>
            </a:rPr>
            <a:t>Temperature measurements for each automatically completed mission</a:t>
          </a:r>
          <a:endParaRPr lang="it-IT" sz="1100" kern="1200" dirty="0">
            <a:latin typeface="Montserrat" pitchFamily="2" charset="0"/>
          </a:endParaRPr>
        </a:p>
        <a:p>
          <a:pPr marL="57150" lvl="1" indent="-57150" algn="l" defTabSz="488950">
            <a:lnSpc>
              <a:spcPct val="150000"/>
            </a:lnSpc>
            <a:spcBef>
              <a:spcPct val="0"/>
            </a:spcBef>
            <a:spcAft>
              <a:spcPct val="15000"/>
            </a:spcAft>
            <a:buChar char="•"/>
          </a:pPr>
          <a:r>
            <a:rPr lang="en-US" sz="1100" kern="1200" dirty="0">
              <a:latin typeface="Montserrat" pitchFamily="2" charset="0"/>
            </a:rPr>
            <a:t>Temperature and duration thresholds along with the temperature values</a:t>
          </a:r>
          <a:endParaRPr lang="it-IT" sz="1100" kern="1200" dirty="0">
            <a:latin typeface="Montserrat" pitchFamily="2" charset="0"/>
          </a:endParaRPr>
        </a:p>
        <a:p>
          <a:pPr marL="57150" lvl="1" indent="-57150" algn="l" defTabSz="488950">
            <a:lnSpc>
              <a:spcPct val="150000"/>
            </a:lnSpc>
            <a:spcBef>
              <a:spcPct val="0"/>
            </a:spcBef>
            <a:spcAft>
              <a:spcPct val="15000"/>
            </a:spcAft>
            <a:buChar char="•"/>
          </a:pPr>
          <a:r>
            <a:rPr lang="en-US" sz="1100" kern="1200" dirty="0">
              <a:latin typeface="Montserrat" pitchFamily="2" charset="0"/>
            </a:rPr>
            <a:t>Transport Mission starting point (origin workplace) in the mission start and mission completed events</a:t>
          </a:r>
          <a:endParaRPr lang="it-IT" sz="1100" kern="1200" dirty="0">
            <a:latin typeface="Montserrat" pitchFamily="2" charset="0"/>
          </a:endParaRPr>
        </a:p>
      </dsp:txBody>
      <dsp:txXfrm>
        <a:off x="0" y="456252"/>
        <a:ext cx="11719827" cy="910675"/>
      </dsp:txXfrm>
    </dsp:sp>
    <dsp:sp modelId="{940609EE-37C0-4393-8417-39E4842909C6}">
      <dsp:nvSpPr>
        <dsp:cNvPr id="0" name=""/>
        <dsp:cNvSpPr/>
      </dsp:nvSpPr>
      <dsp:spPr>
        <a:xfrm>
          <a:off x="3047155" y="1389691"/>
          <a:ext cx="8672671" cy="455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b" anchorCtr="0">
          <a:noAutofit/>
        </a:bodyPr>
        <a:lstStyle/>
        <a:p>
          <a:pPr marL="0" lvl="0" indent="0" algn="l" defTabSz="488950">
            <a:lnSpc>
              <a:spcPct val="150000"/>
            </a:lnSpc>
            <a:spcBef>
              <a:spcPct val="0"/>
            </a:spcBef>
            <a:spcAft>
              <a:spcPct val="35000"/>
            </a:spcAft>
            <a:buNone/>
          </a:pPr>
          <a:endParaRPr lang="it-IT" sz="1100" kern="1200" dirty="0">
            <a:latin typeface="Montserrat" pitchFamily="2" charset="0"/>
          </a:endParaRPr>
        </a:p>
      </dsp:txBody>
      <dsp:txXfrm>
        <a:off x="3047155" y="1389691"/>
        <a:ext cx="8672671" cy="455269"/>
      </dsp:txXfrm>
    </dsp:sp>
    <dsp:sp modelId="{D722D985-30F6-47C9-859B-C76BF707E2C3}">
      <dsp:nvSpPr>
        <dsp:cNvPr id="0" name=""/>
        <dsp:cNvSpPr/>
      </dsp:nvSpPr>
      <dsp:spPr>
        <a:xfrm>
          <a:off x="0" y="1389691"/>
          <a:ext cx="3047155" cy="45526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l" defTabSz="488950">
            <a:lnSpc>
              <a:spcPct val="150000"/>
            </a:lnSpc>
            <a:spcBef>
              <a:spcPct val="0"/>
            </a:spcBef>
            <a:spcAft>
              <a:spcPct val="35000"/>
            </a:spcAft>
            <a:buNone/>
          </a:pPr>
          <a:r>
            <a:rPr lang="en-US" sz="1100" kern="1200" dirty="0">
              <a:latin typeface="Montserrat" pitchFamily="2" charset="0"/>
            </a:rPr>
            <a:t>Transport mission origin</a:t>
          </a:r>
          <a:endParaRPr lang="it-IT" sz="1100" kern="1200" dirty="0">
            <a:latin typeface="Montserrat" pitchFamily="2" charset="0"/>
          </a:endParaRPr>
        </a:p>
      </dsp:txBody>
      <dsp:txXfrm>
        <a:off x="22228" y="1411919"/>
        <a:ext cx="3002699" cy="433041"/>
      </dsp:txXfrm>
    </dsp:sp>
    <dsp:sp modelId="{F7060DDC-880A-4BBC-8045-BBDB0A5D7873}">
      <dsp:nvSpPr>
        <dsp:cNvPr id="0" name=""/>
        <dsp:cNvSpPr/>
      </dsp:nvSpPr>
      <dsp:spPr>
        <a:xfrm>
          <a:off x="0" y="1844960"/>
          <a:ext cx="11719827" cy="910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150000"/>
            </a:lnSpc>
            <a:spcBef>
              <a:spcPct val="0"/>
            </a:spcBef>
            <a:spcAft>
              <a:spcPct val="15000"/>
            </a:spcAft>
            <a:buChar char="•"/>
          </a:pPr>
          <a:r>
            <a:rPr lang="en-US" sz="1100" kern="1200" dirty="0">
              <a:latin typeface="Montserrat" pitchFamily="2" charset="0"/>
            </a:rPr>
            <a:t> Both the Smart Device App and the Check-in Station shall be able to show also the Transport Mission origin</a:t>
          </a:r>
          <a:endParaRPr lang="it-IT" sz="1100" kern="1200" dirty="0">
            <a:latin typeface="Montserrat" pitchFamily="2" charset="0"/>
          </a:endParaRPr>
        </a:p>
        <a:p>
          <a:pPr marL="57150" lvl="1" indent="-57150" algn="l" defTabSz="488950">
            <a:lnSpc>
              <a:spcPct val="150000"/>
            </a:lnSpc>
            <a:spcBef>
              <a:spcPct val="0"/>
            </a:spcBef>
            <a:spcAft>
              <a:spcPct val="15000"/>
            </a:spcAft>
            <a:buChar char="•"/>
          </a:pPr>
          <a:r>
            <a:rPr lang="en-US" sz="1100" kern="1200" dirty="0">
              <a:latin typeface="Montserrat" pitchFamily="2" charset="0"/>
            </a:rPr>
            <a:t> The ProTube System shall send the processed patient location (origin) back to LIS through LAB-63</a:t>
          </a:r>
          <a:endParaRPr lang="it-IT" sz="1100" kern="1200" dirty="0">
            <a:latin typeface="Montserrat" pitchFamily="2" charset="0"/>
          </a:endParaRPr>
        </a:p>
      </dsp:txBody>
      <dsp:txXfrm>
        <a:off x="0" y="1844960"/>
        <a:ext cx="11719827" cy="910675"/>
      </dsp:txXfrm>
    </dsp:sp>
    <dsp:sp modelId="{877C71A4-5E19-4E98-A741-FE1C495DAE11}">
      <dsp:nvSpPr>
        <dsp:cNvPr id="0" name=""/>
        <dsp:cNvSpPr/>
      </dsp:nvSpPr>
      <dsp:spPr>
        <a:xfrm>
          <a:off x="3047155" y="2778399"/>
          <a:ext cx="8672671" cy="455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b" anchorCtr="0">
          <a:noAutofit/>
        </a:bodyPr>
        <a:lstStyle/>
        <a:p>
          <a:pPr marL="0" lvl="0" indent="0" algn="l" defTabSz="488950">
            <a:lnSpc>
              <a:spcPct val="150000"/>
            </a:lnSpc>
            <a:spcBef>
              <a:spcPct val="0"/>
            </a:spcBef>
            <a:spcAft>
              <a:spcPct val="35000"/>
            </a:spcAft>
            <a:buNone/>
          </a:pPr>
          <a:endParaRPr lang="it-IT" sz="1100" kern="1200" dirty="0">
            <a:latin typeface="Montserrat" pitchFamily="2" charset="0"/>
          </a:endParaRPr>
        </a:p>
      </dsp:txBody>
      <dsp:txXfrm>
        <a:off x="3047155" y="2778399"/>
        <a:ext cx="8672671" cy="455269"/>
      </dsp:txXfrm>
    </dsp:sp>
    <dsp:sp modelId="{0B5A084B-D371-471F-B47D-E245BFECBA60}">
      <dsp:nvSpPr>
        <dsp:cNvPr id="0" name=""/>
        <dsp:cNvSpPr/>
      </dsp:nvSpPr>
      <dsp:spPr>
        <a:xfrm>
          <a:off x="0" y="2778399"/>
          <a:ext cx="3047155" cy="45526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l" defTabSz="488950">
            <a:lnSpc>
              <a:spcPct val="150000"/>
            </a:lnSpc>
            <a:spcBef>
              <a:spcPct val="0"/>
            </a:spcBef>
            <a:spcAft>
              <a:spcPct val="35000"/>
            </a:spcAft>
            <a:buNone/>
          </a:pPr>
          <a:r>
            <a:rPr lang="en-US" sz="1100" kern="1200" dirty="0">
              <a:latin typeface="Montserrat" pitchFamily="2" charset="0"/>
            </a:rPr>
            <a:t>QMS events through App and TS</a:t>
          </a:r>
          <a:endParaRPr lang="it-IT" sz="1100" kern="1200" dirty="0">
            <a:latin typeface="Montserrat" pitchFamily="2" charset="0"/>
          </a:endParaRPr>
        </a:p>
      </dsp:txBody>
      <dsp:txXfrm>
        <a:off x="22228" y="2800627"/>
        <a:ext cx="3002699" cy="433041"/>
      </dsp:txXfrm>
    </dsp:sp>
    <dsp:sp modelId="{AA63F0E3-A4E9-41CA-B3D5-99BBC040879B}">
      <dsp:nvSpPr>
        <dsp:cNvPr id="0" name=""/>
        <dsp:cNvSpPr/>
      </dsp:nvSpPr>
      <dsp:spPr>
        <a:xfrm>
          <a:off x="0" y="3233668"/>
          <a:ext cx="11719827" cy="910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150000"/>
            </a:lnSpc>
            <a:spcBef>
              <a:spcPct val="0"/>
            </a:spcBef>
            <a:spcAft>
              <a:spcPct val="15000"/>
            </a:spcAft>
            <a:buFont typeface="Arial" panose="020B0604020202020204" pitchFamily="34" charset="0"/>
            <a:buChar char="•"/>
          </a:pPr>
          <a:r>
            <a:rPr lang="en-US" sz="1100" b="0" i="0" kern="1200" dirty="0">
              <a:latin typeface="Montserrat" pitchFamily="2" charset="0"/>
            </a:rPr>
            <a:t>The ProTube System shall not send traceability events related to the Queue Management Service directly to DAS anymore</a:t>
          </a:r>
          <a:endParaRPr lang="it-IT" sz="1100" kern="1200" dirty="0">
            <a:latin typeface="Montserrat" pitchFamily="2" charset="0"/>
          </a:endParaRPr>
        </a:p>
      </dsp:txBody>
      <dsp:txXfrm>
        <a:off x="0" y="3233668"/>
        <a:ext cx="11719827" cy="910675"/>
      </dsp:txXfrm>
    </dsp:sp>
    <dsp:sp modelId="{5BA400E6-1ABB-4374-85E6-D428C03B9BDC}">
      <dsp:nvSpPr>
        <dsp:cNvPr id="0" name=""/>
        <dsp:cNvSpPr/>
      </dsp:nvSpPr>
      <dsp:spPr>
        <a:xfrm>
          <a:off x="3047155" y="4167107"/>
          <a:ext cx="8672671" cy="455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b" anchorCtr="0">
          <a:noAutofit/>
        </a:bodyPr>
        <a:lstStyle/>
        <a:p>
          <a:pPr marL="0" lvl="0" indent="0" algn="l" defTabSz="488950">
            <a:lnSpc>
              <a:spcPct val="150000"/>
            </a:lnSpc>
            <a:spcBef>
              <a:spcPct val="0"/>
            </a:spcBef>
            <a:spcAft>
              <a:spcPct val="35000"/>
            </a:spcAft>
            <a:buNone/>
          </a:pPr>
          <a:endParaRPr lang="it-IT" sz="1100" kern="1200" dirty="0">
            <a:latin typeface="Montserrat" pitchFamily="2" charset="0"/>
          </a:endParaRPr>
        </a:p>
      </dsp:txBody>
      <dsp:txXfrm>
        <a:off x="3047155" y="4167107"/>
        <a:ext cx="8672671" cy="455269"/>
      </dsp:txXfrm>
    </dsp:sp>
    <dsp:sp modelId="{2492561C-54C7-40FD-A302-2AF39F49F13A}">
      <dsp:nvSpPr>
        <dsp:cNvPr id="0" name=""/>
        <dsp:cNvSpPr/>
      </dsp:nvSpPr>
      <dsp:spPr>
        <a:xfrm>
          <a:off x="0" y="4167107"/>
          <a:ext cx="3047155" cy="45526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88950">
            <a:lnSpc>
              <a:spcPct val="150000"/>
            </a:lnSpc>
            <a:spcBef>
              <a:spcPct val="0"/>
            </a:spcBef>
            <a:spcAft>
              <a:spcPct val="35000"/>
            </a:spcAft>
            <a:buNone/>
          </a:pPr>
          <a:r>
            <a:rPr lang="en-US" sz="1100" kern="1200">
              <a:latin typeface="Montserrat" pitchFamily="2" charset="0"/>
            </a:rPr>
            <a:t>Support for Czech and Greek</a:t>
          </a:r>
          <a:endParaRPr lang="it-IT" sz="1100" kern="1200" dirty="0">
            <a:latin typeface="Montserrat" pitchFamily="2" charset="0"/>
          </a:endParaRPr>
        </a:p>
      </dsp:txBody>
      <dsp:txXfrm>
        <a:off x="22228" y="4189335"/>
        <a:ext cx="3002699" cy="433041"/>
      </dsp:txXfrm>
    </dsp:sp>
    <dsp:sp modelId="{6C8B63F4-7E20-47D4-8B46-AA85BFF47138}">
      <dsp:nvSpPr>
        <dsp:cNvPr id="0" name=""/>
        <dsp:cNvSpPr/>
      </dsp:nvSpPr>
      <dsp:spPr>
        <a:xfrm>
          <a:off x="0" y="4622376"/>
          <a:ext cx="11719827" cy="910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150000"/>
            </a:lnSpc>
            <a:spcBef>
              <a:spcPct val="0"/>
            </a:spcBef>
            <a:spcAft>
              <a:spcPct val="15000"/>
            </a:spcAft>
            <a:buFont typeface="Arial" panose="020B0604020202020204" pitchFamily="34" charset="0"/>
            <a:buChar char="•"/>
          </a:pPr>
          <a:r>
            <a:rPr lang="en-US" sz="1100" kern="1200" dirty="0">
              <a:latin typeface="Montserrat" pitchFamily="2" charset="0"/>
            </a:rPr>
            <a:t>The ProTube System shall support also Czech and Greek languages in both Smart Device App and Check-in Station</a:t>
          </a:r>
          <a:endParaRPr lang="it-IT" sz="1100" kern="1200" dirty="0">
            <a:latin typeface="Montserrat" pitchFamily="2" charset="0"/>
          </a:endParaRPr>
        </a:p>
      </dsp:txBody>
      <dsp:txXfrm>
        <a:off x="0" y="4622376"/>
        <a:ext cx="11719827" cy="910675"/>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2CDF54-5E76-4E05-9103-63C446A5BF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a:extLst>
              <a:ext uri="{FF2B5EF4-FFF2-40B4-BE49-F238E27FC236}">
                <a16:creationId xmlns:a16="http://schemas.microsoft.com/office/drawing/2014/main" id="{25155D79-1E31-4663-BB81-D79B235DF0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21FED0-6796-4E27-86EA-1BCE5A105293}" type="datetimeFigureOut">
              <a:rPr lang="it-IT" smtClean="0"/>
              <a:t>10/09/2026</a:t>
            </a:fld>
            <a:endParaRPr lang="it-IT"/>
          </a:p>
        </p:txBody>
      </p:sp>
      <p:sp>
        <p:nvSpPr>
          <p:cNvPr id="4" name="Footer Placeholder 3">
            <a:extLst>
              <a:ext uri="{FF2B5EF4-FFF2-40B4-BE49-F238E27FC236}">
                <a16:creationId xmlns:a16="http://schemas.microsoft.com/office/drawing/2014/main" id="{B67268AE-AC08-4A88-B44C-534A03EC75E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lide Number Placeholder 4">
            <a:extLst>
              <a:ext uri="{FF2B5EF4-FFF2-40B4-BE49-F238E27FC236}">
                <a16:creationId xmlns:a16="http://schemas.microsoft.com/office/drawing/2014/main" id="{47DD0884-7771-4A39-B5B2-1F3BAF3941C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C55920-4AD9-4CA8-9C5D-A815FF332AEB}" type="slidenum">
              <a:rPr lang="it-IT" smtClean="0"/>
              <a:t>‹#›</a:t>
            </a:fld>
            <a:endParaRPr lang="it-IT"/>
          </a:p>
        </p:txBody>
      </p:sp>
    </p:spTree>
    <p:extLst>
      <p:ext uri="{BB962C8B-B14F-4D97-AF65-F5344CB8AC3E}">
        <p14:creationId xmlns:p14="http://schemas.microsoft.com/office/powerpoint/2010/main" val="8249376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0ABC9F-7411-B342-A754-86AD5C951C7F}" type="datetimeFigureOut">
              <a:rPr lang="it-IT" smtClean="0"/>
              <a:t>10/09/2026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692E25-E51F-B348-849D-55B03038E654}" type="slidenum">
              <a:rPr lang="it-IT" smtClean="0"/>
              <a:t>‹#›</a:t>
            </a:fld>
            <a:endParaRPr lang="it-IT"/>
          </a:p>
        </p:txBody>
      </p:sp>
    </p:spTree>
    <p:extLst>
      <p:ext uri="{BB962C8B-B14F-4D97-AF65-F5344CB8AC3E}">
        <p14:creationId xmlns:p14="http://schemas.microsoft.com/office/powerpoint/2010/main" val="1470786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0692E25-E51F-B348-849D-55B03038E654}" type="slidenum">
              <a:rPr lang="it-IT" smtClean="0"/>
              <a:t>2</a:t>
            </a:fld>
            <a:endParaRPr lang="it-IT"/>
          </a:p>
        </p:txBody>
      </p:sp>
    </p:spTree>
    <p:extLst>
      <p:ext uri="{BB962C8B-B14F-4D97-AF65-F5344CB8AC3E}">
        <p14:creationId xmlns:p14="http://schemas.microsoft.com/office/powerpoint/2010/main" val="2093503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30692E25-E51F-B348-849D-55B03038E654}" type="slidenum">
              <a:rPr lang="it-IT" smtClean="0"/>
              <a:t>5</a:t>
            </a:fld>
            <a:endParaRPr lang="it-IT"/>
          </a:p>
        </p:txBody>
      </p:sp>
    </p:spTree>
    <p:extLst>
      <p:ext uri="{BB962C8B-B14F-4D97-AF65-F5344CB8AC3E}">
        <p14:creationId xmlns:p14="http://schemas.microsoft.com/office/powerpoint/2010/main" val="3212728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A266A-8428-4054-B9C7-01B36F39B1C3}" type="slidenum">
              <a:rPr lang="en-US" smtClean="0"/>
              <a:t>8</a:t>
            </a:fld>
            <a:endParaRPr lang="en-US"/>
          </a:p>
        </p:txBody>
      </p:sp>
    </p:spTree>
    <p:extLst>
      <p:ext uri="{BB962C8B-B14F-4D97-AF65-F5344CB8AC3E}">
        <p14:creationId xmlns:p14="http://schemas.microsoft.com/office/powerpoint/2010/main" val="2680713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2A70C-7228-6558-E00B-7DFE14F04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8B724-C3F0-3567-34FD-65C56F576C59}"/>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61FE827A-48E3-9950-2302-24F84130A4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13FAAA-FD79-EC2F-B59C-CFC44CFD7AC1}"/>
              </a:ext>
            </a:extLst>
          </p:cNvPr>
          <p:cNvSpPr>
            <a:spLocks noGrp="1"/>
          </p:cNvSpPr>
          <p:nvPr>
            <p:ph type="sldNum" sz="quarter" idx="5"/>
          </p:nvPr>
        </p:nvSpPr>
        <p:spPr/>
        <p:txBody>
          <a:bodyPr/>
          <a:lstStyle/>
          <a:p>
            <a:fld id="{97CA266A-8428-4054-B9C7-01B36F39B1C3}" type="slidenum">
              <a:rPr lang="en-US" smtClean="0"/>
              <a:t>9</a:t>
            </a:fld>
            <a:endParaRPr lang="en-US"/>
          </a:p>
        </p:txBody>
      </p:sp>
    </p:spTree>
    <p:extLst>
      <p:ext uri="{BB962C8B-B14F-4D97-AF65-F5344CB8AC3E}">
        <p14:creationId xmlns:p14="http://schemas.microsoft.com/office/powerpoint/2010/main" val="396006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A266A-8428-4054-B9C7-01B36F39B1C3}" type="slidenum">
              <a:rPr lang="en-US" smtClean="0"/>
              <a:t>10</a:t>
            </a:fld>
            <a:endParaRPr lang="en-US"/>
          </a:p>
        </p:txBody>
      </p:sp>
    </p:spTree>
    <p:extLst>
      <p:ext uri="{BB962C8B-B14F-4D97-AF65-F5344CB8AC3E}">
        <p14:creationId xmlns:p14="http://schemas.microsoft.com/office/powerpoint/2010/main" val="2335585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30692E25-E51F-B348-849D-55B03038E654}" type="slidenum">
              <a:rPr lang="it-IT" smtClean="0"/>
              <a:t>16</a:t>
            </a:fld>
            <a:endParaRPr lang="it-IT"/>
          </a:p>
        </p:txBody>
      </p:sp>
    </p:spTree>
    <p:extLst>
      <p:ext uri="{BB962C8B-B14F-4D97-AF65-F5344CB8AC3E}">
        <p14:creationId xmlns:p14="http://schemas.microsoft.com/office/powerpoint/2010/main" val="2988687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30692E25-E51F-B348-849D-55B03038E654}" type="slidenum">
              <a:rPr lang="it-IT" smtClean="0"/>
              <a:t>23</a:t>
            </a:fld>
            <a:endParaRPr lang="it-IT"/>
          </a:p>
        </p:txBody>
      </p:sp>
    </p:spTree>
    <p:extLst>
      <p:ext uri="{BB962C8B-B14F-4D97-AF65-F5344CB8AC3E}">
        <p14:creationId xmlns:p14="http://schemas.microsoft.com/office/powerpoint/2010/main" val="41084184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E5265A53-447B-2C49-AF0B-25C67D34A448}"/>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pic>
        <p:nvPicPr>
          <p:cNvPr id="4" name="Immagine 3" descr="Immagine che contiene testo, clipart&#10;&#10;Descrizione generata automaticamente">
            <a:extLst>
              <a:ext uri="{FF2B5EF4-FFF2-40B4-BE49-F238E27FC236}">
                <a16:creationId xmlns:a16="http://schemas.microsoft.com/office/drawing/2014/main" id="{4833579C-CC68-F140-A09A-93CAFB5949C3}"/>
              </a:ext>
            </a:extLst>
          </p:cNvPr>
          <p:cNvPicPr>
            <a:picLocks noChangeAspect="1"/>
          </p:cNvPicPr>
          <p:nvPr userDrawn="1"/>
        </p:nvPicPr>
        <p:blipFill>
          <a:blip r:embed="rId2"/>
          <a:stretch>
            <a:fillRect/>
          </a:stretch>
        </p:blipFill>
        <p:spPr>
          <a:xfrm>
            <a:off x="442913" y="349706"/>
            <a:ext cx="2544301" cy="610632"/>
          </a:xfrm>
          <a:prstGeom prst="rect">
            <a:avLst/>
          </a:prstGeom>
        </p:spPr>
      </p:pic>
      <p:sp>
        <p:nvSpPr>
          <p:cNvPr id="11" name="Titolo 1">
            <a:extLst>
              <a:ext uri="{FF2B5EF4-FFF2-40B4-BE49-F238E27FC236}">
                <a16:creationId xmlns:a16="http://schemas.microsoft.com/office/drawing/2014/main" id="{1A0897BF-13FB-8F49-A2DF-BD1A81785CD4}"/>
              </a:ext>
            </a:extLst>
          </p:cNvPr>
          <p:cNvSpPr>
            <a:spLocks noGrp="1"/>
          </p:cNvSpPr>
          <p:nvPr>
            <p:ph type="ctrTitle" hasCustomPrompt="1"/>
          </p:nvPr>
        </p:nvSpPr>
        <p:spPr>
          <a:xfrm>
            <a:off x="442912" y="2953815"/>
            <a:ext cx="9144000" cy="338554"/>
          </a:xfrm>
          <a:prstGeom prst="rect">
            <a:avLst/>
          </a:prstGeom>
        </p:spPr>
        <p:txBody>
          <a:bodyPr anchor="ctr"/>
          <a:lstStyle>
            <a:lvl1pPr algn="l">
              <a:defRPr sz="3800" b="1" i="0">
                <a:solidFill>
                  <a:schemeClr val="bg1"/>
                </a:solidFill>
                <a:latin typeface="Montserrat" pitchFamily="2" charset="77"/>
              </a:defRPr>
            </a:lvl1pPr>
          </a:lstStyle>
          <a:p>
            <a:r>
              <a:rPr lang="it-IT" dirty="0"/>
              <a:t>PRESENTATION TITLE</a:t>
            </a:r>
          </a:p>
        </p:txBody>
      </p:sp>
      <p:sp>
        <p:nvSpPr>
          <p:cNvPr id="12" name="Sottotitolo 2">
            <a:extLst>
              <a:ext uri="{FF2B5EF4-FFF2-40B4-BE49-F238E27FC236}">
                <a16:creationId xmlns:a16="http://schemas.microsoft.com/office/drawing/2014/main" id="{201D405D-B563-AF43-8345-1AEB48793971}"/>
              </a:ext>
            </a:extLst>
          </p:cNvPr>
          <p:cNvSpPr>
            <a:spLocks noGrp="1"/>
          </p:cNvSpPr>
          <p:nvPr>
            <p:ph type="subTitle" idx="1" hasCustomPrompt="1"/>
          </p:nvPr>
        </p:nvSpPr>
        <p:spPr>
          <a:xfrm>
            <a:off x="442912" y="3458175"/>
            <a:ext cx="7778375" cy="208715"/>
          </a:xfrm>
          <a:prstGeom prst="rect">
            <a:avLst/>
          </a:prstGeom>
        </p:spPr>
        <p:txBody>
          <a:bodyPr anchor="ctr"/>
          <a:lstStyle>
            <a:lvl1pPr marL="0" indent="0" algn="l">
              <a:buNone/>
              <a:defRPr sz="1800" b="0" i="0">
                <a:solidFill>
                  <a:schemeClr val="bg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Presentation </a:t>
            </a:r>
            <a:r>
              <a:rPr lang="it-IT" dirty="0" err="1"/>
              <a:t>subtitle</a:t>
            </a:r>
            <a:endParaRPr lang="it-IT" dirty="0"/>
          </a:p>
        </p:txBody>
      </p:sp>
      <p:sp>
        <p:nvSpPr>
          <p:cNvPr id="14" name="Segnaposto testo 2">
            <a:extLst>
              <a:ext uri="{FF2B5EF4-FFF2-40B4-BE49-F238E27FC236}">
                <a16:creationId xmlns:a16="http://schemas.microsoft.com/office/drawing/2014/main" id="{FCD02E42-6354-1A49-898E-290C8989A312}"/>
              </a:ext>
            </a:extLst>
          </p:cNvPr>
          <p:cNvSpPr>
            <a:spLocks noGrp="1"/>
          </p:cNvSpPr>
          <p:nvPr>
            <p:ph type="body" idx="10" hasCustomPrompt="1"/>
          </p:nvPr>
        </p:nvSpPr>
        <p:spPr>
          <a:xfrm>
            <a:off x="442912" y="4729549"/>
            <a:ext cx="7778375" cy="208715"/>
          </a:xfrm>
          <a:prstGeom prst="rect">
            <a:avLst/>
          </a:prstGeom>
        </p:spPr>
        <p:txBody>
          <a:bodyPr anchor="ctr"/>
          <a:lstStyle>
            <a:lvl1pPr marL="0" indent="0">
              <a:buNone/>
              <a:defRPr sz="1300" b="0" i="0">
                <a:solidFill>
                  <a:schemeClr val="bg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Date, office location</a:t>
            </a:r>
          </a:p>
        </p:txBody>
      </p:sp>
      <p:sp>
        <p:nvSpPr>
          <p:cNvPr id="9" name="Segnaposto testo 3">
            <a:extLst>
              <a:ext uri="{FF2B5EF4-FFF2-40B4-BE49-F238E27FC236}">
                <a16:creationId xmlns:a16="http://schemas.microsoft.com/office/drawing/2014/main" id="{33CB7E7D-59EF-C940-BF07-89F34217EAAC}"/>
              </a:ext>
            </a:extLst>
          </p:cNvPr>
          <p:cNvSpPr>
            <a:spLocks noGrp="1"/>
          </p:cNvSpPr>
          <p:nvPr>
            <p:ph type="body" sz="half" idx="2" hasCustomPrompt="1"/>
          </p:nvPr>
        </p:nvSpPr>
        <p:spPr>
          <a:xfrm>
            <a:off x="442912" y="3788817"/>
            <a:ext cx="7778375" cy="270164"/>
          </a:xfrm>
          <a:prstGeom prst="rect">
            <a:avLst/>
          </a:prstGeom>
        </p:spPr>
        <p:txBody>
          <a:bodyPr/>
          <a:lstStyle>
            <a:lvl1pPr marL="0" indent="0">
              <a:buNone/>
              <a:defRPr sz="1300" b="0" i="0">
                <a:solidFill>
                  <a:schemeClr val="bg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Presenter</a:t>
            </a:r>
            <a:r>
              <a:rPr lang="it-IT" dirty="0"/>
              <a:t> </a:t>
            </a:r>
            <a:r>
              <a:rPr lang="it-IT" dirty="0" err="1"/>
              <a:t>Name</a:t>
            </a:r>
            <a:endParaRPr lang="it-IT" dirty="0"/>
          </a:p>
        </p:txBody>
      </p:sp>
    </p:spTree>
    <p:extLst>
      <p:ext uri="{BB962C8B-B14F-4D97-AF65-F5344CB8AC3E}">
        <p14:creationId xmlns:p14="http://schemas.microsoft.com/office/powerpoint/2010/main" val="3363758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yout page">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04010D5A-1A6C-6344-B1BF-6871A158CBE2}" type="datetime4">
              <a:rPr lang="it-IT" smtClean="0"/>
              <a:t>10 settembre 2026</a:t>
            </a:fld>
            <a:endParaRPr lang="it-IT" dirty="0"/>
          </a:p>
        </p:txBody>
      </p:sp>
    </p:spTree>
    <p:extLst>
      <p:ext uri="{BB962C8B-B14F-4D97-AF65-F5344CB8AC3E}">
        <p14:creationId xmlns:p14="http://schemas.microsoft.com/office/powerpoint/2010/main" val="1193201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 page - title">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04010D5A-1A6C-6344-B1BF-6871A158CBE2}" type="datetime4">
              <a:rPr lang="it-IT" smtClean="0"/>
              <a:t>10 settembre 2026</a:t>
            </a:fld>
            <a:endParaRPr lang="it-IT" dirty="0"/>
          </a:p>
        </p:txBody>
      </p:sp>
      <p:sp>
        <p:nvSpPr>
          <p:cNvPr id="7" name="Sottotitolo 2">
            <a:extLst>
              <a:ext uri="{FF2B5EF4-FFF2-40B4-BE49-F238E27FC236}">
                <a16:creationId xmlns:a16="http://schemas.microsoft.com/office/drawing/2014/main" id="{E4C7814B-C40E-5C48-9D7B-7F5EF849CC8A}"/>
              </a:ext>
            </a:extLst>
          </p:cNvPr>
          <p:cNvSpPr>
            <a:spLocks noGrp="1"/>
          </p:cNvSpPr>
          <p:nvPr>
            <p:ph type="subTitle" idx="1" hasCustomPrompt="1"/>
          </p:nvPr>
        </p:nvSpPr>
        <p:spPr>
          <a:xfrm>
            <a:off x="442912" y="743319"/>
            <a:ext cx="11269663"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Tree>
    <p:extLst>
      <p:ext uri="{BB962C8B-B14F-4D97-AF65-F5344CB8AC3E}">
        <p14:creationId xmlns:p14="http://schemas.microsoft.com/office/powerpoint/2010/main" val="1702870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ight - small image">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ECCBFAE5-4C78-DC48-BD7A-ADF9A847D4F5}" type="datetime4">
              <a:rPr lang="it-IT" smtClean="0"/>
              <a:t>10 settembre 2026</a:t>
            </a:fld>
            <a:endParaRPr lang="it-IT" dirty="0"/>
          </a:p>
        </p:txBody>
      </p:sp>
      <p:sp>
        <p:nvSpPr>
          <p:cNvPr id="7" name="Segnaposto immagine 3">
            <a:extLst>
              <a:ext uri="{FF2B5EF4-FFF2-40B4-BE49-F238E27FC236}">
                <a16:creationId xmlns:a16="http://schemas.microsoft.com/office/drawing/2014/main" id="{D10407DA-69DD-334E-968E-32346D16E6B4}"/>
              </a:ext>
            </a:extLst>
          </p:cNvPr>
          <p:cNvSpPr>
            <a:spLocks noGrp="1"/>
          </p:cNvSpPr>
          <p:nvPr>
            <p:ph type="pic" sz="quarter" idx="10" hasCustomPrompt="1"/>
          </p:nvPr>
        </p:nvSpPr>
        <p:spPr>
          <a:xfrm>
            <a:off x="8586788" y="646113"/>
            <a:ext cx="3605212" cy="5510212"/>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10" name="Sottotitolo 2">
            <a:extLst>
              <a:ext uri="{FF2B5EF4-FFF2-40B4-BE49-F238E27FC236}">
                <a16:creationId xmlns:a16="http://schemas.microsoft.com/office/drawing/2014/main" id="{FEA13D05-F4D4-9947-B272-9B2AF828B3B1}"/>
              </a:ext>
            </a:extLst>
          </p:cNvPr>
          <p:cNvSpPr>
            <a:spLocks noGrp="1"/>
          </p:cNvSpPr>
          <p:nvPr>
            <p:ph type="subTitle" idx="1" hasCustomPrompt="1"/>
          </p:nvPr>
        </p:nvSpPr>
        <p:spPr>
          <a:xfrm>
            <a:off x="442912" y="743319"/>
            <a:ext cx="7561260"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11" name="Segnaposto testo 3">
            <a:extLst>
              <a:ext uri="{FF2B5EF4-FFF2-40B4-BE49-F238E27FC236}">
                <a16:creationId xmlns:a16="http://schemas.microsoft.com/office/drawing/2014/main" id="{59536130-B0BF-2D4F-A8BC-4D82CEE193C5}"/>
              </a:ext>
            </a:extLst>
          </p:cNvPr>
          <p:cNvSpPr>
            <a:spLocks noGrp="1"/>
          </p:cNvSpPr>
          <p:nvPr>
            <p:ph type="body" sz="half" idx="11" hasCustomPrompt="1"/>
          </p:nvPr>
        </p:nvSpPr>
        <p:spPr>
          <a:xfrm>
            <a:off x="442911" y="1167038"/>
            <a:ext cx="7561259" cy="270164"/>
          </a:xfrm>
          <a:prstGeom prst="rect">
            <a:avLst/>
          </a:prstGeom>
        </p:spPr>
        <p:txBody>
          <a:bodyPr/>
          <a:lstStyle>
            <a:lvl1pPr marL="0" indent="0">
              <a:buNone/>
              <a:defRPr sz="16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Subtitle</a:t>
            </a:r>
            <a:endParaRPr lang="it-IT" dirty="0"/>
          </a:p>
        </p:txBody>
      </p:sp>
      <p:sp>
        <p:nvSpPr>
          <p:cNvPr id="17" name="Segnaposto testo 2">
            <a:extLst>
              <a:ext uri="{FF2B5EF4-FFF2-40B4-BE49-F238E27FC236}">
                <a16:creationId xmlns:a16="http://schemas.microsoft.com/office/drawing/2014/main" id="{52440EEF-C030-6842-8FB6-45E3E98D25C4}"/>
              </a:ext>
            </a:extLst>
          </p:cNvPr>
          <p:cNvSpPr>
            <a:spLocks noGrp="1"/>
          </p:cNvSpPr>
          <p:nvPr>
            <p:ph type="body" idx="12" hasCustomPrompt="1"/>
          </p:nvPr>
        </p:nvSpPr>
        <p:spPr>
          <a:xfrm>
            <a:off x="442911" y="1898680"/>
            <a:ext cx="7561259" cy="4257644"/>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Tree>
    <p:extLst>
      <p:ext uri="{BB962C8B-B14F-4D97-AF65-F5344CB8AC3E}">
        <p14:creationId xmlns:p14="http://schemas.microsoft.com/office/powerpoint/2010/main" val="235991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ight - large image">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76266F1F-9644-FF44-9314-1BCADF4C4FED}" type="datetime4">
              <a:rPr lang="it-IT" smtClean="0"/>
              <a:t>10 settembre 2026</a:t>
            </a:fld>
            <a:endParaRPr lang="it-IT" dirty="0"/>
          </a:p>
        </p:txBody>
      </p:sp>
      <p:sp>
        <p:nvSpPr>
          <p:cNvPr id="3" name="Segnaposto immagine 2">
            <a:extLst>
              <a:ext uri="{FF2B5EF4-FFF2-40B4-BE49-F238E27FC236}">
                <a16:creationId xmlns:a16="http://schemas.microsoft.com/office/drawing/2014/main" id="{478A7332-9D66-1545-A5A8-6366CB29289B}"/>
              </a:ext>
            </a:extLst>
          </p:cNvPr>
          <p:cNvSpPr>
            <a:spLocks noGrp="1"/>
          </p:cNvSpPr>
          <p:nvPr>
            <p:ph type="pic" sz="quarter" idx="10" hasCustomPrompt="1"/>
          </p:nvPr>
        </p:nvSpPr>
        <p:spPr>
          <a:xfrm>
            <a:off x="6096000" y="645869"/>
            <a:ext cx="6096000" cy="5510455"/>
          </a:xfrm>
          <a:prstGeom prst="rect">
            <a:avLst/>
          </a:prstGeom>
        </p:spPr>
        <p:txBody>
          <a:bodyPr/>
          <a:lstStyle>
            <a:lvl1pPr>
              <a:defRPr b="0" i="0">
                <a:latin typeface="Montserrat Light" pitchFamily="2" charset="77"/>
              </a:defRPr>
            </a:lvl1pPr>
          </a:lstStyle>
          <a:p>
            <a:r>
              <a:rPr lang="it-IT" dirty="0"/>
              <a:t>Image</a:t>
            </a:r>
          </a:p>
        </p:txBody>
      </p:sp>
      <p:sp>
        <p:nvSpPr>
          <p:cNvPr id="24" name="Sottotitolo 2">
            <a:extLst>
              <a:ext uri="{FF2B5EF4-FFF2-40B4-BE49-F238E27FC236}">
                <a16:creationId xmlns:a16="http://schemas.microsoft.com/office/drawing/2014/main" id="{2B7D4745-3E16-4F45-B2AE-5F3A7FD0B586}"/>
              </a:ext>
            </a:extLst>
          </p:cNvPr>
          <p:cNvSpPr>
            <a:spLocks noGrp="1"/>
          </p:cNvSpPr>
          <p:nvPr>
            <p:ph type="subTitle" idx="1" hasCustomPrompt="1"/>
          </p:nvPr>
        </p:nvSpPr>
        <p:spPr>
          <a:xfrm>
            <a:off x="442912" y="743319"/>
            <a:ext cx="5195885"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29" name="Segnaposto testo 3">
            <a:extLst>
              <a:ext uri="{FF2B5EF4-FFF2-40B4-BE49-F238E27FC236}">
                <a16:creationId xmlns:a16="http://schemas.microsoft.com/office/drawing/2014/main" id="{BC9ACAB3-F113-8D44-8742-4923AAA2F7F7}"/>
              </a:ext>
            </a:extLst>
          </p:cNvPr>
          <p:cNvSpPr>
            <a:spLocks noGrp="1"/>
          </p:cNvSpPr>
          <p:nvPr>
            <p:ph type="body" sz="half" idx="11" hasCustomPrompt="1"/>
          </p:nvPr>
        </p:nvSpPr>
        <p:spPr>
          <a:xfrm>
            <a:off x="442912" y="1167038"/>
            <a:ext cx="5195886" cy="270164"/>
          </a:xfrm>
          <a:prstGeom prst="rect">
            <a:avLst/>
          </a:prstGeom>
        </p:spPr>
        <p:txBody>
          <a:bodyPr/>
          <a:lstStyle>
            <a:lvl1pPr marL="0" indent="0">
              <a:buNone/>
              <a:defRPr sz="16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Subtitle</a:t>
            </a:r>
            <a:endParaRPr lang="it-IT" dirty="0"/>
          </a:p>
        </p:txBody>
      </p:sp>
      <p:sp>
        <p:nvSpPr>
          <p:cNvPr id="31" name="Segnaposto testo 2">
            <a:extLst>
              <a:ext uri="{FF2B5EF4-FFF2-40B4-BE49-F238E27FC236}">
                <a16:creationId xmlns:a16="http://schemas.microsoft.com/office/drawing/2014/main" id="{8313ED28-EE38-FD4F-A393-3B6E9A588462}"/>
              </a:ext>
            </a:extLst>
          </p:cNvPr>
          <p:cNvSpPr>
            <a:spLocks noGrp="1"/>
          </p:cNvSpPr>
          <p:nvPr>
            <p:ph type="body" idx="12" hasCustomPrompt="1"/>
          </p:nvPr>
        </p:nvSpPr>
        <p:spPr>
          <a:xfrm>
            <a:off x="442911" y="1898680"/>
            <a:ext cx="5195885" cy="4257644"/>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Tree>
    <p:extLst>
      <p:ext uri="{BB962C8B-B14F-4D97-AF65-F5344CB8AC3E}">
        <p14:creationId xmlns:p14="http://schemas.microsoft.com/office/powerpoint/2010/main" val="2386004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ight - long title1">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540BFE1C-CF76-284E-AABE-4F895930D219}" type="datetime4">
              <a:rPr lang="it-IT" smtClean="0"/>
              <a:t>10 settembre 2026</a:t>
            </a:fld>
            <a:endParaRPr lang="it-IT" dirty="0"/>
          </a:p>
        </p:txBody>
      </p:sp>
      <p:sp>
        <p:nvSpPr>
          <p:cNvPr id="7" name="Segnaposto immagine 3">
            <a:extLst>
              <a:ext uri="{FF2B5EF4-FFF2-40B4-BE49-F238E27FC236}">
                <a16:creationId xmlns:a16="http://schemas.microsoft.com/office/drawing/2014/main" id="{D10407DA-69DD-334E-968E-32346D16E6B4}"/>
              </a:ext>
            </a:extLst>
          </p:cNvPr>
          <p:cNvSpPr>
            <a:spLocks noGrp="1"/>
          </p:cNvSpPr>
          <p:nvPr>
            <p:ph type="pic" sz="quarter" idx="10" hasCustomPrompt="1"/>
          </p:nvPr>
        </p:nvSpPr>
        <p:spPr>
          <a:xfrm>
            <a:off x="8586788" y="646113"/>
            <a:ext cx="3605212" cy="5510212"/>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15" name="Segnaposto testo 2">
            <a:extLst>
              <a:ext uri="{FF2B5EF4-FFF2-40B4-BE49-F238E27FC236}">
                <a16:creationId xmlns:a16="http://schemas.microsoft.com/office/drawing/2014/main" id="{E029BA33-D550-C640-9E7A-E7DA52F636AC}"/>
              </a:ext>
            </a:extLst>
          </p:cNvPr>
          <p:cNvSpPr>
            <a:spLocks noGrp="1"/>
          </p:cNvSpPr>
          <p:nvPr>
            <p:ph type="body" idx="12" hasCustomPrompt="1"/>
          </p:nvPr>
        </p:nvSpPr>
        <p:spPr>
          <a:xfrm>
            <a:off x="442911" y="2253358"/>
            <a:ext cx="7561259" cy="3902967"/>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19" name="Sottotitolo 2">
            <a:extLst>
              <a:ext uri="{FF2B5EF4-FFF2-40B4-BE49-F238E27FC236}">
                <a16:creationId xmlns:a16="http://schemas.microsoft.com/office/drawing/2014/main" id="{428552FC-7337-EC43-8F08-94FF01AB720B}"/>
              </a:ext>
            </a:extLst>
          </p:cNvPr>
          <p:cNvSpPr>
            <a:spLocks noGrp="1"/>
          </p:cNvSpPr>
          <p:nvPr>
            <p:ph type="subTitle" idx="1" hasCustomPrompt="1"/>
          </p:nvPr>
        </p:nvSpPr>
        <p:spPr>
          <a:xfrm>
            <a:off x="442910" y="559040"/>
            <a:ext cx="7561260" cy="1261883"/>
          </a:xfrm>
          <a:prstGeom prst="rect">
            <a:avLst/>
          </a:prstGeom>
        </p:spPr>
        <p:txBody>
          <a:bodyPr anchor="ct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z="3800" dirty="0">
                <a:solidFill>
                  <a:schemeClr val="accent1"/>
                </a:solidFill>
                <a:latin typeface="Montserrat Light" pitchFamily="2" charset="77"/>
              </a:rPr>
              <a:t>Long </a:t>
            </a:r>
            <a:br>
              <a:rPr lang="it-IT" sz="3800" dirty="0">
                <a:solidFill>
                  <a:schemeClr val="accent1"/>
                </a:solidFill>
                <a:latin typeface="Montserrat Light" pitchFamily="2" charset="77"/>
              </a:rPr>
            </a:br>
            <a:r>
              <a:rPr lang="it-IT" sz="3800" dirty="0" err="1">
                <a:solidFill>
                  <a:schemeClr val="accent1"/>
                </a:solidFill>
                <a:latin typeface="Montserrat Light" pitchFamily="2" charset="77"/>
              </a:rPr>
              <a:t>title</a:t>
            </a:r>
            <a:endParaRPr lang="it-IT" sz="3800" dirty="0">
              <a:solidFill>
                <a:schemeClr val="accent1"/>
              </a:solidFill>
              <a:latin typeface="Montserrat Light" pitchFamily="2" charset="77"/>
            </a:endParaRPr>
          </a:p>
        </p:txBody>
      </p:sp>
    </p:spTree>
    <p:extLst>
      <p:ext uri="{BB962C8B-B14F-4D97-AF65-F5344CB8AC3E}">
        <p14:creationId xmlns:p14="http://schemas.microsoft.com/office/powerpoint/2010/main" val="527880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 long title2">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540BFE1C-CF76-284E-AABE-4F895930D219}" type="datetime4">
              <a:rPr lang="it-IT" smtClean="0"/>
              <a:t>10 settembre 2026</a:t>
            </a:fld>
            <a:endParaRPr lang="it-IT" dirty="0"/>
          </a:p>
        </p:txBody>
      </p:sp>
      <p:sp>
        <p:nvSpPr>
          <p:cNvPr id="15" name="Segnaposto testo 2">
            <a:extLst>
              <a:ext uri="{FF2B5EF4-FFF2-40B4-BE49-F238E27FC236}">
                <a16:creationId xmlns:a16="http://schemas.microsoft.com/office/drawing/2014/main" id="{E029BA33-D550-C640-9E7A-E7DA52F636AC}"/>
              </a:ext>
            </a:extLst>
          </p:cNvPr>
          <p:cNvSpPr>
            <a:spLocks noGrp="1"/>
          </p:cNvSpPr>
          <p:nvPr>
            <p:ph type="body" idx="12" hasCustomPrompt="1"/>
          </p:nvPr>
        </p:nvSpPr>
        <p:spPr>
          <a:xfrm>
            <a:off x="442912" y="2253358"/>
            <a:ext cx="5195886" cy="3902967"/>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19" name="Sottotitolo 2">
            <a:extLst>
              <a:ext uri="{FF2B5EF4-FFF2-40B4-BE49-F238E27FC236}">
                <a16:creationId xmlns:a16="http://schemas.microsoft.com/office/drawing/2014/main" id="{428552FC-7337-EC43-8F08-94FF01AB720B}"/>
              </a:ext>
            </a:extLst>
          </p:cNvPr>
          <p:cNvSpPr>
            <a:spLocks noGrp="1"/>
          </p:cNvSpPr>
          <p:nvPr>
            <p:ph type="subTitle" idx="1" hasCustomPrompt="1"/>
          </p:nvPr>
        </p:nvSpPr>
        <p:spPr>
          <a:xfrm>
            <a:off x="442910" y="559040"/>
            <a:ext cx="5195887" cy="1261883"/>
          </a:xfrm>
          <a:prstGeom prst="rect">
            <a:avLst/>
          </a:prstGeom>
        </p:spPr>
        <p:txBody>
          <a:bodyPr anchor="ct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z="3800" dirty="0">
                <a:solidFill>
                  <a:schemeClr val="accent1"/>
                </a:solidFill>
                <a:latin typeface="Montserrat Light" pitchFamily="2" charset="77"/>
              </a:rPr>
              <a:t>Long </a:t>
            </a:r>
            <a:br>
              <a:rPr lang="it-IT" sz="3800" dirty="0">
                <a:solidFill>
                  <a:schemeClr val="accent1"/>
                </a:solidFill>
                <a:latin typeface="Montserrat Light" pitchFamily="2" charset="77"/>
              </a:rPr>
            </a:br>
            <a:r>
              <a:rPr lang="it-IT" sz="3800" dirty="0" err="1">
                <a:solidFill>
                  <a:schemeClr val="accent1"/>
                </a:solidFill>
                <a:latin typeface="Montserrat Light" pitchFamily="2" charset="77"/>
              </a:rPr>
              <a:t>title</a:t>
            </a:r>
            <a:endParaRPr lang="it-IT" sz="3800" dirty="0">
              <a:solidFill>
                <a:schemeClr val="accent1"/>
              </a:solidFill>
              <a:latin typeface="Montserrat Light" pitchFamily="2" charset="77"/>
            </a:endParaRPr>
          </a:p>
        </p:txBody>
      </p:sp>
      <p:sp>
        <p:nvSpPr>
          <p:cNvPr id="12" name="Segnaposto immagine 3">
            <a:extLst>
              <a:ext uri="{FF2B5EF4-FFF2-40B4-BE49-F238E27FC236}">
                <a16:creationId xmlns:a16="http://schemas.microsoft.com/office/drawing/2014/main" id="{710AA71F-D5D7-D143-A28D-07DD216D1E03}"/>
              </a:ext>
            </a:extLst>
          </p:cNvPr>
          <p:cNvSpPr>
            <a:spLocks noGrp="1"/>
          </p:cNvSpPr>
          <p:nvPr>
            <p:ph type="pic" sz="quarter" idx="10" hasCustomPrompt="1"/>
          </p:nvPr>
        </p:nvSpPr>
        <p:spPr>
          <a:xfrm>
            <a:off x="6096000" y="646113"/>
            <a:ext cx="6096000" cy="5510212"/>
          </a:xfrm>
          <a:prstGeom prst="rect">
            <a:avLst/>
          </a:prstGeom>
        </p:spPr>
        <p:txBody>
          <a:bodyPr/>
          <a:lstStyle>
            <a:lvl1pPr>
              <a:defRPr b="0" i="0">
                <a:solidFill>
                  <a:schemeClr val="tx1"/>
                </a:solidFill>
                <a:latin typeface="Montserrat Light" pitchFamily="2" charset="77"/>
              </a:defRPr>
            </a:lvl1pPr>
          </a:lstStyle>
          <a:p>
            <a:r>
              <a:rPr lang="it-IT" dirty="0"/>
              <a:t>Image</a:t>
            </a:r>
          </a:p>
        </p:txBody>
      </p:sp>
    </p:spTree>
    <p:extLst>
      <p:ext uri="{BB962C8B-B14F-4D97-AF65-F5344CB8AC3E}">
        <p14:creationId xmlns:p14="http://schemas.microsoft.com/office/powerpoint/2010/main" val="3156299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EFEB538A-CE98-724B-AC85-C457BBB1F221}" type="datetime4">
              <a:rPr lang="it-IT" smtClean="0"/>
              <a:t>10 settembre 2026</a:t>
            </a:fld>
            <a:endParaRPr lang="it-IT" dirty="0"/>
          </a:p>
        </p:txBody>
      </p:sp>
      <p:sp>
        <p:nvSpPr>
          <p:cNvPr id="14" name="Sottotitolo 2">
            <a:extLst>
              <a:ext uri="{FF2B5EF4-FFF2-40B4-BE49-F238E27FC236}">
                <a16:creationId xmlns:a16="http://schemas.microsoft.com/office/drawing/2014/main" id="{D8C06479-BAB6-1D40-8E09-E80FAA28C455}"/>
              </a:ext>
            </a:extLst>
          </p:cNvPr>
          <p:cNvSpPr>
            <a:spLocks noGrp="1"/>
          </p:cNvSpPr>
          <p:nvPr>
            <p:ph type="subTitle" idx="1" hasCustomPrompt="1"/>
          </p:nvPr>
        </p:nvSpPr>
        <p:spPr>
          <a:xfrm>
            <a:off x="1270229" y="743319"/>
            <a:ext cx="7561260"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15" name="Segnaposto testo 3">
            <a:extLst>
              <a:ext uri="{FF2B5EF4-FFF2-40B4-BE49-F238E27FC236}">
                <a16:creationId xmlns:a16="http://schemas.microsoft.com/office/drawing/2014/main" id="{616EC702-14C2-874F-90FF-096E1955C83F}"/>
              </a:ext>
            </a:extLst>
          </p:cNvPr>
          <p:cNvSpPr>
            <a:spLocks noGrp="1"/>
          </p:cNvSpPr>
          <p:nvPr>
            <p:ph type="body" sz="half" idx="11" hasCustomPrompt="1"/>
          </p:nvPr>
        </p:nvSpPr>
        <p:spPr>
          <a:xfrm>
            <a:off x="1270228" y="1167038"/>
            <a:ext cx="7561259" cy="270164"/>
          </a:xfrm>
          <a:prstGeom prst="rect">
            <a:avLst/>
          </a:prstGeom>
        </p:spPr>
        <p:txBody>
          <a:bodyPr/>
          <a:lstStyle>
            <a:lvl1pPr marL="0" indent="0">
              <a:buNone/>
              <a:defRPr sz="16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Subtitle</a:t>
            </a:r>
            <a:endParaRPr lang="it-IT" dirty="0"/>
          </a:p>
        </p:txBody>
      </p:sp>
      <p:sp>
        <p:nvSpPr>
          <p:cNvPr id="16" name="Segnaposto testo 2">
            <a:extLst>
              <a:ext uri="{FF2B5EF4-FFF2-40B4-BE49-F238E27FC236}">
                <a16:creationId xmlns:a16="http://schemas.microsoft.com/office/drawing/2014/main" id="{24E175D0-4C85-1644-9C01-7C2A93F3565D}"/>
              </a:ext>
            </a:extLst>
          </p:cNvPr>
          <p:cNvSpPr>
            <a:spLocks noGrp="1"/>
          </p:cNvSpPr>
          <p:nvPr>
            <p:ph type="body" idx="12" hasCustomPrompt="1"/>
          </p:nvPr>
        </p:nvSpPr>
        <p:spPr>
          <a:xfrm>
            <a:off x="1270228" y="1898680"/>
            <a:ext cx="7561259" cy="4257644"/>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Tree>
    <p:extLst>
      <p:ext uri="{BB962C8B-B14F-4D97-AF65-F5344CB8AC3E}">
        <p14:creationId xmlns:p14="http://schemas.microsoft.com/office/powerpoint/2010/main" val="320116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ft - small image">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EFEB538A-CE98-724B-AC85-C457BBB1F221}" type="datetime4">
              <a:rPr lang="it-IT" smtClean="0"/>
              <a:t>10 settembre 2026</a:t>
            </a:fld>
            <a:endParaRPr lang="it-IT" dirty="0"/>
          </a:p>
        </p:txBody>
      </p:sp>
      <p:sp>
        <p:nvSpPr>
          <p:cNvPr id="7" name="Segnaposto immagine 3">
            <a:extLst>
              <a:ext uri="{FF2B5EF4-FFF2-40B4-BE49-F238E27FC236}">
                <a16:creationId xmlns:a16="http://schemas.microsoft.com/office/drawing/2014/main" id="{D10407DA-69DD-334E-968E-32346D16E6B4}"/>
              </a:ext>
            </a:extLst>
          </p:cNvPr>
          <p:cNvSpPr>
            <a:spLocks noGrp="1"/>
          </p:cNvSpPr>
          <p:nvPr>
            <p:ph type="pic" sz="quarter" idx="10" hasCustomPrompt="1"/>
          </p:nvPr>
        </p:nvSpPr>
        <p:spPr>
          <a:xfrm>
            <a:off x="0" y="646113"/>
            <a:ext cx="3605212" cy="5510212"/>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14" name="Sottotitolo 2">
            <a:extLst>
              <a:ext uri="{FF2B5EF4-FFF2-40B4-BE49-F238E27FC236}">
                <a16:creationId xmlns:a16="http://schemas.microsoft.com/office/drawing/2014/main" id="{D8C06479-BAB6-1D40-8E09-E80FAA28C455}"/>
              </a:ext>
            </a:extLst>
          </p:cNvPr>
          <p:cNvSpPr>
            <a:spLocks noGrp="1"/>
          </p:cNvSpPr>
          <p:nvPr>
            <p:ph type="subTitle" idx="1" hasCustomPrompt="1"/>
          </p:nvPr>
        </p:nvSpPr>
        <p:spPr>
          <a:xfrm>
            <a:off x="4151315" y="743319"/>
            <a:ext cx="7561260"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15" name="Segnaposto testo 3">
            <a:extLst>
              <a:ext uri="{FF2B5EF4-FFF2-40B4-BE49-F238E27FC236}">
                <a16:creationId xmlns:a16="http://schemas.microsoft.com/office/drawing/2014/main" id="{616EC702-14C2-874F-90FF-096E1955C83F}"/>
              </a:ext>
            </a:extLst>
          </p:cNvPr>
          <p:cNvSpPr>
            <a:spLocks noGrp="1"/>
          </p:cNvSpPr>
          <p:nvPr>
            <p:ph type="body" sz="half" idx="11" hasCustomPrompt="1"/>
          </p:nvPr>
        </p:nvSpPr>
        <p:spPr>
          <a:xfrm>
            <a:off x="4151314" y="1167038"/>
            <a:ext cx="7561259" cy="270164"/>
          </a:xfrm>
          <a:prstGeom prst="rect">
            <a:avLst/>
          </a:prstGeom>
        </p:spPr>
        <p:txBody>
          <a:bodyPr/>
          <a:lstStyle>
            <a:lvl1pPr marL="0" indent="0">
              <a:buNone/>
              <a:defRPr sz="16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Subtitle</a:t>
            </a:r>
            <a:endParaRPr lang="it-IT" dirty="0"/>
          </a:p>
        </p:txBody>
      </p:sp>
      <p:sp>
        <p:nvSpPr>
          <p:cNvPr id="16" name="Segnaposto testo 2">
            <a:extLst>
              <a:ext uri="{FF2B5EF4-FFF2-40B4-BE49-F238E27FC236}">
                <a16:creationId xmlns:a16="http://schemas.microsoft.com/office/drawing/2014/main" id="{24E175D0-4C85-1644-9C01-7C2A93F3565D}"/>
              </a:ext>
            </a:extLst>
          </p:cNvPr>
          <p:cNvSpPr>
            <a:spLocks noGrp="1"/>
          </p:cNvSpPr>
          <p:nvPr>
            <p:ph type="body" idx="12" hasCustomPrompt="1"/>
          </p:nvPr>
        </p:nvSpPr>
        <p:spPr>
          <a:xfrm>
            <a:off x="4151314" y="1898680"/>
            <a:ext cx="7561259" cy="4257644"/>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Tree>
    <p:extLst>
      <p:ext uri="{BB962C8B-B14F-4D97-AF65-F5344CB8AC3E}">
        <p14:creationId xmlns:p14="http://schemas.microsoft.com/office/powerpoint/2010/main" val="1278694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ft - large image">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4C8FDAD1-268A-0D44-8CAE-BE824213FCBD}" type="datetime4">
              <a:rPr lang="it-IT" smtClean="0"/>
              <a:t>10 settembre 2026</a:t>
            </a:fld>
            <a:endParaRPr lang="it-IT" dirty="0"/>
          </a:p>
        </p:txBody>
      </p:sp>
      <p:sp>
        <p:nvSpPr>
          <p:cNvPr id="3" name="Segnaposto immagine 2">
            <a:extLst>
              <a:ext uri="{FF2B5EF4-FFF2-40B4-BE49-F238E27FC236}">
                <a16:creationId xmlns:a16="http://schemas.microsoft.com/office/drawing/2014/main" id="{478A7332-9D66-1545-A5A8-6366CB29289B}"/>
              </a:ext>
            </a:extLst>
          </p:cNvPr>
          <p:cNvSpPr>
            <a:spLocks noGrp="1"/>
          </p:cNvSpPr>
          <p:nvPr>
            <p:ph type="pic" sz="quarter" idx="10" hasCustomPrompt="1"/>
          </p:nvPr>
        </p:nvSpPr>
        <p:spPr>
          <a:xfrm>
            <a:off x="0" y="645869"/>
            <a:ext cx="6096000" cy="5510455"/>
          </a:xfrm>
          <a:prstGeom prst="rect">
            <a:avLst/>
          </a:prstGeom>
        </p:spPr>
        <p:txBody>
          <a:bodyPr/>
          <a:lstStyle>
            <a:lvl1pPr>
              <a:defRPr b="0" i="0">
                <a:latin typeface="Montserrat Light" pitchFamily="2" charset="77"/>
              </a:defRPr>
            </a:lvl1pPr>
          </a:lstStyle>
          <a:p>
            <a:r>
              <a:rPr lang="it-IT" dirty="0"/>
              <a:t>Image</a:t>
            </a:r>
          </a:p>
        </p:txBody>
      </p:sp>
      <p:sp>
        <p:nvSpPr>
          <p:cNvPr id="12" name="Sottotitolo 2">
            <a:extLst>
              <a:ext uri="{FF2B5EF4-FFF2-40B4-BE49-F238E27FC236}">
                <a16:creationId xmlns:a16="http://schemas.microsoft.com/office/drawing/2014/main" id="{6C357B65-DA11-0049-985B-F5864F268463}"/>
              </a:ext>
            </a:extLst>
          </p:cNvPr>
          <p:cNvSpPr>
            <a:spLocks noGrp="1"/>
          </p:cNvSpPr>
          <p:nvPr>
            <p:ph type="subTitle" idx="1" hasCustomPrompt="1"/>
          </p:nvPr>
        </p:nvSpPr>
        <p:spPr>
          <a:xfrm>
            <a:off x="6516687" y="743319"/>
            <a:ext cx="5195885"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14" name="Segnaposto testo 3">
            <a:extLst>
              <a:ext uri="{FF2B5EF4-FFF2-40B4-BE49-F238E27FC236}">
                <a16:creationId xmlns:a16="http://schemas.microsoft.com/office/drawing/2014/main" id="{02AF82F3-4E14-494D-BADF-7EA88ACC055B}"/>
              </a:ext>
            </a:extLst>
          </p:cNvPr>
          <p:cNvSpPr>
            <a:spLocks noGrp="1"/>
          </p:cNvSpPr>
          <p:nvPr>
            <p:ph type="body" sz="half" idx="11" hasCustomPrompt="1"/>
          </p:nvPr>
        </p:nvSpPr>
        <p:spPr>
          <a:xfrm>
            <a:off x="6516687" y="1167038"/>
            <a:ext cx="5195886" cy="270164"/>
          </a:xfrm>
          <a:prstGeom prst="rect">
            <a:avLst/>
          </a:prstGeom>
        </p:spPr>
        <p:txBody>
          <a:bodyPr/>
          <a:lstStyle>
            <a:lvl1pPr marL="0" indent="0">
              <a:buNone/>
              <a:defRPr sz="16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Subtitle</a:t>
            </a:r>
            <a:endParaRPr lang="it-IT" dirty="0"/>
          </a:p>
        </p:txBody>
      </p:sp>
      <p:sp>
        <p:nvSpPr>
          <p:cNvPr id="15" name="Segnaposto testo 2">
            <a:extLst>
              <a:ext uri="{FF2B5EF4-FFF2-40B4-BE49-F238E27FC236}">
                <a16:creationId xmlns:a16="http://schemas.microsoft.com/office/drawing/2014/main" id="{49255897-57F1-BA4B-9E7B-253F419212F4}"/>
              </a:ext>
            </a:extLst>
          </p:cNvPr>
          <p:cNvSpPr>
            <a:spLocks noGrp="1"/>
          </p:cNvSpPr>
          <p:nvPr>
            <p:ph type="body" idx="12" hasCustomPrompt="1"/>
          </p:nvPr>
        </p:nvSpPr>
        <p:spPr>
          <a:xfrm>
            <a:off x="6516686" y="1898680"/>
            <a:ext cx="5195885" cy="4257644"/>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Tree>
    <p:extLst>
      <p:ext uri="{BB962C8B-B14F-4D97-AF65-F5344CB8AC3E}">
        <p14:creationId xmlns:p14="http://schemas.microsoft.com/office/powerpoint/2010/main" val="3139729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 long title1">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AE1C3360-B738-0845-9991-65AF601771AE}" type="datetime4">
              <a:rPr lang="it-IT" smtClean="0"/>
              <a:t>10 settembre 2026</a:t>
            </a:fld>
            <a:endParaRPr lang="it-IT" dirty="0"/>
          </a:p>
        </p:txBody>
      </p:sp>
      <p:sp>
        <p:nvSpPr>
          <p:cNvPr id="7" name="Segnaposto immagine 3">
            <a:extLst>
              <a:ext uri="{FF2B5EF4-FFF2-40B4-BE49-F238E27FC236}">
                <a16:creationId xmlns:a16="http://schemas.microsoft.com/office/drawing/2014/main" id="{D10407DA-69DD-334E-968E-32346D16E6B4}"/>
              </a:ext>
            </a:extLst>
          </p:cNvPr>
          <p:cNvSpPr>
            <a:spLocks noGrp="1"/>
          </p:cNvSpPr>
          <p:nvPr>
            <p:ph type="pic" sz="quarter" idx="10" hasCustomPrompt="1"/>
          </p:nvPr>
        </p:nvSpPr>
        <p:spPr>
          <a:xfrm>
            <a:off x="0" y="646113"/>
            <a:ext cx="3605212" cy="5510212"/>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21" name="Segnaposto testo 2">
            <a:extLst>
              <a:ext uri="{FF2B5EF4-FFF2-40B4-BE49-F238E27FC236}">
                <a16:creationId xmlns:a16="http://schemas.microsoft.com/office/drawing/2014/main" id="{E9A06E6B-A9CC-D94B-BFE4-D7AC8CA45897}"/>
              </a:ext>
            </a:extLst>
          </p:cNvPr>
          <p:cNvSpPr>
            <a:spLocks noGrp="1"/>
          </p:cNvSpPr>
          <p:nvPr>
            <p:ph type="body" idx="13" hasCustomPrompt="1"/>
          </p:nvPr>
        </p:nvSpPr>
        <p:spPr>
          <a:xfrm>
            <a:off x="4151312" y="2253358"/>
            <a:ext cx="7561259" cy="3902967"/>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30" name="Sottotitolo 2">
            <a:extLst>
              <a:ext uri="{FF2B5EF4-FFF2-40B4-BE49-F238E27FC236}">
                <a16:creationId xmlns:a16="http://schemas.microsoft.com/office/drawing/2014/main" id="{9CC23825-6284-8244-AA58-A1CF631F10FF}"/>
              </a:ext>
            </a:extLst>
          </p:cNvPr>
          <p:cNvSpPr>
            <a:spLocks noGrp="1"/>
          </p:cNvSpPr>
          <p:nvPr>
            <p:ph type="subTitle" idx="1" hasCustomPrompt="1"/>
          </p:nvPr>
        </p:nvSpPr>
        <p:spPr>
          <a:xfrm>
            <a:off x="4151311" y="559040"/>
            <a:ext cx="7561260" cy="1261883"/>
          </a:xfrm>
          <a:prstGeom prst="rect">
            <a:avLst/>
          </a:prstGeom>
        </p:spPr>
        <p:txBody>
          <a:bodyPr anchor="ct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z="3800" dirty="0">
                <a:solidFill>
                  <a:schemeClr val="accent1"/>
                </a:solidFill>
                <a:latin typeface="Montserrat Light" pitchFamily="2" charset="77"/>
              </a:rPr>
              <a:t>Long </a:t>
            </a:r>
            <a:br>
              <a:rPr lang="it-IT" sz="3800" dirty="0">
                <a:solidFill>
                  <a:schemeClr val="accent1"/>
                </a:solidFill>
                <a:latin typeface="Montserrat Light" pitchFamily="2" charset="77"/>
              </a:rPr>
            </a:br>
            <a:r>
              <a:rPr lang="it-IT" sz="3800" dirty="0" err="1">
                <a:solidFill>
                  <a:schemeClr val="accent1"/>
                </a:solidFill>
                <a:latin typeface="Montserrat Light" pitchFamily="2" charset="77"/>
              </a:rPr>
              <a:t>title</a:t>
            </a:r>
            <a:endParaRPr lang="it-IT" sz="3800" dirty="0">
              <a:solidFill>
                <a:schemeClr val="accent1"/>
              </a:solidFill>
              <a:latin typeface="Montserrat Light" pitchFamily="2" charset="77"/>
            </a:endParaRPr>
          </a:p>
        </p:txBody>
      </p:sp>
    </p:spTree>
    <p:extLst>
      <p:ext uri="{BB962C8B-B14F-4D97-AF65-F5344CB8AC3E}">
        <p14:creationId xmlns:p14="http://schemas.microsoft.com/office/powerpoint/2010/main" val="2976795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 - long title2">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3" name="Titolo 1">
            <a:extLst>
              <a:ext uri="{FF2B5EF4-FFF2-40B4-BE49-F238E27FC236}">
                <a16:creationId xmlns:a16="http://schemas.microsoft.com/office/drawing/2014/main" id="{0C9299C0-CDCD-B148-9A8E-3173135FCF65}"/>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6" name="Google Shape;7;p1">
            <a:extLst>
              <a:ext uri="{FF2B5EF4-FFF2-40B4-BE49-F238E27FC236}">
                <a16:creationId xmlns:a16="http://schemas.microsoft.com/office/drawing/2014/main" id="{D05AD4F0-3FC3-EA4C-89A6-2E9D8FA8A93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9" name="Segnaposto data 3">
            <a:extLst>
              <a:ext uri="{FF2B5EF4-FFF2-40B4-BE49-F238E27FC236}">
                <a16:creationId xmlns:a16="http://schemas.microsoft.com/office/drawing/2014/main" id="{B0C78D09-C770-4143-A733-002C9ED10797}"/>
              </a:ext>
            </a:extLst>
          </p:cNvPr>
          <p:cNvSpPr>
            <a:spLocks noGrp="1"/>
          </p:cNvSpPr>
          <p:nvPr>
            <p:ph type="dt" sz="half" idx="2"/>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AE1C3360-B738-0845-9991-65AF601771AE}" type="datetime4">
              <a:rPr lang="it-IT" smtClean="0"/>
              <a:t>10 settembre 2026</a:t>
            </a:fld>
            <a:endParaRPr lang="it-IT" dirty="0"/>
          </a:p>
        </p:txBody>
      </p:sp>
      <p:sp>
        <p:nvSpPr>
          <p:cNvPr id="21" name="Segnaposto testo 2">
            <a:extLst>
              <a:ext uri="{FF2B5EF4-FFF2-40B4-BE49-F238E27FC236}">
                <a16:creationId xmlns:a16="http://schemas.microsoft.com/office/drawing/2014/main" id="{E9A06E6B-A9CC-D94B-BFE4-D7AC8CA45897}"/>
              </a:ext>
            </a:extLst>
          </p:cNvPr>
          <p:cNvSpPr>
            <a:spLocks noGrp="1"/>
          </p:cNvSpPr>
          <p:nvPr>
            <p:ph type="body" idx="13" hasCustomPrompt="1"/>
          </p:nvPr>
        </p:nvSpPr>
        <p:spPr>
          <a:xfrm>
            <a:off x="6516686" y="2253358"/>
            <a:ext cx="5195885" cy="3902967"/>
          </a:xfrm>
          <a:prstGeom prst="rect">
            <a:avLst/>
          </a:prstGeom>
        </p:spPr>
        <p:txBody>
          <a:bodyPr anchor="t"/>
          <a:lstStyle>
            <a:lvl1pPr marL="0" indent="0">
              <a:buNone/>
              <a:defRPr sz="16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30" name="Sottotitolo 2">
            <a:extLst>
              <a:ext uri="{FF2B5EF4-FFF2-40B4-BE49-F238E27FC236}">
                <a16:creationId xmlns:a16="http://schemas.microsoft.com/office/drawing/2014/main" id="{9CC23825-6284-8244-AA58-A1CF631F10FF}"/>
              </a:ext>
            </a:extLst>
          </p:cNvPr>
          <p:cNvSpPr>
            <a:spLocks noGrp="1"/>
          </p:cNvSpPr>
          <p:nvPr>
            <p:ph type="subTitle" idx="1" hasCustomPrompt="1"/>
          </p:nvPr>
        </p:nvSpPr>
        <p:spPr>
          <a:xfrm>
            <a:off x="6516685" y="559040"/>
            <a:ext cx="5195886" cy="1261883"/>
          </a:xfrm>
          <a:prstGeom prst="rect">
            <a:avLst/>
          </a:prstGeom>
        </p:spPr>
        <p:txBody>
          <a:bodyPr anchor="ct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z="3800" dirty="0">
                <a:solidFill>
                  <a:schemeClr val="accent1"/>
                </a:solidFill>
                <a:latin typeface="Montserrat Light" pitchFamily="2" charset="77"/>
              </a:rPr>
              <a:t>Long </a:t>
            </a:r>
            <a:br>
              <a:rPr lang="it-IT" sz="3800" dirty="0">
                <a:solidFill>
                  <a:schemeClr val="accent1"/>
                </a:solidFill>
                <a:latin typeface="Montserrat Light" pitchFamily="2" charset="77"/>
              </a:rPr>
            </a:br>
            <a:r>
              <a:rPr lang="it-IT" sz="3800" dirty="0" err="1">
                <a:solidFill>
                  <a:schemeClr val="accent1"/>
                </a:solidFill>
                <a:latin typeface="Montserrat Light" pitchFamily="2" charset="77"/>
              </a:rPr>
              <a:t>title</a:t>
            </a:r>
            <a:endParaRPr lang="it-IT" sz="3800" dirty="0">
              <a:solidFill>
                <a:schemeClr val="accent1"/>
              </a:solidFill>
              <a:latin typeface="Montserrat Light" pitchFamily="2" charset="77"/>
            </a:endParaRPr>
          </a:p>
        </p:txBody>
      </p:sp>
      <p:sp>
        <p:nvSpPr>
          <p:cNvPr id="10" name="Segnaposto immagine 2">
            <a:extLst>
              <a:ext uri="{FF2B5EF4-FFF2-40B4-BE49-F238E27FC236}">
                <a16:creationId xmlns:a16="http://schemas.microsoft.com/office/drawing/2014/main" id="{3000B5F4-6BC9-D24C-BE33-7056C2D85D0B}"/>
              </a:ext>
            </a:extLst>
          </p:cNvPr>
          <p:cNvSpPr>
            <a:spLocks noGrp="1"/>
          </p:cNvSpPr>
          <p:nvPr>
            <p:ph type="pic" sz="quarter" idx="10" hasCustomPrompt="1"/>
          </p:nvPr>
        </p:nvSpPr>
        <p:spPr>
          <a:xfrm>
            <a:off x="0" y="645869"/>
            <a:ext cx="6096000" cy="5510455"/>
          </a:xfrm>
          <a:prstGeom prst="rect">
            <a:avLst/>
          </a:prstGeom>
        </p:spPr>
        <p:txBody>
          <a:bodyPr/>
          <a:lstStyle>
            <a:lvl1pPr>
              <a:defRPr b="0" i="0">
                <a:latin typeface="Montserrat Light" pitchFamily="2" charset="77"/>
              </a:defRPr>
            </a:lvl1pPr>
          </a:lstStyle>
          <a:p>
            <a:r>
              <a:rPr lang="it-IT" dirty="0"/>
              <a:t>Image</a:t>
            </a:r>
          </a:p>
        </p:txBody>
      </p:sp>
    </p:spTree>
    <p:extLst>
      <p:ext uri="{BB962C8B-B14F-4D97-AF65-F5344CB8AC3E}">
        <p14:creationId xmlns:p14="http://schemas.microsoft.com/office/powerpoint/2010/main" val="1572910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images">
    <p:spTree>
      <p:nvGrpSpPr>
        <p:cNvPr id="1" name=""/>
        <p:cNvGrpSpPr/>
        <p:nvPr/>
      </p:nvGrpSpPr>
      <p:grpSpPr>
        <a:xfrm>
          <a:off x="0" y="0"/>
          <a:ext cx="0" cy="0"/>
          <a:chOff x="0" y="0"/>
          <a:chExt cx="0" cy="0"/>
        </a:xfrm>
      </p:grpSpPr>
      <p:sp>
        <p:nvSpPr>
          <p:cNvPr id="19" name="Segnaposto immagine 3">
            <a:extLst>
              <a:ext uri="{FF2B5EF4-FFF2-40B4-BE49-F238E27FC236}">
                <a16:creationId xmlns:a16="http://schemas.microsoft.com/office/drawing/2014/main" id="{3A37C3B8-6C69-FE4F-A622-4AE58B42E477}"/>
              </a:ext>
            </a:extLst>
          </p:cNvPr>
          <p:cNvSpPr>
            <a:spLocks noGrp="1"/>
          </p:cNvSpPr>
          <p:nvPr>
            <p:ph type="pic" sz="quarter" idx="11" hasCustomPrompt="1"/>
          </p:nvPr>
        </p:nvSpPr>
        <p:spPr>
          <a:xfrm>
            <a:off x="6096002" y="3429000"/>
            <a:ext cx="6095998" cy="3429000"/>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7" name="Segnaposto immagine 3">
            <a:extLst>
              <a:ext uri="{FF2B5EF4-FFF2-40B4-BE49-F238E27FC236}">
                <a16:creationId xmlns:a16="http://schemas.microsoft.com/office/drawing/2014/main" id="{D10407DA-69DD-334E-968E-32346D16E6B4}"/>
              </a:ext>
            </a:extLst>
          </p:cNvPr>
          <p:cNvSpPr>
            <a:spLocks noGrp="1"/>
          </p:cNvSpPr>
          <p:nvPr>
            <p:ph type="pic" sz="quarter" idx="10" hasCustomPrompt="1"/>
          </p:nvPr>
        </p:nvSpPr>
        <p:spPr>
          <a:xfrm>
            <a:off x="0" y="0"/>
            <a:ext cx="6095998" cy="3429000"/>
          </a:xfrm>
          <a:prstGeom prst="rect">
            <a:avLst/>
          </a:prstGeom>
        </p:spPr>
        <p:txBody>
          <a:bodyPr/>
          <a:lstStyle>
            <a:lvl1pPr>
              <a:defRPr b="0" i="0">
                <a:solidFill>
                  <a:schemeClr val="tx1"/>
                </a:solidFill>
                <a:latin typeface="Montserrat Light" pitchFamily="2" charset="77"/>
              </a:defRPr>
            </a:lvl1pPr>
          </a:lstStyle>
          <a:p>
            <a:r>
              <a:rPr lang="it-IT" dirty="0"/>
              <a:t>Image</a:t>
            </a:r>
          </a:p>
        </p:txBody>
      </p:sp>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26" name="Sottotitolo 2">
            <a:extLst>
              <a:ext uri="{FF2B5EF4-FFF2-40B4-BE49-F238E27FC236}">
                <a16:creationId xmlns:a16="http://schemas.microsoft.com/office/drawing/2014/main" id="{7EB27E16-BCB2-5546-A610-AC3BF2275D56}"/>
              </a:ext>
            </a:extLst>
          </p:cNvPr>
          <p:cNvSpPr>
            <a:spLocks noGrp="1"/>
          </p:cNvSpPr>
          <p:nvPr>
            <p:ph type="subTitle" idx="1" hasCustomPrompt="1"/>
          </p:nvPr>
        </p:nvSpPr>
        <p:spPr>
          <a:xfrm>
            <a:off x="661118" y="4271062"/>
            <a:ext cx="4773762" cy="365124"/>
          </a:xfrm>
          <a:prstGeom prst="rect">
            <a:avLst/>
          </a:prstGeom>
        </p:spPr>
        <p:txBody>
          <a:bodyPr anchor="ctr"/>
          <a:lstStyle>
            <a:lvl1pPr marL="0" indent="0" algn="ctr">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27" name="Segnaposto testo 2">
            <a:extLst>
              <a:ext uri="{FF2B5EF4-FFF2-40B4-BE49-F238E27FC236}">
                <a16:creationId xmlns:a16="http://schemas.microsoft.com/office/drawing/2014/main" id="{E28CEDAA-A49D-3848-B1EF-07A4603A59DF}"/>
              </a:ext>
            </a:extLst>
          </p:cNvPr>
          <p:cNvSpPr>
            <a:spLocks noGrp="1"/>
          </p:cNvSpPr>
          <p:nvPr>
            <p:ph type="body" idx="12" hasCustomPrompt="1"/>
          </p:nvPr>
        </p:nvSpPr>
        <p:spPr>
          <a:xfrm>
            <a:off x="661119" y="4948171"/>
            <a:ext cx="4773762" cy="1153372"/>
          </a:xfrm>
          <a:prstGeom prst="rect">
            <a:avLst/>
          </a:prstGeom>
        </p:spPr>
        <p:txBody>
          <a:bodyPr anchor="t"/>
          <a:lstStyle>
            <a:lvl1pPr marL="0" indent="0" algn="ctr">
              <a:buNone/>
              <a:defRPr sz="14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31" name="Segnaposto testo 2">
            <a:extLst>
              <a:ext uri="{FF2B5EF4-FFF2-40B4-BE49-F238E27FC236}">
                <a16:creationId xmlns:a16="http://schemas.microsoft.com/office/drawing/2014/main" id="{B61445C6-DC37-CF47-8494-6EC6F029611B}"/>
              </a:ext>
            </a:extLst>
          </p:cNvPr>
          <p:cNvSpPr>
            <a:spLocks noGrp="1"/>
          </p:cNvSpPr>
          <p:nvPr>
            <p:ph type="body" idx="13" hasCustomPrompt="1"/>
          </p:nvPr>
        </p:nvSpPr>
        <p:spPr>
          <a:xfrm>
            <a:off x="6757121" y="1508067"/>
            <a:ext cx="4773762" cy="1153372"/>
          </a:xfrm>
          <a:prstGeom prst="rect">
            <a:avLst/>
          </a:prstGeom>
        </p:spPr>
        <p:txBody>
          <a:bodyPr anchor="t"/>
          <a:lstStyle>
            <a:lvl1pPr marL="0" indent="0" algn="ctr">
              <a:buNone/>
              <a:defRPr sz="14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36" name="Segnaposto testo 3">
            <a:extLst>
              <a:ext uri="{FF2B5EF4-FFF2-40B4-BE49-F238E27FC236}">
                <a16:creationId xmlns:a16="http://schemas.microsoft.com/office/drawing/2014/main" id="{D7BAC120-42B5-BF43-BFA8-FFD28D7A7D78}"/>
              </a:ext>
            </a:extLst>
          </p:cNvPr>
          <p:cNvSpPr>
            <a:spLocks noGrp="1"/>
          </p:cNvSpPr>
          <p:nvPr>
            <p:ph type="body" sz="half" idx="14" hasCustomPrompt="1"/>
          </p:nvPr>
        </p:nvSpPr>
        <p:spPr>
          <a:xfrm>
            <a:off x="6757120" y="833074"/>
            <a:ext cx="4773762" cy="360891"/>
          </a:xfrm>
          <a:prstGeom prst="rect">
            <a:avLst/>
          </a:prstGeom>
        </p:spPr>
        <p:txBody>
          <a:bodyPr anchor="ctr"/>
          <a:lstStyle>
            <a:lvl1pPr marL="0" indent="0" algn="ctr">
              <a:buNone/>
              <a:defRPr sz="38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Title</a:t>
            </a:r>
          </a:p>
        </p:txBody>
      </p:sp>
    </p:spTree>
    <p:extLst>
      <p:ext uri="{BB962C8B-B14F-4D97-AF65-F5344CB8AC3E}">
        <p14:creationId xmlns:p14="http://schemas.microsoft.com/office/powerpoint/2010/main" val="1818505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eople">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7" name="Sottotitolo 2">
            <a:extLst>
              <a:ext uri="{FF2B5EF4-FFF2-40B4-BE49-F238E27FC236}">
                <a16:creationId xmlns:a16="http://schemas.microsoft.com/office/drawing/2014/main" id="{6E0FD427-4327-6F4F-B402-147D71A0BBBD}"/>
              </a:ext>
            </a:extLst>
          </p:cNvPr>
          <p:cNvSpPr>
            <a:spLocks noGrp="1"/>
          </p:cNvSpPr>
          <p:nvPr>
            <p:ph type="subTitle" idx="1" hasCustomPrompt="1"/>
          </p:nvPr>
        </p:nvSpPr>
        <p:spPr>
          <a:xfrm>
            <a:off x="442912" y="743319"/>
            <a:ext cx="5195885"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20" name="Segnaposto testo 3">
            <a:extLst>
              <a:ext uri="{FF2B5EF4-FFF2-40B4-BE49-F238E27FC236}">
                <a16:creationId xmlns:a16="http://schemas.microsoft.com/office/drawing/2014/main" id="{A7FA8298-EDEE-A54C-8EDA-87DE3C3EE4E6}"/>
              </a:ext>
            </a:extLst>
          </p:cNvPr>
          <p:cNvSpPr>
            <a:spLocks noGrp="1"/>
          </p:cNvSpPr>
          <p:nvPr>
            <p:ph type="body" sz="half" idx="11" hasCustomPrompt="1"/>
          </p:nvPr>
        </p:nvSpPr>
        <p:spPr>
          <a:xfrm>
            <a:off x="442150" y="4149664"/>
            <a:ext cx="2684600" cy="137949"/>
          </a:xfrm>
          <a:prstGeom prst="rect">
            <a:avLst/>
          </a:prstGeom>
        </p:spPr>
        <p:txBody>
          <a:bodyPr anchor="ctr"/>
          <a:lstStyle>
            <a:lvl1pPr marL="0" indent="0" algn="ctr">
              <a:buNone/>
              <a:defRPr sz="14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Job Title</a:t>
            </a:r>
          </a:p>
        </p:txBody>
      </p:sp>
      <p:sp>
        <p:nvSpPr>
          <p:cNvPr id="21" name="Segnaposto testo 2">
            <a:extLst>
              <a:ext uri="{FF2B5EF4-FFF2-40B4-BE49-F238E27FC236}">
                <a16:creationId xmlns:a16="http://schemas.microsoft.com/office/drawing/2014/main" id="{9240A8D2-413D-4843-B1A7-F242C9701E2C}"/>
              </a:ext>
            </a:extLst>
          </p:cNvPr>
          <p:cNvSpPr>
            <a:spLocks noGrp="1"/>
          </p:cNvSpPr>
          <p:nvPr>
            <p:ph type="body" idx="12" hasCustomPrompt="1"/>
          </p:nvPr>
        </p:nvSpPr>
        <p:spPr>
          <a:xfrm>
            <a:off x="438478" y="4380522"/>
            <a:ext cx="2684601" cy="137949"/>
          </a:xfrm>
          <a:prstGeom prst="rect">
            <a:avLst/>
          </a:prstGeom>
        </p:spPr>
        <p:txBody>
          <a:bodyPr anchor="ctr"/>
          <a:lstStyle>
            <a:lvl1pPr marL="0" indent="0" algn="ctr">
              <a:buNone/>
              <a:defRPr sz="12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email</a:t>
            </a:r>
          </a:p>
        </p:txBody>
      </p:sp>
      <p:sp>
        <p:nvSpPr>
          <p:cNvPr id="23" name="Segnaposto testo 3">
            <a:extLst>
              <a:ext uri="{FF2B5EF4-FFF2-40B4-BE49-F238E27FC236}">
                <a16:creationId xmlns:a16="http://schemas.microsoft.com/office/drawing/2014/main" id="{FF0461C9-206F-0B43-9F1C-1FD35E2D0422}"/>
              </a:ext>
            </a:extLst>
          </p:cNvPr>
          <p:cNvSpPr>
            <a:spLocks noGrp="1"/>
          </p:cNvSpPr>
          <p:nvPr>
            <p:ph type="body" sz="half" idx="2" hasCustomPrompt="1"/>
          </p:nvPr>
        </p:nvSpPr>
        <p:spPr>
          <a:xfrm>
            <a:off x="438478" y="3859028"/>
            <a:ext cx="2684602" cy="270164"/>
          </a:xfrm>
          <a:prstGeom prst="rect">
            <a:avLst/>
          </a:prstGeom>
        </p:spPr>
        <p:txBody>
          <a:bodyPr anchor="ctr"/>
          <a:lstStyle>
            <a:lvl1pPr marL="0" indent="0" algn="ctr">
              <a:buNone/>
              <a:defRPr sz="1400" b="1" i="0">
                <a:solidFill>
                  <a:schemeClr val="accent1"/>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Name</a:t>
            </a:r>
            <a:r>
              <a:rPr lang="it-IT" dirty="0"/>
              <a:t> </a:t>
            </a:r>
            <a:r>
              <a:rPr lang="it-IT" dirty="0" err="1"/>
              <a:t>Surname</a:t>
            </a:r>
            <a:endParaRPr lang="it-IT" dirty="0"/>
          </a:p>
        </p:txBody>
      </p:sp>
      <p:sp>
        <p:nvSpPr>
          <p:cNvPr id="24" name="Segnaposto testo 3">
            <a:extLst>
              <a:ext uri="{FF2B5EF4-FFF2-40B4-BE49-F238E27FC236}">
                <a16:creationId xmlns:a16="http://schemas.microsoft.com/office/drawing/2014/main" id="{F7580CD2-077B-634D-8091-534449319D58}"/>
              </a:ext>
            </a:extLst>
          </p:cNvPr>
          <p:cNvSpPr>
            <a:spLocks noGrp="1"/>
          </p:cNvSpPr>
          <p:nvPr>
            <p:ph type="body" sz="half" idx="13" hasCustomPrompt="1"/>
          </p:nvPr>
        </p:nvSpPr>
        <p:spPr>
          <a:xfrm>
            <a:off x="3246765" y="4149664"/>
            <a:ext cx="2684600" cy="137949"/>
          </a:xfrm>
          <a:prstGeom prst="rect">
            <a:avLst/>
          </a:prstGeom>
        </p:spPr>
        <p:txBody>
          <a:bodyPr anchor="ctr"/>
          <a:lstStyle>
            <a:lvl1pPr marL="0" indent="0" algn="ctr">
              <a:buNone/>
              <a:defRPr sz="14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Job Title</a:t>
            </a:r>
          </a:p>
        </p:txBody>
      </p:sp>
      <p:sp>
        <p:nvSpPr>
          <p:cNvPr id="25" name="Segnaposto testo 2">
            <a:extLst>
              <a:ext uri="{FF2B5EF4-FFF2-40B4-BE49-F238E27FC236}">
                <a16:creationId xmlns:a16="http://schemas.microsoft.com/office/drawing/2014/main" id="{E1CAD7B8-7965-2946-B5BC-363EAC979699}"/>
              </a:ext>
            </a:extLst>
          </p:cNvPr>
          <p:cNvSpPr>
            <a:spLocks noGrp="1"/>
          </p:cNvSpPr>
          <p:nvPr>
            <p:ph type="body" idx="14" hasCustomPrompt="1"/>
          </p:nvPr>
        </p:nvSpPr>
        <p:spPr>
          <a:xfrm>
            <a:off x="3243093" y="4380522"/>
            <a:ext cx="2684601" cy="137949"/>
          </a:xfrm>
          <a:prstGeom prst="rect">
            <a:avLst/>
          </a:prstGeom>
        </p:spPr>
        <p:txBody>
          <a:bodyPr anchor="ctr"/>
          <a:lstStyle>
            <a:lvl1pPr marL="0" indent="0" algn="ctr">
              <a:buNone/>
              <a:defRPr sz="12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email</a:t>
            </a:r>
          </a:p>
        </p:txBody>
      </p:sp>
      <p:sp>
        <p:nvSpPr>
          <p:cNvPr id="28" name="Segnaposto testo 3">
            <a:extLst>
              <a:ext uri="{FF2B5EF4-FFF2-40B4-BE49-F238E27FC236}">
                <a16:creationId xmlns:a16="http://schemas.microsoft.com/office/drawing/2014/main" id="{44122BFC-FE93-EE49-B579-C01E34C4DE2C}"/>
              </a:ext>
            </a:extLst>
          </p:cNvPr>
          <p:cNvSpPr>
            <a:spLocks noGrp="1"/>
          </p:cNvSpPr>
          <p:nvPr>
            <p:ph type="body" sz="half" idx="15" hasCustomPrompt="1"/>
          </p:nvPr>
        </p:nvSpPr>
        <p:spPr>
          <a:xfrm>
            <a:off x="3243093" y="3859028"/>
            <a:ext cx="2684602" cy="270164"/>
          </a:xfrm>
          <a:prstGeom prst="rect">
            <a:avLst/>
          </a:prstGeom>
        </p:spPr>
        <p:txBody>
          <a:bodyPr anchor="ctr"/>
          <a:lstStyle>
            <a:lvl1pPr marL="0" indent="0" algn="ctr">
              <a:buNone/>
              <a:defRPr sz="1400" b="1" i="0">
                <a:solidFill>
                  <a:schemeClr val="accent1"/>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Name</a:t>
            </a:r>
            <a:r>
              <a:rPr lang="it-IT" dirty="0"/>
              <a:t> </a:t>
            </a:r>
            <a:r>
              <a:rPr lang="it-IT" dirty="0" err="1"/>
              <a:t>Surname</a:t>
            </a:r>
            <a:endParaRPr lang="it-IT" dirty="0"/>
          </a:p>
        </p:txBody>
      </p:sp>
      <p:sp>
        <p:nvSpPr>
          <p:cNvPr id="33" name="Segnaposto testo 3">
            <a:extLst>
              <a:ext uri="{FF2B5EF4-FFF2-40B4-BE49-F238E27FC236}">
                <a16:creationId xmlns:a16="http://schemas.microsoft.com/office/drawing/2014/main" id="{D427F8F8-78E8-0C42-A645-2481198495C4}"/>
              </a:ext>
            </a:extLst>
          </p:cNvPr>
          <p:cNvSpPr>
            <a:spLocks noGrp="1"/>
          </p:cNvSpPr>
          <p:nvPr>
            <p:ph type="body" sz="half" idx="16" hasCustomPrompt="1"/>
          </p:nvPr>
        </p:nvSpPr>
        <p:spPr>
          <a:xfrm>
            <a:off x="6167386" y="4149664"/>
            <a:ext cx="2684600" cy="137949"/>
          </a:xfrm>
          <a:prstGeom prst="rect">
            <a:avLst/>
          </a:prstGeom>
        </p:spPr>
        <p:txBody>
          <a:bodyPr anchor="ctr"/>
          <a:lstStyle>
            <a:lvl1pPr marL="0" indent="0" algn="ctr">
              <a:buNone/>
              <a:defRPr sz="14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Job Title</a:t>
            </a:r>
          </a:p>
        </p:txBody>
      </p:sp>
      <p:sp>
        <p:nvSpPr>
          <p:cNvPr id="34" name="Segnaposto testo 2">
            <a:extLst>
              <a:ext uri="{FF2B5EF4-FFF2-40B4-BE49-F238E27FC236}">
                <a16:creationId xmlns:a16="http://schemas.microsoft.com/office/drawing/2014/main" id="{9D129490-06E5-6F4F-BE03-3AF30F017802}"/>
              </a:ext>
            </a:extLst>
          </p:cNvPr>
          <p:cNvSpPr>
            <a:spLocks noGrp="1"/>
          </p:cNvSpPr>
          <p:nvPr>
            <p:ph type="body" idx="17" hasCustomPrompt="1"/>
          </p:nvPr>
        </p:nvSpPr>
        <p:spPr>
          <a:xfrm>
            <a:off x="6163714" y="4380522"/>
            <a:ext cx="2684601" cy="137949"/>
          </a:xfrm>
          <a:prstGeom prst="rect">
            <a:avLst/>
          </a:prstGeom>
        </p:spPr>
        <p:txBody>
          <a:bodyPr anchor="ctr"/>
          <a:lstStyle>
            <a:lvl1pPr marL="0" indent="0" algn="ctr">
              <a:buNone/>
              <a:defRPr sz="12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email</a:t>
            </a:r>
          </a:p>
        </p:txBody>
      </p:sp>
      <p:sp>
        <p:nvSpPr>
          <p:cNvPr id="35" name="Segnaposto testo 3">
            <a:extLst>
              <a:ext uri="{FF2B5EF4-FFF2-40B4-BE49-F238E27FC236}">
                <a16:creationId xmlns:a16="http://schemas.microsoft.com/office/drawing/2014/main" id="{CB14F4E7-B8A7-9742-B68D-24563314E816}"/>
              </a:ext>
            </a:extLst>
          </p:cNvPr>
          <p:cNvSpPr>
            <a:spLocks noGrp="1"/>
          </p:cNvSpPr>
          <p:nvPr>
            <p:ph type="body" sz="half" idx="18" hasCustomPrompt="1"/>
          </p:nvPr>
        </p:nvSpPr>
        <p:spPr>
          <a:xfrm>
            <a:off x="6163714" y="3859028"/>
            <a:ext cx="2684602" cy="270164"/>
          </a:xfrm>
          <a:prstGeom prst="rect">
            <a:avLst/>
          </a:prstGeom>
        </p:spPr>
        <p:txBody>
          <a:bodyPr anchor="ctr"/>
          <a:lstStyle>
            <a:lvl1pPr marL="0" indent="0" algn="ctr">
              <a:buNone/>
              <a:defRPr sz="1400" b="1" i="0">
                <a:solidFill>
                  <a:schemeClr val="accent1"/>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Name</a:t>
            </a:r>
            <a:r>
              <a:rPr lang="it-IT" dirty="0"/>
              <a:t> </a:t>
            </a:r>
            <a:r>
              <a:rPr lang="it-IT" dirty="0" err="1"/>
              <a:t>Surname</a:t>
            </a:r>
            <a:endParaRPr lang="it-IT" dirty="0"/>
          </a:p>
        </p:txBody>
      </p:sp>
      <p:sp>
        <p:nvSpPr>
          <p:cNvPr id="40" name="Segnaposto testo 3">
            <a:extLst>
              <a:ext uri="{FF2B5EF4-FFF2-40B4-BE49-F238E27FC236}">
                <a16:creationId xmlns:a16="http://schemas.microsoft.com/office/drawing/2014/main" id="{D1736C78-2B39-A84B-8173-5B79A6987443}"/>
              </a:ext>
            </a:extLst>
          </p:cNvPr>
          <p:cNvSpPr>
            <a:spLocks noGrp="1"/>
          </p:cNvSpPr>
          <p:nvPr>
            <p:ph type="body" sz="half" idx="19" hasCustomPrompt="1"/>
          </p:nvPr>
        </p:nvSpPr>
        <p:spPr>
          <a:xfrm>
            <a:off x="9033415" y="4149664"/>
            <a:ext cx="2684600" cy="137949"/>
          </a:xfrm>
          <a:prstGeom prst="rect">
            <a:avLst/>
          </a:prstGeom>
        </p:spPr>
        <p:txBody>
          <a:bodyPr anchor="ctr"/>
          <a:lstStyle>
            <a:lvl1pPr marL="0" indent="0" algn="ctr">
              <a:buNone/>
              <a:defRPr sz="1400" b="0" i="0">
                <a:solidFill>
                  <a:schemeClr val="accent1"/>
                </a:solidFill>
                <a:latin typeface="Montserrat Ligh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Job Title</a:t>
            </a:r>
          </a:p>
        </p:txBody>
      </p:sp>
      <p:sp>
        <p:nvSpPr>
          <p:cNvPr id="41" name="Segnaposto testo 2">
            <a:extLst>
              <a:ext uri="{FF2B5EF4-FFF2-40B4-BE49-F238E27FC236}">
                <a16:creationId xmlns:a16="http://schemas.microsoft.com/office/drawing/2014/main" id="{A476DE79-58D8-944E-8D3A-CC5ECBE0DA74}"/>
              </a:ext>
            </a:extLst>
          </p:cNvPr>
          <p:cNvSpPr>
            <a:spLocks noGrp="1"/>
          </p:cNvSpPr>
          <p:nvPr>
            <p:ph type="body" idx="20" hasCustomPrompt="1"/>
          </p:nvPr>
        </p:nvSpPr>
        <p:spPr>
          <a:xfrm>
            <a:off x="9029743" y="4380522"/>
            <a:ext cx="2684601" cy="137949"/>
          </a:xfrm>
          <a:prstGeom prst="rect">
            <a:avLst/>
          </a:prstGeom>
        </p:spPr>
        <p:txBody>
          <a:bodyPr anchor="ctr"/>
          <a:lstStyle>
            <a:lvl1pPr marL="0" indent="0" algn="ctr">
              <a:buNone/>
              <a:defRPr sz="12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email</a:t>
            </a:r>
          </a:p>
        </p:txBody>
      </p:sp>
      <p:sp>
        <p:nvSpPr>
          <p:cNvPr id="42" name="Segnaposto testo 3">
            <a:extLst>
              <a:ext uri="{FF2B5EF4-FFF2-40B4-BE49-F238E27FC236}">
                <a16:creationId xmlns:a16="http://schemas.microsoft.com/office/drawing/2014/main" id="{CF3F1E05-763A-AD40-AA22-E0FBC0B61D42}"/>
              </a:ext>
            </a:extLst>
          </p:cNvPr>
          <p:cNvSpPr>
            <a:spLocks noGrp="1"/>
          </p:cNvSpPr>
          <p:nvPr>
            <p:ph type="body" sz="half" idx="21" hasCustomPrompt="1"/>
          </p:nvPr>
        </p:nvSpPr>
        <p:spPr>
          <a:xfrm>
            <a:off x="9029743" y="3859028"/>
            <a:ext cx="2684602" cy="270164"/>
          </a:xfrm>
          <a:prstGeom prst="rect">
            <a:avLst/>
          </a:prstGeom>
        </p:spPr>
        <p:txBody>
          <a:bodyPr anchor="ctr"/>
          <a:lstStyle>
            <a:lvl1pPr marL="0" indent="0" algn="ctr">
              <a:buNone/>
              <a:defRPr sz="1400" b="1" i="0">
                <a:solidFill>
                  <a:schemeClr val="accent1"/>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err="1"/>
              <a:t>Name</a:t>
            </a:r>
            <a:r>
              <a:rPr lang="it-IT" dirty="0"/>
              <a:t> </a:t>
            </a:r>
            <a:r>
              <a:rPr lang="it-IT" dirty="0" err="1"/>
              <a:t>Surname</a:t>
            </a:r>
            <a:endParaRPr lang="it-IT" dirty="0"/>
          </a:p>
        </p:txBody>
      </p:sp>
      <p:sp>
        <p:nvSpPr>
          <p:cNvPr id="43" name="Segnaposto immagine 3">
            <a:extLst>
              <a:ext uri="{FF2B5EF4-FFF2-40B4-BE49-F238E27FC236}">
                <a16:creationId xmlns:a16="http://schemas.microsoft.com/office/drawing/2014/main" id="{86CF55D4-741D-CA4E-A898-177A68DE7C16}"/>
              </a:ext>
            </a:extLst>
          </p:cNvPr>
          <p:cNvSpPr>
            <a:spLocks noGrp="1" noChangeAspect="1"/>
          </p:cNvSpPr>
          <p:nvPr>
            <p:ph type="pic" sz="quarter" idx="10" hasCustomPrompt="1"/>
          </p:nvPr>
        </p:nvSpPr>
        <p:spPr>
          <a:xfrm>
            <a:off x="905978" y="1713600"/>
            <a:ext cx="1746000" cy="1746000"/>
          </a:xfrm>
          <a:prstGeom prst="ellipse">
            <a:avLst/>
          </a:prstGeom>
        </p:spPr>
        <p:txBody>
          <a:bodyPr/>
          <a:lstStyle>
            <a:lvl1pPr>
              <a:defRPr sz="1800" b="0" i="0">
                <a:solidFill>
                  <a:schemeClr val="tx1"/>
                </a:solidFill>
                <a:latin typeface="Montserrat Light" pitchFamily="2" charset="77"/>
              </a:defRPr>
            </a:lvl1pPr>
          </a:lstStyle>
          <a:p>
            <a:r>
              <a:rPr lang="it-IT" dirty="0"/>
              <a:t>Image</a:t>
            </a:r>
          </a:p>
        </p:txBody>
      </p:sp>
      <p:sp>
        <p:nvSpPr>
          <p:cNvPr id="44" name="Segnaposto immagine 3">
            <a:extLst>
              <a:ext uri="{FF2B5EF4-FFF2-40B4-BE49-F238E27FC236}">
                <a16:creationId xmlns:a16="http://schemas.microsoft.com/office/drawing/2014/main" id="{45B9E017-7F25-DD40-8F26-7A54D024B738}"/>
              </a:ext>
            </a:extLst>
          </p:cNvPr>
          <p:cNvSpPr>
            <a:spLocks noGrp="1" noChangeAspect="1"/>
          </p:cNvSpPr>
          <p:nvPr>
            <p:ph type="pic" sz="quarter" idx="22" hasCustomPrompt="1"/>
          </p:nvPr>
        </p:nvSpPr>
        <p:spPr>
          <a:xfrm>
            <a:off x="3712393" y="1713600"/>
            <a:ext cx="1746000" cy="1746000"/>
          </a:xfrm>
          <a:prstGeom prst="ellipse">
            <a:avLst/>
          </a:prstGeom>
        </p:spPr>
        <p:txBody>
          <a:bodyPr/>
          <a:lstStyle>
            <a:lvl1pPr>
              <a:defRPr sz="1800" b="0" i="0">
                <a:solidFill>
                  <a:schemeClr val="tx1"/>
                </a:solidFill>
                <a:latin typeface="Montserrat Light" pitchFamily="2" charset="77"/>
              </a:defRPr>
            </a:lvl1pPr>
          </a:lstStyle>
          <a:p>
            <a:r>
              <a:rPr lang="it-IT" dirty="0"/>
              <a:t>Image</a:t>
            </a:r>
          </a:p>
        </p:txBody>
      </p:sp>
      <p:sp>
        <p:nvSpPr>
          <p:cNvPr id="45" name="Segnaposto immagine 3">
            <a:extLst>
              <a:ext uri="{FF2B5EF4-FFF2-40B4-BE49-F238E27FC236}">
                <a16:creationId xmlns:a16="http://schemas.microsoft.com/office/drawing/2014/main" id="{287858F7-0D47-2744-9CEE-09E0B30F8C35}"/>
              </a:ext>
            </a:extLst>
          </p:cNvPr>
          <p:cNvSpPr>
            <a:spLocks noGrp="1" noChangeAspect="1"/>
          </p:cNvSpPr>
          <p:nvPr>
            <p:ph type="pic" sz="quarter" idx="23" hasCustomPrompt="1"/>
          </p:nvPr>
        </p:nvSpPr>
        <p:spPr>
          <a:xfrm>
            <a:off x="6606866" y="1713600"/>
            <a:ext cx="1746000" cy="1746000"/>
          </a:xfrm>
          <a:prstGeom prst="ellipse">
            <a:avLst/>
          </a:prstGeom>
        </p:spPr>
        <p:txBody>
          <a:bodyPr/>
          <a:lstStyle>
            <a:lvl1pPr>
              <a:defRPr sz="1800" b="0" i="0">
                <a:solidFill>
                  <a:schemeClr val="tx1"/>
                </a:solidFill>
                <a:latin typeface="Montserrat Light" pitchFamily="2" charset="77"/>
              </a:defRPr>
            </a:lvl1pPr>
          </a:lstStyle>
          <a:p>
            <a:r>
              <a:rPr lang="it-IT" dirty="0"/>
              <a:t>Image</a:t>
            </a:r>
          </a:p>
        </p:txBody>
      </p:sp>
      <p:sp>
        <p:nvSpPr>
          <p:cNvPr id="46" name="Segnaposto immagine 3">
            <a:extLst>
              <a:ext uri="{FF2B5EF4-FFF2-40B4-BE49-F238E27FC236}">
                <a16:creationId xmlns:a16="http://schemas.microsoft.com/office/drawing/2014/main" id="{ADCB531C-42B2-B440-81AB-057DDA729E32}"/>
              </a:ext>
            </a:extLst>
          </p:cNvPr>
          <p:cNvSpPr>
            <a:spLocks noGrp="1" noChangeAspect="1"/>
          </p:cNvSpPr>
          <p:nvPr>
            <p:ph type="pic" sz="quarter" idx="24" hasCustomPrompt="1"/>
          </p:nvPr>
        </p:nvSpPr>
        <p:spPr>
          <a:xfrm>
            <a:off x="9501340" y="1713600"/>
            <a:ext cx="1746000" cy="1746000"/>
          </a:xfrm>
          <a:prstGeom prst="ellipse">
            <a:avLst/>
          </a:prstGeom>
        </p:spPr>
        <p:txBody>
          <a:bodyPr/>
          <a:lstStyle>
            <a:lvl1pPr>
              <a:defRPr sz="1800" b="0" i="0">
                <a:solidFill>
                  <a:schemeClr val="tx1"/>
                </a:solidFill>
                <a:latin typeface="Montserrat Light" pitchFamily="2" charset="77"/>
              </a:defRPr>
            </a:lvl1pPr>
          </a:lstStyle>
          <a:p>
            <a:r>
              <a:rPr lang="it-IT" dirty="0"/>
              <a:t>Image</a:t>
            </a:r>
          </a:p>
        </p:txBody>
      </p:sp>
      <p:sp>
        <p:nvSpPr>
          <p:cNvPr id="47" name="Titolo 1">
            <a:extLst>
              <a:ext uri="{FF2B5EF4-FFF2-40B4-BE49-F238E27FC236}">
                <a16:creationId xmlns:a16="http://schemas.microsoft.com/office/drawing/2014/main" id="{E5F07796-3332-644C-B545-B30274E6A88E}"/>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48" name="Google Shape;7;p1">
            <a:extLst>
              <a:ext uri="{FF2B5EF4-FFF2-40B4-BE49-F238E27FC236}">
                <a16:creationId xmlns:a16="http://schemas.microsoft.com/office/drawing/2014/main" id="{E36A0BE0-B5BB-A545-8348-7F561E99DD0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49" name="Segnaposto data 3">
            <a:extLst>
              <a:ext uri="{FF2B5EF4-FFF2-40B4-BE49-F238E27FC236}">
                <a16:creationId xmlns:a16="http://schemas.microsoft.com/office/drawing/2014/main" id="{800C6980-7701-E44E-B5D7-02B2A6FDA8DB}"/>
              </a:ext>
            </a:extLst>
          </p:cNvPr>
          <p:cNvSpPr>
            <a:spLocks noGrp="1"/>
          </p:cNvSpPr>
          <p:nvPr>
            <p:ph type="dt" sz="half" idx="25"/>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A6798521-56CC-644C-84DF-AC57F5BDBB88}" type="datetime4">
              <a:rPr lang="it-IT" smtClean="0"/>
              <a:t>10 settembre 2026</a:t>
            </a:fld>
            <a:endParaRPr lang="it-IT" dirty="0"/>
          </a:p>
        </p:txBody>
      </p:sp>
    </p:spTree>
    <p:extLst>
      <p:ext uri="{BB962C8B-B14F-4D97-AF65-F5344CB8AC3E}">
        <p14:creationId xmlns:p14="http://schemas.microsoft.com/office/powerpoint/2010/main" val="2852726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3CC2BE9-FF69-DF4A-861D-70A589F3894E}"/>
              </a:ext>
            </a:extLst>
          </p:cNvPr>
          <p:cNvPicPr>
            <a:picLocks noChangeAspect="1"/>
          </p:cNvPicPr>
          <p:nvPr userDrawn="1"/>
        </p:nvPicPr>
        <p:blipFill>
          <a:blip r:embed="rId2"/>
          <a:stretch>
            <a:fillRect/>
          </a:stretch>
        </p:blipFill>
        <p:spPr>
          <a:xfrm>
            <a:off x="10810264" y="261409"/>
            <a:ext cx="902311" cy="217115"/>
          </a:xfrm>
          <a:prstGeom prst="rect">
            <a:avLst/>
          </a:prstGeom>
        </p:spPr>
      </p:pic>
      <p:sp>
        <p:nvSpPr>
          <p:cNvPr id="17" name="Sottotitolo 2">
            <a:extLst>
              <a:ext uri="{FF2B5EF4-FFF2-40B4-BE49-F238E27FC236}">
                <a16:creationId xmlns:a16="http://schemas.microsoft.com/office/drawing/2014/main" id="{6E0FD427-4327-6F4F-B402-147D71A0BBBD}"/>
              </a:ext>
            </a:extLst>
          </p:cNvPr>
          <p:cNvSpPr>
            <a:spLocks noGrp="1"/>
          </p:cNvSpPr>
          <p:nvPr>
            <p:ph type="subTitle" idx="1" hasCustomPrompt="1"/>
          </p:nvPr>
        </p:nvSpPr>
        <p:spPr>
          <a:xfrm>
            <a:off x="442912" y="743319"/>
            <a:ext cx="5195885" cy="365124"/>
          </a:xfrm>
          <a:prstGeom prst="rect">
            <a:avLst/>
          </a:prstGeom>
        </p:spPr>
        <p:txBody>
          <a:bodyPr anchor="ctr"/>
          <a:lstStyle>
            <a:lvl1pPr marL="0" indent="0" algn="l">
              <a:buNone/>
              <a:defRPr sz="3800" b="0" i="0">
                <a:solidFill>
                  <a:schemeClr val="accent1"/>
                </a:solidFill>
                <a:latin typeface="Montserrat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Title</a:t>
            </a:r>
          </a:p>
        </p:txBody>
      </p:sp>
      <p:sp>
        <p:nvSpPr>
          <p:cNvPr id="21" name="Segnaposto testo 2">
            <a:extLst>
              <a:ext uri="{FF2B5EF4-FFF2-40B4-BE49-F238E27FC236}">
                <a16:creationId xmlns:a16="http://schemas.microsoft.com/office/drawing/2014/main" id="{9240A8D2-413D-4843-B1A7-F242C9701E2C}"/>
              </a:ext>
            </a:extLst>
          </p:cNvPr>
          <p:cNvSpPr>
            <a:spLocks noGrp="1"/>
          </p:cNvSpPr>
          <p:nvPr>
            <p:ph type="body" idx="12" hasCustomPrompt="1"/>
          </p:nvPr>
        </p:nvSpPr>
        <p:spPr>
          <a:xfrm>
            <a:off x="1008692" y="4389314"/>
            <a:ext cx="3103554" cy="1390700"/>
          </a:xfrm>
          <a:prstGeom prst="rect">
            <a:avLst/>
          </a:prstGeom>
        </p:spPr>
        <p:txBody>
          <a:bodyPr anchor="t"/>
          <a:lstStyle>
            <a:lvl1pPr marL="0" indent="0" algn="ctr">
              <a:buNone/>
              <a:defRPr sz="14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47" name="Titolo 1">
            <a:extLst>
              <a:ext uri="{FF2B5EF4-FFF2-40B4-BE49-F238E27FC236}">
                <a16:creationId xmlns:a16="http://schemas.microsoft.com/office/drawing/2014/main" id="{E5F07796-3332-644C-B545-B30274E6A88E}"/>
              </a:ext>
            </a:extLst>
          </p:cNvPr>
          <p:cNvSpPr>
            <a:spLocks noGrp="1"/>
          </p:cNvSpPr>
          <p:nvPr>
            <p:ph type="title" hasCustomPrompt="1"/>
          </p:nvPr>
        </p:nvSpPr>
        <p:spPr>
          <a:xfrm>
            <a:off x="3779207" y="6350001"/>
            <a:ext cx="4633586" cy="365125"/>
          </a:xfrm>
          <a:prstGeom prst="rect">
            <a:avLst/>
          </a:prstGeom>
        </p:spPr>
        <p:txBody>
          <a:bodyPr anchor="ctr"/>
          <a:lstStyle>
            <a:lvl1pPr algn="ctr">
              <a:defRPr sz="900" b="0" i="0">
                <a:solidFill>
                  <a:schemeClr val="tx1">
                    <a:lumMod val="40000"/>
                    <a:lumOff val="60000"/>
                  </a:schemeClr>
                </a:solidFill>
                <a:latin typeface="Montserrat Light" pitchFamily="2" charset="77"/>
              </a:defRPr>
            </a:lvl1pPr>
          </a:lstStyle>
          <a:p>
            <a:r>
              <a:rPr lang="it-IT" dirty="0"/>
              <a:t>Presentation </a:t>
            </a:r>
            <a:r>
              <a:rPr lang="it-IT" dirty="0" err="1"/>
              <a:t>Name</a:t>
            </a:r>
            <a:r>
              <a:rPr lang="it-IT" dirty="0"/>
              <a:t> / </a:t>
            </a:r>
            <a:r>
              <a:rPr lang="it-IT" dirty="0" err="1"/>
              <a:t>Chapter</a:t>
            </a:r>
            <a:r>
              <a:rPr lang="it-IT" dirty="0"/>
              <a:t> Title</a:t>
            </a:r>
          </a:p>
        </p:txBody>
      </p:sp>
      <p:sp>
        <p:nvSpPr>
          <p:cNvPr id="48" name="Google Shape;7;p1">
            <a:extLst>
              <a:ext uri="{FF2B5EF4-FFF2-40B4-BE49-F238E27FC236}">
                <a16:creationId xmlns:a16="http://schemas.microsoft.com/office/drawing/2014/main" id="{E36A0BE0-B5BB-A545-8348-7F561E99DD0C}"/>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
        <p:nvSpPr>
          <p:cNvPr id="49" name="Segnaposto data 3">
            <a:extLst>
              <a:ext uri="{FF2B5EF4-FFF2-40B4-BE49-F238E27FC236}">
                <a16:creationId xmlns:a16="http://schemas.microsoft.com/office/drawing/2014/main" id="{800C6980-7701-E44E-B5D7-02B2A6FDA8DB}"/>
              </a:ext>
            </a:extLst>
          </p:cNvPr>
          <p:cNvSpPr>
            <a:spLocks noGrp="1"/>
          </p:cNvSpPr>
          <p:nvPr>
            <p:ph type="dt" sz="half" idx="25"/>
          </p:nvPr>
        </p:nvSpPr>
        <p:spPr>
          <a:xfrm>
            <a:off x="9720072" y="6350000"/>
            <a:ext cx="1637097" cy="365125"/>
          </a:xfrm>
          <a:prstGeom prst="rect">
            <a:avLst/>
          </a:prstGeom>
        </p:spPr>
        <p:txBody>
          <a:bodyPr vert="horz" lIns="91440" tIns="45720" rIns="91440" bIns="45720" rtlCol="0" anchor="ctr"/>
          <a:lstStyle>
            <a:lvl1pPr algn="r">
              <a:defRPr sz="900" b="0" i="0">
                <a:solidFill>
                  <a:schemeClr val="tx1">
                    <a:lumMod val="40000"/>
                    <a:lumOff val="60000"/>
                  </a:schemeClr>
                </a:solidFill>
                <a:latin typeface="Montserrat Light" pitchFamily="2" charset="77"/>
              </a:defRPr>
            </a:lvl1pPr>
          </a:lstStyle>
          <a:p>
            <a:fld id="{A6798521-56CC-644C-84DF-AC57F5BDBB88}" type="datetime4">
              <a:rPr lang="it-IT" smtClean="0"/>
              <a:t>10 settembre 2026</a:t>
            </a:fld>
            <a:endParaRPr lang="it-IT" dirty="0"/>
          </a:p>
        </p:txBody>
      </p:sp>
      <p:sp>
        <p:nvSpPr>
          <p:cNvPr id="53" name="Segnaposto immagine 3">
            <a:extLst>
              <a:ext uri="{FF2B5EF4-FFF2-40B4-BE49-F238E27FC236}">
                <a16:creationId xmlns:a16="http://schemas.microsoft.com/office/drawing/2014/main" id="{F6BA1A32-94A9-4D46-8F59-902BC612196B}"/>
              </a:ext>
            </a:extLst>
          </p:cNvPr>
          <p:cNvSpPr>
            <a:spLocks noGrp="1"/>
          </p:cNvSpPr>
          <p:nvPr>
            <p:ph type="pic" sz="quarter" idx="27" hasCustomPrompt="1"/>
          </p:nvPr>
        </p:nvSpPr>
        <p:spPr>
          <a:xfrm>
            <a:off x="1341732" y="1651034"/>
            <a:ext cx="2437475" cy="2438676"/>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54" name="Segnaposto immagine 3">
            <a:extLst>
              <a:ext uri="{FF2B5EF4-FFF2-40B4-BE49-F238E27FC236}">
                <a16:creationId xmlns:a16="http://schemas.microsoft.com/office/drawing/2014/main" id="{B0D44097-5317-364C-9396-1CA25A576360}"/>
              </a:ext>
            </a:extLst>
          </p:cNvPr>
          <p:cNvSpPr>
            <a:spLocks noGrp="1"/>
          </p:cNvSpPr>
          <p:nvPr>
            <p:ph type="pic" sz="quarter" idx="26" hasCustomPrompt="1"/>
          </p:nvPr>
        </p:nvSpPr>
        <p:spPr>
          <a:xfrm>
            <a:off x="4877319" y="1651034"/>
            <a:ext cx="2437475" cy="2438676"/>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55" name="Segnaposto immagine 3">
            <a:extLst>
              <a:ext uri="{FF2B5EF4-FFF2-40B4-BE49-F238E27FC236}">
                <a16:creationId xmlns:a16="http://schemas.microsoft.com/office/drawing/2014/main" id="{742780A4-F0E2-484E-8AFA-79198024F7ED}"/>
              </a:ext>
            </a:extLst>
          </p:cNvPr>
          <p:cNvSpPr>
            <a:spLocks noGrp="1"/>
          </p:cNvSpPr>
          <p:nvPr>
            <p:ph type="pic" sz="quarter" idx="10" hasCustomPrompt="1"/>
          </p:nvPr>
        </p:nvSpPr>
        <p:spPr>
          <a:xfrm>
            <a:off x="8409302" y="1651034"/>
            <a:ext cx="2437475" cy="2438676"/>
          </a:xfrm>
          <a:prstGeom prst="rect">
            <a:avLst/>
          </a:prstGeom>
        </p:spPr>
        <p:txBody>
          <a:bodyPr/>
          <a:lstStyle>
            <a:lvl1pPr>
              <a:defRPr b="0" i="0">
                <a:solidFill>
                  <a:schemeClr val="tx1"/>
                </a:solidFill>
                <a:latin typeface="Montserrat Light" pitchFamily="2" charset="77"/>
              </a:defRPr>
            </a:lvl1pPr>
          </a:lstStyle>
          <a:p>
            <a:r>
              <a:rPr lang="it-IT" dirty="0"/>
              <a:t>Image</a:t>
            </a:r>
          </a:p>
        </p:txBody>
      </p:sp>
      <p:sp>
        <p:nvSpPr>
          <p:cNvPr id="57" name="Segnaposto testo 2">
            <a:extLst>
              <a:ext uri="{FF2B5EF4-FFF2-40B4-BE49-F238E27FC236}">
                <a16:creationId xmlns:a16="http://schemas.microsoft.com/office/drawing/2014/main" id="{3A6C3F95-AEBA-EA41-B344-8E948977700C}"/>
              </a:ext>
            </a:extLst>
          </p:cNvPr>
          <p:cNvSpPr>
            <a:spLocks noGrp="1"/>
          </p:cNvSpPr>
          <p:nvPr>
            <p:ph type="body" idx="28" hasCustomPrompt="1"/>
          </p:nvPr>
        </p:nvSpPr>
        <p:spPr>
          <a:xfrm>
            <a:off x="4544223" y="4389314"/>
            <a:ext cx="3103554" cy="1390700"/>
          </a:xfrm>
          <a:prstGeom prst="rect">
            <a:avLst/>
          </a:prstGeom>
        </p:spPr>
        <p:txBody>
          <a:bodyPr anchor="t"/>
          <a:lstStyle>
            <a:lvl1pPr marL="0" indent="0" algn="ctr">
              <a:buNone/>
              <a:defRPr sz="14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
        <p:nvSpPr>
          <p:cNvPr id="58" name="Segnaposto testo 2">
            <a:extLst>
              <a:ext uri="{FF2B5EF4-FFF2-40B4-BE49-F238E27FC236}">
                <a16:creationId xmlns:a16="http://schemas.microsoft.com/office/drawing/2014/main" id="{14529E91-490D-6D4F-BFBB-58C27955A46D}"/>
              </a:ext>
            </a:extLst>
          </p:cNvPr>
          <p:cNvSpPr>
            <a:spLocks noGrp="1"/>
          </p:cNvSpPr>
          <p:nvPr>
            <p:ph type="body" idx="29" hasCustomPrompt="1"/>
          </p:nvPr>
        </p:nvSpPr>
        <p:spPr>
          <a:xfrm>
            <a:off x="8079754" y="4389314"/>
            <a:ext cx="3103554" cy="1390700"/>
          </a:xfrm>
          <a:prstGeom prst="rect">
            <a:avLst/>
          </a:prstGeom>
        </p:spPr>
        <p:txBody>
          <a:bodyPr anchor="t"/>
          <a:lstStyle>
            <a:lvl1pPr marL="0" indent="0" algn="ctr">
              <a:buNone/>
              <a:defRPr sz="1400" b="0" i="0">
                <a:solidFill>
                  <a:schemeClr val="tx1"/>
                </a:solidFill>
                <a:latin typeface="Montserrat Ligh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Text</a:t>
            </a:r>
          </a:p>
        </p:txBody>
      </p:sp>
    </p:spTree>
    <p:extLst>
      <p:ext uri="{BB962C8B-B14F-4D97-AF65-F5344CB8AC3E}">
        <p14:creationId xmlns:p14="http://schemas.microsoft.com/office/powerpoint/2010/main" val="110042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2522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7B0C3176-A688-4748-B133-5B004C989F0A}"/>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E511E31A-B0BE-AC4F-8C85-E226ACEF99D8}"/>
              </a:ext>
            </a:extLst>
          </p:cNvPr>
          <p:cNvPicPr>
            <a:picLocks noChangeAspect="1"/>
          </p:cNvPicPr>
          <p:nvPr userDrawn="1"/>
        </p:nvPicPr>
        <p:blipFill rotWithShape="1">
          <a:blip r:embed="rId2"/>
          <a:srcRect r="26902" b="30434"/>
          <a:stretch/>
        </p:blipFill>
        <p:spPr>
          <a:xfrm>
            <a:off x="9089967" y="3905874"/>
            <a:ext cx="3102033" cy="2952126"/>
          </a:xfrm>
          <a:prstGeom prst="rect">
            <a:avLst/>
          </a:prstGeom>
        </p:spPr>
      </p:pic>
      <p:sp>
        <p:nvSpPr>
          <p:cNvPr id="2" name="Titolo 1">
            <a:extLst>
              <a:ext uri="{FF2B5EF4-FFF2-40B4-BE49-F238E27FC236}">
                <a16:creationId xmlns:a16="http://schemas.microsoft.com/office/drawing/2014/main" id="{906BBC1A-5145-F447-9DF5-8BCE5FA7C818}"/>
              </a:ext>
            </a:extLst>
          </p:cNvPr>
          <p:cNvSpPr>
            <a:spLocks noGrp="1"/>
          </p:cNvSpPr>
          <p:nvPr>
            <p:ph type="title" hasCustomPrompt="1"/>
          </p:nvPr>
        </p:nvSpPr>
        <p:spPr>
          <a:xfrm>
            <a:off x="838200" y="2952832"/>
            <a:ext cx="10515600" cy="662782"/>
          </a:xfrm>
          <a:prstGeom prst="rect">
            <a:avLst/>
          </a:prstGeom>
        </p:spPr>
        <p:txBody>
          <a:bodyPr/>
          <a:lstStyle>
            <a:lvl1pPr algn="ctr">
              <a:defRPr sz="4000" b="0" i="0">
                <a:solidFill>
                  <a:schemeClr val="bg1"/>
                </a:solidFill>
                <a:latin typeface="Montserrat Light" pitchFamily="2" charset="77"/>
              </a:defRPr>
            </a:lvl1pPr>
          </a:lstStyle>
          <a:p>
            <a:r>
              <a:rPr lang="it-IT" dirty="0" err="1"/>
              <a:t>Chapter</a:t>
            </a:r>
            <a:r>
              <a:rPr lang="it-IT" dirty="0"/>
              <a:t> </a:t>
            </a:r>
            <a:r>
              <a:rPr lang="it-IT" dirty="0" err="1"/>
              <a:t>name</a:t>
            </a:r>
            <a:endParaRPr lang="it-IT" dirty="0"/>
          </a:p>
        </p:txBody>
      </p:sp>
    </p:spTree>
    <p:extLst>
      <p:ext uri="{BB962C8B-B14F-4D97-AF65-F5344CB8AC3E}">
        <p14:creationId xmlns:p14="http://schemas.microsoft.com/office/powerpoint/2010/main" val="35985176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page">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4C405ED6-DFEA-E145-B9EC-8F5131752FF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CasellaDiTesto 3">
            <a:extLst>
              <a:ext uri="{FF2B5EF4-FFF2-40B4-BE49-F238E27FC236}">
                <a16:creationId xmlns:a16="http://schemas.microsoft.com/office/drawing/2014/main" id="{849487EC-AA46-E54F-9265-9F333C8E500A}"/>
              </a:ext>
            </a:extLst>
          </p:cNvPr>
          <p:cNvSpPr txBox="1"/>
          <p:nvPr userDrawn="1"/>
        </p:nvSpPr>
        <p:spPr>
          <a:xfrm>
            <a:off x="3469517" y="3733800"/>
            <a:ext cx="5252966" cy="477054"/>
          </a:xfrm>
          <a:prstGeom prst="rect">
            <a:avLst/>
          </a:prstGeom>
          <a:noFill/>
        </p:spPr>
        <p:txBody>
          <a:bodyPr wrap="square" rtlCol="0">
            <a:spAutoFit/>
          </a:bodyPr>
          <a:lstStyle/>
          <a:p>
            <a:pPr algn="ctr"/>
            <a:r>
              <a:rPr lang="it-IT" sz="2500" dirty="0" err="1">
                <a:solidFill>
                  <a:schemeClr val="bg1"/>
                </a:solidFill>
                <a:latin typeface="Montserrat Light" pitchFamily="2" charset="77"/>
              </a:rPr>
              <a:t>Thank</a:t>
            </a:r>
            <a:r>
              <a:rPr lang="it-IT" sz="2500" dirty="0">
                <a:solidFill>
                  <a:schemeClr val="bg1"/>
                </a:solidFill>
                <a:latin typeface="Montserrat Light" pitchFamily="2" charset="77"/>
              </a:rPr>
              <a:t> </a:t>
            </a:r>
            <a:r>
              <a:rPr lang="it-IT" sz="2500" dirty="0" err="1">
                <a:solidFill>
                  <a:schemeClr val="bg1"/>
                </a:solidFill>
                <a:latin typeface="Montserrat Light" pitchFamily="2" charset="77"/>
              </a:rPr>
              <a:t>you</a:t>
            </a:r>
            <a:r>
              <a:rPr lang="it-IT" sz="2500" dirty="0">
                <a:solidFill>
                  <a:schemeClr val="bg1"/>
                </a:solidFill>
                <a:latin typeface="Montserrat Light" pitchFamily="2" charset="77"/>
              </a:rPr>
              <a:t>.</a:t>
            </a:r>
          </a:p>
        </p:txBody>
      </p:sp>
      <p:pic>
        <p:nvPicPr>
          <p:cNvPr id="5" name="Immagine 4" descr="Immagine che contiene testo, clipart&#10;&#10;Descrizione generata automaticamente">
            <a:extLst>
              <a:ext uri="{FF2B5EF4-FFF2-40B4-BE49-F238E27FC236}">
                <a16:creationId xmlns:a16="http://schemas.microsoft.com/office/drawing/2014/main" id="{658CC7AC-AED6-644F-99D1-1E7BC6F232F2}"/>
              </a:ext>
            </a:extLst>
          </p:cNvPr>
          <p:cNvPicPr>
            <a:picLocks noChangeAspect="1"/>
          </p:cNvPicPr>
          <p:nvPr userDrawn="1"/>
        </p:nvPicPr>
        <p:blipFill>
          <a:blip r:embed="rId2">
            <a:alphaModFix/>
          </a:blip>
          <a:stretch>
            <a:fillRect/>
          </a:stretch>
        </p:blipFill>
        <p:spPr>
          <a:xfrm>
            <a:off x="3936548" y="2222500"/>
            <a:ext cx="4318904" cy="1036537"/>
          </a:xfrm>
          <a:prstGeom prst="rect">
            <a:avLst/>
          </a:prstGeom>
        </p:spPr>
      </p:pic>
    </p:spTree>
    <p:extLst>
      <p:ext uri="{BB962C8B-B14F-4D97-AF65-F5344CB8AC3E}">
        <p14:creationId xmlns:p14="http://schemas.microsoft.com/office/powerpoint/2010/main" val="16295968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331586-E25F-4B33-AACA-5BFE61617FD2}"/>
              </a:ext>
            </a:extLst>
          </p:cNvPr>
          <p:cNvSpPr>
            <a:spLocks noGrp="1"/>
          </p:cNvSpPr>
          <p:nvPr>
            <p:ph type="sldNum" idx="10"/>
          </p:nvPr>
        </p:nvSpPr>
        <p:spPr/>
        <p:txBody>
          <a:bodyPr/>
          <a:lstStyle/>
          <a:p>
            <a:fld id="{00000000-1234-1234-1234-123412341234}" type="slidenum">
              <a:rPr lang="it-IT" smtClean="0"/>
              <a:pPr/>
              <a:t>‹#›</a:t>
            </a:fld>
            <a:endParaRPr lang="it-IT" dirty="0"/>
          </a:p>
        </p:txBody>
      </p:sp>
    </p:spTree>
    <p:extLst>
      <p:ext uri="{BB962C8B-B14F-4D97-AF65-F5344CB8AC3E}">
        <p14:creationId xmlns:p14="http://schemas.microsoft.com/office/powerpoint/2010/main" val="4029446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Google Shape;7;p1">
            <a:extLst>
              <a:ext uri="{FF2B5EF4-FFF2-40B4-BE49-F238E27FC236}">
                <a16:creationId xmlns:a16="http://schemas.microsoft.com/office/drawing/2014/main" id="{6474EEC5-C334-C94B-B0A2-C673CB6119EF}"/>
              </a:ext>
            </a:extLst>
          </p:cNvPr>
          <p:cNvSpPr txBox="1">
            <a:spLocks noGrp="1"/>
          </p:cNvSpPr>
          <p:nvPr>
            <p:ph type="sldNum" idx="4"/>
          </p:nvPr>
        </p:nvSpPr>
        <p:spPr>
          <a:xfrm>
            <a:off x="10980970" y="6350000"/>
            <a:ext cx="731605" cy="365125"/>
          </a:xfrm>
          <a:prstGeom prst="rect">
            <a:avLst/>
          </a:prstGeom>
          <a:noFill/>
          <a:ln>
            <a:noFill/>
          </a:ln>
        </p:spPr>
        <p:txBody>
          <a:bodyPr spcFirstLastPara="1" wrap="square" lIns="121900" tIns="121900" rIns="121900" bIns="121900" anchor="ctr" anchorCtr="0">
            <a:normAutofit/>
          </a:bodyPr>
          <a:lstStyle>
            <a:lvl1pPr lvl="0" algn="r">
              <a:buNone/>
              <a:defRPr sz="900" b="0" i="0">
                <a:solidFill>
                  <a:schemeClr val="tx1">
                    <a:lumMod val="40000"/>
                    <a:lumOff val="60000"/>
                  </a:schemeClr>
                </a:solidFill>
                <a:latin typeface="Montserrat Light" pitchFamily="2" charset="77"/>
                <a:ea typeface="Lato Light"/>
                <a:cs typeface="Lato Light"/>
                <a:sym typeface="Lato Light"/>
              </a:defRPr>
            </a:lvl1pPr>
            <a:lvl2pPr lvl="1" algn="r">
              <a:buNone/>
              <a:defRPr sz="1300">
                <a:solidFill>
                  <a:schemeClr val="dk2"/>
                </a:solidFill>
                <a:latin typeface="Lato Light"/>
                <a:ea typeface="Lato Light"/>
                <a:cs typeface="Lato Light"/>
                <a:sym typeface="Lato Light"/>
              </a:defRPr>
            </a:lvl2pPr>
            <a:lvl3pPr lvl="2" algn="r">
              <a:buNone/>
              <a:defRPr sz="1300">
                <a:solidFill>
                  <a:schemeClr val="dk2"/>
                </a:solidFill>
                <a:latin typeface="Lato Light"/>
                <a:ea typeface="Lato Light"/>
                <a:cs typeface="Lato Light"/>
                <a:sym typeface="Lato Light"/>
              </a:defRPr>
            </a:lvl3pPr>
            <a:lvl4pPr lvl="3" algn="r">
              <a:buNone/>
              <a:defRPr sz="1300">
                <a:solidFill>
                  <a:schemeClr val="dk2"/>
                </a:solidFill>
                <a:latin typeface="Lato Light"/>
                <a:ea typeface="Lato Light"/>
                <a:cs typeface="Lato Light"/>
                <a:sym typeface="Lato Light"/>
              </a:defRPr>
            </a:lvl4pPr>
            <a:lvl5pPr lvl="4" algn="r">
              <a:buNone/>
              <a:defRPr sz="1300">
                <a:solidFill>
                  <a:schemeClr val="dk2"/>
                </a:solidFill>
                <a:latin typeface="Lato Light"/>
                <a:ea typeface="Lato Light"/>
                <a:cs typeface="Lato Light"/>
                <a:sym typeface="Lato Light"/>
              </a:defRPr>
            </a:lvl5pPr>
            <a:lvl6pPr lvl="5" algn="r">
              <a:buNone/>
              <a:defRPr sz="1300">
                <a:solidFill>
                  <a:schemeClr val="dk2"/>
                </a:solidFill>
                <a:latin typeface="Lato Light"/>
                <a:ea typeface="Lato Light"/>
                <a:cs typeface="Lato Light"/>
                <a:sym typeface="Lato Light"/>
              </a:defRPr>
            </a:lvl6pPr>
            <a:lvl7pPr lvl="6" algn="r">
              <a:buNone/>
              <a:defRPr sz="1300">
                <a:solidFill>
                  <a:schemeClr val="dk2"/>
                </a:solidFill>
                <a:latin typeface="Lato Light"/>
                <a:ea typeface="Lato Light"/>
                <a:cs typeface="Lato Light"/>
                <a:sym typeface="Lato Light"/>
              </a:defRPr>
            </a:lvl7pPr>
            <a:lvl8pPr lvl="7" algn="r">
              <a:buNone/>
              <a:defRPr sz="1300">
                <a:solidFill>
                  <a:schemeClr val="dk2"/>
                </a:solidFill>
                <a:latin typeface="Lato Light"/>
                <a:ea typeface="Lato Light"/>
                <a:cs typeface="Lato Light"/>
                <a:sym typeface="Lato Light"/>
              </a:defRPr>
            </a:lvl8pPr>
            <a:lvl9pPr lvl="8" algn="r">
              <a:buNone/>
              <a:defRPr sz="1300">
                <a:solidFill>
                  <a:schemeClr val="dk2"/>
                </a:solidFill>
                <a:latin typeface="Lato Light"/>
                <a:ea typeface="Lato Light"/>
                <a:cs typeface="Lato Light"/>
                <a:sym typeface="Lato Light"/>
              </a:defRPr>
            </a:lvl9pPr>
          </a:lstStyle>
          <a:p>
            <a:fld id="{00000000-1234-1234-1234-123412341234}" type="slidenum">
              <a:rPr lang="it-IT" smtClean="0"/>
              <a:pPr/>
              <a:t>‹#›</a:t>
            </a:fld>
            <a:endParaRPr lang="it-IT" dirty="0"/>
          </a:p>
        </p:txBody>
      </p:sp>
    </p:spTree>
    <p:extLst>
      <p:ext uri="{BB962C8B-B14F-4D97-AF65-F5344CB8AC3E}">
        <p14:creationId xmlns:p14="http://schemas.microsoft.com/office/powerpoint/2010/main" val="4027138513"/>
      </p:ext>
    </p:extLst>
  </p:cSld>
  <p:clrMap bg1="lt1" tx1="dk1" bg2="lt2" tx2="dk2" accent1="accent1" accent2="accent2" accent3="accent3" accent4="accent4" accent5="accent5" accent6="accent6" hlink="hlink" folHlink="folHlink"/>
  <p:sldLayoutIdLst>
    <p:sldLayoutId id="2147483658" r:id="rId1"/>
    <p:sldLayoutId id="2147483657" r:id="rId2"/>
    <p:sldLayoutId id="2147483687" r:id="rId3"/>
    <p:sldLayoutId id="2147483675" r:id="rId4"/>
    <p:sldLayoutId id="2147483676" r:id="rId5"/>
    <p:sldLayoutId id="2147483679" r:id="rId6"/>
    <p:sldLayoutId id="2147483688" r:id="rId7"/>
    <p:sldLayoutId id="2147483686" r:id="rId8"/>
    <p:sldLayoutId id="2147483677" r:id="rId9"/>
    <p:sldLayoutId id="2147483678" r:id="rId10"/>
    <p:sldLayoutId id="2147483681" r:id="rId11"/>
    <p:sldLayoutId id="2147483689" r:id="rId12"/>
    <p:sldLayoutId id="2147483682" r:id="rId13"/>
    <p:sldLayoutId id="2147483685" r:id="rId14"/>
    <p:sldLayoutId id="2147483684" r:id="rId15"/>
    <p:sldLayoutId id="2147483674" r:id="rId16"/>
    <p:sldLayoutId id="2147483659" r:id="rId17"/>
    <p:sldLayoutId id="2147483660" r:id="rId18"/>
    <p:sldLayoutId id="2147483690" r:id="rId19"/>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90" Type="http://schemas.openxmlformats.org/officeDocument/2006/relationships/tags" Target="../tags/tag90.xml"/><Relationship Id="rId22" Type="http://schemas.openxmlformats.org/officeDocument/2006/relationships/tags" Target="../tags/tag22.xml"/><Relationship Id="rId27" Type="http://schemas.openxmlformats.org/officeDocument/2006/relationships/tags" Target="../tags/tag27.xml"/><Relationship Id="rId43" Type="http://schemas.openxmlformats.org/officeDocument/2006/relationships/tags" Target="../tags/tag43.xml"/><Relationship Id="rId48" Type="http://schemas.openxmlformats.org/officeDocument/2006/relationships/tags" Target="../tags/tag48.xml"/><Relationship Id="rId64" Type="http://schemas.openxmlformats.org/officeDocument/2006/relationships/tags" Target="../tags/tag64.xml"/><Relationship Id="rId69" Type="http://schemas.openxmlformats.org/officeDocument/2006/relationships/tags" Target="../tags/tag69.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tags" Target="../tags/tag85.xml"/><Relationship Id="rId93" Type="http://schemas.openxmlformats.org/officeDocument/2006/relationships/slideLayout" Target="../slideLayouts/slideLayout19.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tags" Target="../tags/tag91.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notesSlide" Target="../notesSlides/notesSlide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 Id="rId14" Type="http://schemas.openxmlformats.org/officeDocument/2006/relationships/tags" Target="../tags/tag14.xml"/><Relationship Id="rId30" Type="http://schemas.openxmlformats.org/officeDocument/2006/relationships/tags" Target="../tags/tag30.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s>
</file>

<file path=ppt/slides/_rels/slide9.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tags" Target="../tags/tag110.xml"/><Relationship Id="rId26" Type="http://schemas.openxmlformats.org/officeDocument/2006/relationships/tags" Target="../tags/tag118.xml"/><Relationship Id="rId3" Type="http://schemas.openxmlformats.org/officeDocument/2006/relationships/tags" Target="../tags/tag95.xml"/><Relationship Id="rId21" Type="http://schemas.openxmlformats.org/officeDocument/2006/relationships/tags" Target="../tags/tag113.xml"/><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5" Type="http://schemas.openxmlformats.org/officeDocument/2006/relationships/tags" Target="../tags/tag117.xml"/><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tags" Target="../tags/tag112.xml"/><Relationship Id="rId29" Type="http://schemas.openxmlformats.org/officeDocument/2006/relationships/image" Target="../media/image6.png"/><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tags" Target="../tags/tag116.xml"/><Relationship Id="rId5" Type="http://schemas.openxmlformats.org/officeDocument/2006/relationships/tags" Target="../tags/tag97.xml"/><Relationship Id="rId15" Type="http://schemas.openxmlformats.org/officeDocument/2006/relationships/tags" Target="../tags/tag107.xml"/><Relationship Id="rId23" Type="http://schemas.openxmlformats.org/officeDocument/2006/relationships/tags" Target="../tags/tag115.xml"/><Relationship Id="rId28" Type="http://schemas.openxmlformats.org/officeDocument/2006/relationships/notesSlide" Target="../notesSlides/notesSlide4.xml"/><Relationship Id="rId10" Type="http://schemas.openxmlformats.org/officeDocument/2006/relationships/tags" Target="../tags/tag102.xml"/><Relationship Id="rId19" Type="http://schemas.openxmlformats.org/officeDocument/2006/relationships/tags" Target="../tags/tag111.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 Id="rId22" Type="http://schemas.openxmlformats.org/officeDocument/2006/relationships/tags" Target="../tags/tag114.xml"/><Relationship Id="rId27"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121.xml"/><Relationship Id="rId7" Type="http://schemas.openxmlformats.org/officeDocument/2006/relationships/slideLayout" Target="../slideLayouts/slideLayout19.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sv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olo 9">
            <a:extLst>
              <a:ext uri="{FF2B5EF4-FFF2-40B4-BE49-F238E27FC236}">
                <a16:creationId xmlns:a16="http://schemas.microsoft.com/office/drawing/2014/main" id="{BF97C42B-C58D-524E-A44E-16E790C462C9}"/>
              </a:ext>
            </a:extLst>
          </p:cNvPr>
          <p:cNvSpPr>
            <a:spLocks noGrp="1"/>
          </p:cNvSpPr>
          <p:nvPr>
            <p:ph type="ctrTitle"/>
          </p:nvPr>
        </p:nvSpPr>
        <p:spPr>
          <a:xfrm>
            <a:off x="526889" y="2576655"/>
            <a:ext cx="11057426" cy="338554"/>
          </a:xfrm>
        </p:spPr>
        <p:txBody>
          <a:bodyPr/>
          <a:lstStyle/>
          <a:p>
            <a:r>
              <a:rPr lang="it-IT" dirty="0"/>
              <a:t>Protube – </a:t>
            </a:r>
            <a:r>
              <a:rPr lang="it-IT" b="1" dirty="0"/>
              <a:t>Increment PTBSYS-03-003</a:t>
            </a:r>
            <a:endParaRPr lang="it-IT" dirty="0"/>
          </a:p>
        </p:txBody>
      </p:sp>
      <p:sp>
        <p:nvSpPr>
          <p:cNvPr id="12" name="Sottotitolo 11">
            <a:extLst>
              <a:ext uri="{FF2B5EF4-FFF2-40B4-BE49-F238E27FC236}">
                <a16:creationId xmlns:a16="http://schemas.microsoft.com/office/drawing/2014/main" id="{10EF1AB5-50A5-1040-A3BE-72B872371D9E}"/>
              </a:ext>
            </a:extLst>
          </p:cNvPr>
          <p:cNvSpPr>
            <a:spLocks noGrp="1"/>
          </p:cNvSpPr>
          <p:nvPr>
            <p:ph type="subTitle" idx="1"/>
          </p:nvPr>
        </p:nvSpPr>
        <p:spPr>
          <a:xfrm>
            <a:off x="526890" y="2704915"/>
            <a:ext cx="8397654" cy="1366434"/>
          </a:xfrm>
        </p:spPr>
        <p:txBody>
          <a:bodyPr/>
          <a:lstStyle/>
          <a:p>
            <a:r>
              <a:rPr lang="fr-FR" sz="1400" b="1" dirty="0"/>
              <a:t>ProTube System</a:t>
            </a:r>
            <a:endParaRPr lang="it-IT" sz="1400" dirty="0"/>
          </a:p>
          <a:p>
            <a:r>
              <a:rPr lang="it-IT" sz="1600" dirty="0"/>
              <a:t>Kick-off </a:t>
            </a:r>
          </a:p>
        </p:txBody>
      </p:sp>
      <p:sp>
        <p:nvSpPr>
          <p:cNvPr id="16" name="Segnaposto testo 15">
            <a:extLst>
              <a:ext uri="{FF2B5EF4-FFF2-40B4-BE49-F238E27FC236}">
                <a16:creationId xmlns:a16="http://schemas.microsoft.com/office/drawing/2014/main" id="{06BE54F9-50A5-3D46-AE26-4C4719D37AB3}"/>
              </a:ext>
            </a:extLst>
          </p:cNvPr>
          <p:cNvSpPr>
            <a:spLocks noGrp="1"/>
          </p:cNvSpPr>
          <p:nvPr>
            <p:ph type="body" idx="10"/>
          </p:nvPr>
        </p:nvSpPr>
        <p:spPr>
          <a:xfrm>
            <a:off x="526891" y="5432754"/>
            <a:ext cx="7778375" cy="208715"/>
          </a:xfrm>
        </p:spPr>
        <p:txBody>
          <a:bodyPr/>
          <a:lstStyle/>
          <a:p>
            <a:r>
              <a:rPr lang="it-IT" dirty="0"/>
              <a:t>10/09/2026</a:t>
            </a:r>
          </a:p>
        </p:txBody>
      </p:sp>
      <p:sp>
        <p:nvSpPr>
          <p:cNvPr id="14" name="Segnaposto testo 13">
            <a:extLst>
              <a:ext uri="{FF2B5EF4-FFF2-40B4-BE49-F238E27FC236}">
                <a16:creationId xmlns:a16="http://schemas.microsoft.com/office/drawing/2014/main" id="{E67C07DD-7831-614B-9EA5-7FF865F63E53}"/>
              </a:ext>
            </a:extLst>
          </p:cNvPr>
          <p:cNvSpPr>
            <a:spLocks noGrp="1"/>
          </p:cNvSpPr>
          <p:nvPr>
            <p:ph type="body" sz="half" idx="2"/>
          </p:nvPr>
        </p:nvSpPr>
        <p:spPr>
          <a:xfrm>
            <a:off x="526889" y="3748002"/>
            <a:ext cx="7778375" cy="270164"/>
          </a:xfrm>
        </p:spPr>
        <p:txBody>
          <a:bodyPr/>
          <a:lstStyle/>
          <a:p>
            <a:r>
              <a:rPr lang="it-IT" dirty="0"/>
              <a:t>PJM Luca Contini</a:t>
            </a:r>
          </a:p>
        </p:txBody>
      </p:sp>
      <p:sp>
        <p:nvSpPr>
          <p:cNvPr id="6" name="Titolo 14">
            <a:extLst>
              <a:ext uri="{FF2B5EF4-FFF2-40B4-BE49-F238E27FC236}">
                <a16:creationId xmlns:a16="http://schemas.microsoft.com/office/drawing/2014/main" id="{2E441247-02DA-E15E-27AD-B634DEF0D86A}"/>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
        <p:nvSpPr>
          <p:cNvPr id="8" name="Sottotitolo 11">
            <a:extLst>
              <a:ext uri="{FF2B5EF4-FFF2-40B4-BE49-F238E27FC236}">
                <a16:creationId xmlns:a16="http://schemas.microsoft.com/office/drawing/2014/main" id="{29CD7E15-80AD-4F8A-AB29-B9AD23567A34}"/>
              </a:ext>
            </a:extLst>
          </p:cNvPr>
          <p:cNvSpPr txBox="1">
            <a:spLocks/>
          </p:cNvSpPr>
          <p:nvPr/>
        </p:nvSpPr>
        <p:spPr>
          <a:xfrm>
            <a:off x="2373865" y="4075714"/>
            <a:ext cx="7778375" cy="126120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bg1"/>
                </a:solidFill>
                <a:latin typeface="Montserrat Light" pitchFamily="2"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b="1" dirty="0"/>
              <a:t>PTBSYS-03-003 – ProTube Barcellona improvements and DMS first integration</a:t>
            </a:r>
            <a:endParaRPr lang="en-US" dirty="0"/>
          </a:p>
        </p:txBody>
      </p:sp>
    </p:spTree>
    <p:extLst>
      <p:ext uri="{BB962C8B-B14F-4D97-AF65-F5344CB8AC3E}">
        <p14:creationId xmlns:p14="http://schemas.microsoft.com/office/powerpoint/2010/main" val="550746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asellaDiTesto 34">
            <a:extLst>
              <a:ext uri="{FF2B5EF4-FFF2-40B4-BE49-F238E27FC236}">
                <a16:creationId xmlns:a16="http://schemas.microsoft.com/office/drawing/2014/main" id="{CD582701-C356-2847-B438-BAD3FEE408B3}"/>
              </a:ext>
            </a:extLst>
          </p:cNvPr>
          <p:cNvSpPr txBox="1"/>
          <p:nvPr/>
        </p:nvSpPr>
        <p:spPr>
          <a:xfrm>
            <a:off x="1914110" y="1171199"/>
            <a:ext cx="5653087" cy="784830"/>
          </a:xfrm>
          <a:prstGeom prst="rect">
            <a:avLst/>
          </a:prstGeom>
          <a:noFill/>
        </p:spPr>
        <p:txBody>
          <a:bodyPr wrap="square" rtlCol="0">
            <a:spAutoFit/>
          </a:bodyPr>
          <a:lstStyle/>
          <a:p>
            <a:r>
              <a:rPr lang="it-IT" sz="4500" dirty="0">
                <a:solidFill>
                  <a:schemeClr val="accent1"/>
                </a:solidFill>
                <a:latin typeface="Montserrat Light" pitchFamily="2" charset="77"/>
              </a:rPr>
              <a:t>Agenda</a:t>
            </a:r>
          </a:p>
        </p:txBody>
      </p:sp>
      <p:sp>
        <p:nvSpPr>
          <p:cNvPr id="36" name="CasellaDiTesto 35">
            <a:extLst>
              <a:ext uri="{FF2B5EF4-FFF2-40B4-BE49-F238E27FC236}">
                <a16:creationId xmlns:a16="http://schemas.microsoft.com/office/drawing/2014/main" id="{02C3796D-E7EE-8542-B63C-B8CFA79651C5}"/>
              </a:ext>
            </a:extLst>
          </p:cNvPr>
          <p:cNvSpPr txBox="1"/>
          <p:nvPr/>
        </p:nvSpPr>
        <p:spPr>
          <a:xfrm>
            <a:off x="2442406" y="2325184"/>
            <a:ext cx="3511707" cy="307777"/>
          </a:xfrm>
          <a:prstGeom prst="rect">
            <a:avLst/>
          </a:prstGeom>
          <a:noFill/>
        </p:spPr>
        <p:txBody>
          <a:bodyPr wrap="square" rtlCol="0">
            <a:spAutoFit/>
          </a:bodyPr>
          <a:lstStyle/>
          <a:p>
            <a:r>
              <a:rPr lang="it-IT" sz="1400" dirty="0">
                <a:latin typeface="Montserrat Light" pitchFamily="2" charset="77"/>
              </a:rPr>
              <a:t>Project Name and Team </a:t>
            </a:r>
          </a:p>
        </p:txBody>
      </p:sp>
      <p:sp>
        <p:nvSpPr>
          <p:cNvPr id="40" name="CasellaDiTesto 39">
            <a:extLst>
              <a:ext uri="{FF2B5EF4-FFF2-40B4-BE49-F238E27FC236}">
                <a16:creationId xmlns:a16="http://schemas.microsoft.com/office/drawing/2014/main" id="{3BBD8D96-4CD0-A24F-AC75-98F22AEF6E63}"/>
              </a:ext>
            </a:extLst>
          </p:cNvPr>
          <p:cNvSpPr txBox="1"/>
          <p:nvPr/>
        </p:nvSpPr>
        <p:spPr>
          <a:xfrm>
            <a:off x="1772216" y="2325184"/>
            <a:ext cx="695324" cy="307777"/>
          </a:xfrm>
          <a:prstGeom prst="rect">
            <a:avLst/>
          </a:prstGeom>
          <a:noFill/>
        </p:spPr>
        <p:txBody>
          <a:bodyPr wrap="square" rtlCol="0">
            <a:spAutoFit/>
          </a:bodyPr>
          <a:lstStyle/>
          <a:p>
            <a:r>
              <a:rPr lang="it-IT" sz="1400" b="1">
                <a:latin typeface="Montserrat" pitchFamily="2" charset="77"/>
              </a:rPr>
              <a:t>01</a:t>
            </a:r>
          </a:p>
        </p:txBody>
      </p:sp>
      <p:sp>
        <p:nvSpPr>
          <p:cNvPr id="43" name="CasellaDiTesto 42">
            <a:extLst>
              <a:ext uri="{FF2B5EF4-FFF2-40B4-BE49-F238E27FC236}">
                <a16:creationId xmlns:a16="http://schemas.microsoft.com/office/drawing/2014/main" id="{A43BB3F8-B519-D945-9AFB-4207EB342C0B}"/>
              </a:ext>
            </a:extLst>
          </p:cNvPr>
          <p:cNvSpPr txBox="1"/>
          <p:nvPr/>
        </p:nvSpPr>
        <p:spPr>
          <a:xfrm>
            <a:off x="2442407" y="2698912"/>
            <a:ext cx="3511703" cy="307777"/>
          </a:xfrm>
          <a:prstGeom prst="rect">
            <a:avLst/>
          </a:prstGeom>
          <a:noFill/>
        </p:spPr>
        <p:txBody>
          <a:bodyPr wrap="square" rtlCol="0">
            <a:spAutoFit/>
          </a:bodyPr>
          <a:lstStyle/>
          <a:p>
            <a:r>
              <a:rPr lang="it-IT" sz="1400" dirty="0">
                <a:latin typeface="Montserrat Light" pitchFamily="2" charset="77"/>
              </a:rPr>
              <a:t>Project Scope</a:t>
            </a:r>
          </a:p>
        </p:txBody>
      </p:sp>
      <p:sp>
        <p:nvSpPr>
          <p:cNvPr id="60" name="CasellaDiTesto 59">
            <a:extLst>
              <a:ext uri="{FF2B5EF4-FFF2-40B4-BE49-F238E27FC236}">
                <a16:creationId xmlns:a16="http://schemas.microsoft.com/office/drawing/2014/main" id="{844588D4-7FDB-904A-8F4D-0E3C962DBE77}"/>
              </a:ext>
            </a:extLst>
          </p:cNvPr>
          <p:cNvSpPr txBox="1"/>
          <p:nvPr/>
        </p:nvSpPr>
        <p:spPr>
          <a:xfrm>
            <a:off x="1772216" y="2698912"/>
            <a:ext cx="695324" cy="307777"/>
          </a:xfrm>
          <a:prstGeom prst="rect">
            <a:avLst/>
          </a:prstGeom>
          <a:noFill/>
        </p:spPr>
        <p:txBody>
          <a:bodyPr wrap="square" rtlCol="0">
            <a:spAutoFit/>
          </a:bodyPr>
          <a:lstStyle/>
          <a:p>
            <a:r>
              <a:rPr lang="it-IT" sz="1400" b="1" dirty="0">
                <a:latin typeface="Montserrat" pitchFamily="2" charset="77"/>
              </a:rPr>
              <a:t>02</a:t>
            </a:r>
          </a:p>
        </p:txBody>
      </p:sp>
      <p:sp>
        <p:nvSpPr>
          <p:cNvPr id="61" name="CasellaDiTesto 60">
            <a:extLst>
              <a:ext uri="{FF2B5EF4-FFF2-40B4-BE49-F238E27FC236}">
                <a16:creationId xmlns:a16="http://schemas.microsoft.com/office/drawing/2014/main" id="{EBDACA99-D7A8-6641-870D-EF10FFBD3908}"/>
              </a:ext>
            </a:extLst>
          </p:cNvPr>
          <p:cNvSpPr txBox="1"/>
          <p:nvPr/>
        </p:nvSpPr>
        <p:spPr>
          <a:xfrm>
            <a:off x="1772216" y="3084388"/>
            <a:ext cx="695324" cy="307777"/>
          </a:xfrm>
          <a:prstGeom prst="rect">
            <a:avLst/>
          </a:prstGeom>
          <a:noFill/>
        </p:spPr>
        <p:txBody>
          <a:bodyPr wrap="square" rtlCol="0">
            <a:spAutoFit/>
          </a:bodyPr>
          <a:lstStyle/>
          <a:p>
            <a:r>
              <a:rPr lang="it-IT" sz="1400" b="1">
                <a:latin typeface="Montserrat" pitchFamily="2" charset="77"/>
              </a:rPr>
              <a:t>03</a:t>
            </a:r>
          </a:p>
        </p:txBody>
      </p:sp>
      <p:sp>
        <p:nvSpPr>
          <p:cNvPr id="62" name="CasellaDiTesto 61">
            <a:extLst>
              <a:ext uri="{FF2B5EF4-FFF2-40B4-BE49-F238E27FC236}">
                <a16:creationId xmlns:a16="http://schemas.microsoft.com/office/drawing/2014/main" id="{564E6B0C-A631-9044-A5AA-DFD256DBC7A3}"/>
              </a:ext>
            </a:extLst>
          </p:cNvPr>
          <p:cNvSpPr txBox="1"/>
          <p:nvPr/>
        </p:nvSpPr>
        <p:spPr>
          <a:xfrm>
            <a:off x="1772216" y="3461571"/>
            <a:ext cx="695324" cy="307777"/>
          </a:xfrm>
          <a:prstGeom prst="rect">
            <a:avLst/>
          </a:prstGeom>
          <a:noFill/>
        </p:spPr>
        <p:txBody>
          <a:bodyPr wrap="square" rtlCol="0">
            <a:spAutoFit/>
          </a:bodyPr>
          <a:lstStyle/>
          <a:p>
            <a:r>
              <a:rPr lang="it-IT" sz="1400" b="1">
                <a:latin typeface="Montserrat" pitchFamily="2" charset="77"/>
              </a:rPr>
              <a:t>04</a:t>
            </a:r>
          </a:p>
        </p:txBody>
      </p:sp>
      <p:sp>
        <p:nvSpPr>
          <p:cNvPr id="63" name="CasellaDiTesto 62">
            <a:extLst>
              <a:ext uri="{FF2B5EF4-FFF2-40B4-BE49-F238E27FC236}">
                <a16:creationId xmlns:a16="http://schemas.microsoft.com/office/drawing/2014/main" id="{712E7235-A95E-7F43-99B9-F682CAABF0AB}"/>
              </a:ext>
            </a:extLst>
          </p:cNvPr>
          <p:cNvSpPr txBox="1"/>
          <p:nvPr/>
        </p:nvSpPr>
        <p:spPr>
          <a:xfrm>
            <a:off x="1772216" y="3845128"/>
            <a:ext cx="695324" cy="307777"/>
          </a:xfrm>
          <a:prstGeom prst="rect">
            <a:avLst/>
          </a:prstGeom>
          <a:noFill/>
        </p:spPr>
        <p:txBody>
          <a:bodyPr wrap="square" rtlCol="0">
            <a:spAutoFit/>
          </a:bodyPr>
          <a:lstStyle/>
          <a:p>
            <a:r>
              <a:rPr lang="it-IT" sz="1400" b="1" dirty="0">
                <a:latin typeface="Montserrat" pitchFamily="2" charset="77"/>
              </a:rPr>
              <a:t>05</a:t>
            </a:r>
          </a:p>
        </p:txBody>
      </p:sp>
      <p:sp>
        <p:nvSpPr>
          <p:cNvPr id="65" name="CasellaDiTesto 64">
            <a:extLst>
              <a:ext uri="{FF2B5EF4-FFF2-40B4-BE49-F238E27FC236}">
                <a16:creationId xmlns:a16="http://schemas.microsoft.com/office/drawing/2014/main" id="{AB639DBF-6C9B-3344-A5AF-53D9CA36CD8F}"/>
              </a:ext>
            </a:extLst>
          </p:cNvPr>
          <p:cNvSpPr txBox="1"/>
          <p:nvPr/>
        </p:nvSpPr>
        <p:spPr>
          <a:xfrm>
            <a:off x="2442389" y="3066063"/>
            <a:ext cx="3511698" cy="307777"/>
          </a:xfrm>
          <a:prstGeom prst="rect">
            <a:avLst/>
          </a:prstGeom>
          <a:noFill/>
        </p:spPr>
        <p:txBody>
          <a:bodyPr wrap="square" rtlCol="0">
            <a:spAutoFit/>
          </a:bodyPr>
          <a:lstStyle/>
          <a:p>
            <a:r>
              <a:rPr lang="it-IT" sz="1400" dirty="0">
                <a:latin typeface="Montserrat Light" pitchFamily="2" charset="77"/>
              </a:rPr>
              <a:t>Major Requirements</a:t>
            </a:r>
          </a:p>
        </p:txBody>
      </p:sp>
      <p:sp>
        <p:nvSpPr>
          <p:cNvPr id="67" name="CasellaDiTesto 66">
            <a:extLst>
              <a:ext uri="{FF2B5EF4-FFF2-40B4-BE49-F238E27FC236}">
                <a16:creationId xmlns:a16="http://schemas.microsoft.com/office/drawing/2014/main" id="{B0AED18D-82F6-8840-99B2-8A5152C24E61}"/>
              </a:ext>
            </a:extLst>
          </p:cNvPr>
          <p:cNvSpPr txBox="1"/>
          <p:nvPr/>
        </p:nvSpPr>
        <p:spPr>
          <a:xfrm>
            <a:off x="2442381" y="3461830"/>
            <a:ext cx="3511698" cy="307777"/>
          </a:xfrm>
          <a:prstGeom prst="rect">
            <a:avLst/>
          </a:prstGeom>
          <a:noFill/>
        </p:spPr>
        <p:txBody>
          <a:bodyPr wrap="square" rtlCol="0">
            <a:spAutoFit/>
          </a:bodyPr>
          <a:lstStyle/>
          <a:p>
            <a:r>
              <a:rPr lang="it-IT" sz="1400" dirty="0">
                <a:latin typeface="Montserrat Light" pitchFamily="2" charset="77"/>
              </a:rPr>
              <a:t>Product Line and P/N</a:t>
            </a:r>
          </a:p>
        </p:txBody>
      </p:sp>
      <p:sp>
        <p:nvSpPr>
          <p:cNvPr id="69" name="CasellaDiTesto 68">
            <a:extLst>
              <a:ext uri="{FF2B5EF4-FFF2-40B4-BE49-F238E27FC236}">
                <a16:creationId xmlns:a16="http://schemas.microsoft.com/office/drawing/2014/main" id="{7E377D14-504E-EB44-A56F-056F73F53A4C}"/>
              </a:ext>
            </a:extLst>
          </p:cNvPr>
          <p:cNvSpPr txBox="1"/>
          <p:nvPr/>
        </p:nvSpPr>
        <p:spPr>
          <a:xfrm>
            <a:off x="1772216" y="4193875"/>
            <a:ext cx="695324" cy="307777"/>
          </a:xfrm>
          <a:prstGeom prst="rect">
            <a:avLst/>
          </a:prstGeom>
          <a:noFill/>
        </p:spPr>
        <p:txBody>
          <a:bodyPr wrap="square" rtlCol="0">
            <a:spAutoFit/>
          </a:bodyPr>
          <a:lstStyle/>
          <a:p>
            <a:r>
              <a:rPr lang="it-IT" sz="1400" b="1">
                <a:latin typeface="Montserrat" pitchFamily="2" charset="77"/>
              </a:rPr>
              <a:t>06</a:t>
            </a:r>
          </a:p>
        </p:txBody>
      </p:sp>
      <p:sp>
        <p:nvSpPr>
          <p:cNvPr id="71" name="CasellaDiTesto 70">
            <a:extLst>
              <a:ext uri="{FF2B5EF4-FFF2-40B4-BE49-F238E27FC236}">
                <a16:creationId xmlns:a16="http://schemas.microsoft.com/office/drawing/2014/main" id="{8A5693B1-56FA-884B-819B-065B1D7CAEB1}"/>
              </a:ext>
            </a:extLst>
          </p:cNvPr>
          <p:cNvSpPr txBox="1"/>
          <p:nvPr/>
        </p:nvSpPr>
        <p:spPr>
          <a:xfrm>
            <a:off x="2442370" y="3828723"/>
            <a:ext cx="3511706" cy="307777"/>
          </a:xfrm>
          <a:prstGeom prst="rect">
            <a:avLst/>
          </a:prstGeom>
          <a:noFill/>
        </p:spPr>
        <p:txBody>
          <a:bodyPr wrap="square" rtlCol="0">
            <a:spAutoFit/>
          </a:bodyPr>
          <a:lstStyle/>
          <a:p>
            <a:r>
              <a:rPr lang="it-IT" sz="1400" dirty="0">
                <a:latin typeface="Montserrat Light" pitchFamily="2" charset="77"/>
              </a:rPr>
              <a:t>Preliminary Effort Estimation</a:t>
            </a:r>
          </a:p>
        </p:txBody>
      </p:sp>
      <p:sp>
        <p:nvSpPr>
          <p:cNvPr id="73" name="CasellaDiTesto 72">
            <a:extLst>
              <a:ext uri="{FF2B5EF4-FFF2-40B4-BE49-F238E27FC236}">
                <a16:creationId xmlns:a16="http://schemas.microsoft.com/office/drawing/2014/main" id="{78A5DD55-E967-2B46-A570-A0E8BC1DAF17}"/>
              </a:ext>
            </a:extLst>
          </p:cNvPr>
          <p:cNvSpPr txBox="1"/>
          <p:nvPr/>
        </p:nvSpPr>
        <p:spPr>
          <a:xfrm>
            <a:off x="2442371" y="4202451"/>
            <a:ext cx="3511702" cy="307777"/>
          </a:xfrm>
          <a:prstGeom prst="rect">
            <a:avLst/>
          </a:prstGeom>
          <a:noFill/>
        </p:spPr>
        <p:txBody>
          <a:bodyPr wrap="square" rtlCol="0">
            <a:spAutoFit/>
          </a:bodyPr>
          <a:lstStyle/>
          <a:p>
            <a:r>
              <a:rPr lang="it-IT" sz="1400" dirty="0">
                <a:latin typeface="Montserrat Light" pitchFamily="2" charset="77"/>
              </a:rPr>
              <a:t>Timeline</a:t>
            </a:r>
          </a:p>
        </p:txBody>
      </p:sp>
      <p:sp>
        <p:nvSpPr>
          <p:cNvPr id="15" name="Titolo 14">
            <a:extLst>
              <a:ext uri="{FF2B5EF4-FFF2-40B4-BE49-F238E27FC236}">
                <a16:creationId xmlns:a16="http://schemas.microsoft.com/office/drawing/2014/main" id="{51408BA1-6ABB-0645-8C72-87D03F891A5B}"/>
              </a:ext>
            </a:extLst>
          </p:cNvPr>
          <p:cNvSpPr>
            <a:spLocks noGrp="1"/>
          </p:cNvSpPr>
          <p:nvPr>
            <p:ph type="title"/>
          </p:nvPr>
        </p:nvSpPr>
        <p:spPr/>
        <p:txBody>
          <a:bodyPr/>
          <a:lstStyle/>
          <a:p>
            <a:r>
              <a:rPr lang="it-IT" dirty="0"/>
              <a:t>Kick-off Agenda</a:t>
            </a:r>
          </a:p>
        </p:txBody>
      </p:sp>
      <p:sp>
        <p:nvSpPr>
          <p:cNvPr id="7" name="Segnaposto numero diapositiva 6">
            <a:extLst>
              <a:ext uri="{FF2B5EF4-FFF2-40B4-BE49-F238E27FC236}">
                <a16:creationId xmlns:a16="http://schemas.microsoft.com/office/drawing/2014/main" id="{BF235D0B-5146-C144-9A39-7788DDF4EAE8}"/>
              </a:ext>
            </a:extLst>
          </p:cNvPr>
          <p:cNvSpPr>
            <a:spLocks noGrp="1"/>
          </p:cNvSpPr>
          <p:nvPr>
            <p:ph type="sldNum" idx="4"/>
          </p:nvPr>
        </p:nvSpPr>
        <p:spPr/>
        <p:txBody>
          <a:bodyPr>
            <a:normAutofit fontScale="92500" lnSpcReduction="10000"/>
          </a:bodyPr>
          <a:lstStyle/>
          <a:p>
            <a:fld id="{00000000-1234-1234-1234-123412341234}" type="slidenum">
              <a:rPr lang="it-IT" smtClean="0"/>
              <a:pPr/>
              <a:t>2</a:t>
            </a:fld>
            <a:endParaRPr lang="it-IT" dirty="0"/>
          </a:p>
        </p:txBody>
      </p:sp>
      <p:sp>
        <p:nvSpPr>
          <p:cNvPr id="14" name="Segnaposto data 13">
            <a:extLst>
              <a:ext uri="{FF2B5EF4-FFF2-40B4-BE49-F238E27FC236}">
                <a16:creationId xmlns:a16="http://schemas.microsoft.com/office/drawing/2014/main" id="{A3F3C55C-3156-4242-A346-1E15F99B26ED}"/>
              </a:ext>
            </a:extLst>
          </p:cNvPr>
          <p:cNvSpPr>
            <a:spLocks noGrp="1"/>
          </p:cNvSpPr>
          <p:nvPr>
            <p:ph type="dt" sz="half" idx="2"/>
          </p:nvPr>
        </p:nvSpPr>
        <p:spPr/>
        <p:txBody>
          <a:bodyPr/>
          <a:lstStyle/>
          <a:p>
            <a:r>
              <a:rPr lang="it-IT" dirty="0"/>
              <a:t>22 marzo 2023</a:t>
            </a:r>
          </a:p>
        </p:txBody>
      </p:sp>
      <p:sp>
        <p:nvSpPr>
          <p:cNvPr id="24" name="Titolo 14">
            <a:extLst>
              <a:ext uri="{FF2B5EF4-FFF2-40B4-BE49-F238E27FC236}">
                <a16:creationId xmlns:a16="http://schemas.microsoft.com/office/drawing/2014/main" id="{C5FE48A4-32D0-7FD5-D5D1-F4BF783C350E}"/>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2614683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BDF7F7A-3DB1-4709-806C-9C412F4D31FB}"/>
              </a:ext>
            </a:extLst>
          </p:cNvPr>
          <p:cNvSpPr>
            <a:spLocks noGrp="1"/>
          </p:cNvSpPr>
          <p:nvPr>
            <p:ph type="title"/>
          </p:nvPr>
        </p:nvSpPr>
        <p:spPr/>
        <p:txBody>
          <a:bodyPr/>
          <a:lstStyle/>
          <a:p>
            <a:r>
              <a:rPr lang="it-IT"/>
              <a:t>Team Members</a:t>
            </a:r>
          </a:p>
        </p:txBody>
      </p:sp>
      <p:sp>
        <p:nvSpPr>
          <p:cNvPr id="9" name="Subtitle 8">
            <a:extLst>
              <a:ext uri="{FF2B5EF4-FFF2-40B4-BE49-F238E27FC236}">
                <a16:creationId xmlns:a16="http://schemas.microsoft.com/office/drawing/2014/main" id="{C492979C-FD70-44E0-B3E4-55C982BA4D07}"/>
              </a:ext>
            </a:extLst>
          </p:cNvPr>
          <p:cNvSpPr>
            <a:spLocks noGrp="1"/>
          </p:cNvSpPr>
          <p:nvPr>
            <p:ph type="subTitle" idx="1"/>
          </p:nvPr>
        </p:nvSpPr>
        <p:spPr/>
        <p:txBody>
          <a:bodyPr/>
          <a:lstStyle/>
          <a:p>
            <a:r>
              <a:rPr lang="it-IT"/>
              <a:t>Team Members</a:t>
            </a:r>
          </a:p>
        </p:txBody>
      </p:sp>
      <p:graphicFrame>
        <p:nvGraphicFramePr>
          <p:cNvPr id="13" name="Content Placeholder 3">
            <a:extLst>
              <a:ext uri="{FF2B5EF4-FFF2-40B4-BE49-F238E27FC236}">
                <a16:creationId xmlns:a16="http://schemas.microsoft.com/office/drawing/2014/main" id="{045324B2-2EF4-44F7-AFFC-F20BA90C77E4}"/>
              </a:ext>
            </a:extLst>
          </p:cNvPr>
          <p:cNvGraphicFramePr>
            <a:graphicFrameLocks noGrp="1"/>
          </p:cNvGraphicFramePr>
          <p:nvPr>
            <p:ph idx="1"/>
            <p:extLst>
              <p:ext uri="{D42A27DB-BD31-4B8C-83A1-F6EECF244321}">
                <p14:modId xmlns:p14="http://schemas.microsoft.com/office/powerpoint/2010/main" val="94252848"/>
              </p:ext>
            </p:extLst>
          </p:nvPr>
        </p:nvGraphicFramePr>
        <p:xfrm>
          <a:off x="669796" y="1512033"/>
          <a:ext cx="4810329" cy="4053840"/>
        </p:xfrm>
        <a:graphic>
          <a:graphicData uri="http://schemas.openxmlformats.org/drawingml/2006/table">
            <a:tbl>
              <a:tblPr firstRow="1" bandRow="1">
                <a:tableStyleId>{5C22544A-7EE6-4342-B048-85BDC9FD1C3A}</a:tableStyleId>
              </a:tblPr>
              <a:tblGrid>
                <a:gridCol w="2062559">
                  <a:extLst>
                    <a:ext uri="{9D8B030D-6E8A-4147-A177-3AD203B41FA5}">
                      <a16:colId xmlns:a16="http://schemas.microsoft.com/office/drawing/2014/main" val="1281466129"/>
                    </a:ext>
                  </a:extLst>
                </a:gridCol>
                <a:gridCol w="2747770">
                  <a:extLst>
                    <a:ext uri="{9D8B030D-6E8A-4147-A177-3AD203B41FA5}">
                      <a16:colId xmlns:a16="http://schemas.microsoft.com/office/drawing/2014/main" val="3812874543"/>
                    </a:ext>
                  </a:extLst>
                </a:gridCol>
              </a:tblGrid>
              <a:tr h="216000">
                <a:tc>
                  <a:txBody>
                    <a:bodyPr/>
                    <a:lstStyle/>
                    <a:p>
                      <a:r>
                        <a:rPr lang="it-IT" sz="1000">
                          <a:solidFill>
                            <a:schemeClr val="tx1"/>
                          </a:solidFill>
                          <a:latin typeface="Montserrat Light" pitchFamily="2" charset="0"/>
                        </a:rPr>
                        <a:t>Team </a:t>
                      </a:r>
                      <a:r>
                        <a:rPr lang="en-US" sz="1000" noProof="0">
                          <a:solidFill>
                            <a:schemeClr val="tx1"/>
                          </a:solidFill>
                          <a:latin typeface="Montserrat Light" pitchFamily="2" charset="0"/>
                        </a:rPr>
                        <a:t>Function</a:t>
                      </a:r>
                    </a:p>
                  </a:txBody>
                  <a:tcPr/>
                </a:tc>
                <a:tc>
                  <a:txBody>
                    <a:bodyPr/>
                    <a:lstStyle/>
                    <a:p>
                      <a:r>
                        <a:rPr lang="it-IT" sz="1000">
                          <a:solidFill>
                            <a:schemeClr val="tx1"/>
                          </a:solidFill>
                          <a:latin typeface="Montserrat Light" pitchFamily="2" charset="0"/>
                        </a:rPr>
                        <a:t>Team </a:t>
                      </a:r>
                      <a:r>
                        <a:rPr lang="en-US" sz="1000" noProof="0">
                          <a:solidFill>
                            <a:schemeClr val="tx1"/>
                          </a:solidFill>
                          <a:latin typeface="Montserrat Light" pitchFamily="2" charset="0"/>
                        </a:rPr>
                        <a:t>Member</a:t>
                      </a:r>
                      <a:r>
                        <a:rPr lang="it-IT" sz="1000">
                          <a:solidFill>
                            <a:schemeClr val="tx1"/>
                          </a:solidFill>
                          <a:latin typeface="Montserrat Light" pitchFamily="2" charset="0"/>
                        </a:rPr>
                        <a:t> name</a:t>
                      </a:r>
                    </a:p>
                  </a:txBody>
                  <a:tcPr/>
                </a:tc>
                <a:extLst>
                  <a:ext uri="{0D108BD9-81ED-4DB2-BD59-A6C34878D82A}">
                    <a16:rowId xmlns:a16="http://schemas.microsoft.com/office/drawing/2014/main" val="3814632505"/>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chemeClr val="tx1"/>
                          </a:solidFill>
                          <a:effectLst/>
                          <a:latin typeface="Montserrat Light" pitchFamily="2" charset="0"/>
                          <a:ea typeface="Calibri" panose="020F0502020204030204" pitchFamily="34" charset="0"/>
                          <a:cs typeface="Times New Roman" panose="02020603050405020304" pitchFamily="18" charset="0"/>
                        </a:rPr>
                        <a:t>Product Development  Manager</a:t>
                      </a:r>
                    </a:p>
                  </a:txBody>
                  <a:tcPr anchor="ctr"/>
                </a:tc>
                <a:tc>
                  <a:txBody>
                    <a:bodyPr/>
                    <a:lstStyle/>
                    <a:p>
                      <a:r>
                        <a:rPr lang="it-IT" sz="1000" b="1" dirty="0">
                          <a:solidFill>
                            <a:schemeClr val="tx1"/>
                          </a:solidFill>
                          <a:latin typeface="Montserrat Light" pitchFamily="2" charset="0"/>
                        </a:rPr>
                        <a:t>Alberto Vidili</a:t>
                      </a:r>
                    </a:p>
                  </a:txBody>
                  <a:tcPr anchor="ctr"/>
                </a:tc>
                <a:extLst>
                  <a:ext uri="{0D108BD9-81ED-4DB2-BD59-A6C34878D82A}">
                    <a16:rowId xmlns:a16="http://schemas.microsoft.com/office/drawing/2014/main" val="2306334540"/>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b="0" dirty="0">
                          <a:solidFill>
                            <a:schemeClr val="tx1"/>
                          </a:solidFill>
                          <a:effectLst/>
                          <a:latin typeface="Montserrat Light" pitchFamily="2" charset="0"/>
                          <a:ea typeface="Calibri" panose="020F0502020204030204" pitchFamily="34" charset="0"/>
                          <a:cs typeface="Times New Roman" panose="02020603050405020304" pitchFamily="18" charset="0"/>
                        </a:rPr>
                        <a:t>Project Manager</a:t>
                      </a:r>
                    </a:p>
                  </a:txBody>
                  <a:tcPr anchor="ctr"/>
                </a:tc>
                <a:tc>
                  <a:txBody>
                    <a:bodyPr/>
                    <a:lstStyle/>
                    <a:p>
                      <a:r>
                        <a:rPr lang="it-IT" sz="1000" b="1" kern="1200">
                          <a:solidFill>
                            <a:schemeClr val="tx1"/>
                          </a:solidFill>
                          <a:latin typeface="Montserrat Light" pitchFamily="2" charset="0"/>
                          <a:ea typeface="+mn-ea"/>
                          <a:cs typeface="+mn-cs"/>
                        </a:rPr>
                        <a:t>Luca Contini</a:t>
                      </a:r>
                    </a:p>
                  </a:txBody>
                  <a:tcPr anchor="ctr"/>
                </a:tc>
                <a:extLst>
                  <a:ext uri="{0D108BD9-81ED-4DB2-BD59-A6C34878D82A}">
                    <a16:rowId xmlns:a16="http://schemas.microsoft.com/office/drawing/2014/main" val="123365992"/>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b="0" kern="1200" dirty="0">
                          <a:solidFill>
                            <a:schemeClr val="tx1"/>
                          </a:solidFill>
                          <a:effectLst/>
                          <a:latin typeface="Montserrat Light" pitchFamily="2" charset="0"/>
                          <a:ea typeface="+mn-ea"/>
                          <a:cs typeface="Times New Roman" panose="02020603050405020304" pitchFamily="18" charset="0"/>
                        </a:rPr>
                        <a:t>TIH Software Development</a:t>
                      </a:r>
                      <a:endParaRPr lang="it-IT" sz="1000" b="0" dirty="0">
                        <a:solidFill>
                          <a:schemeClr val="tx1"/>
                        </a:solidFill>
                        <a:effectLst/>
                        <a:latin typeface="Montserrat Light" pitchFamily="2" charset="0"/>
                        <a:ea typeface="Calibri" panose="020F0502020204030204" pitchFamily="34" charset="0"/>
                        <a:cs typeface="Times New Roman" panose="02020603050405020304" pitchFamily="18" charset="0"/>
                      </a:endParaRPr>
                    </a:p>
                  </a:txBody>
                  <a:tcPr anchor="ctr"/>
                </a:tc>
                <a:tc>
                  <a:txBody>
                    <a:bodyPr/>
                    <a:lstStyle/>
                    <a:p>
                      <a:r>
                        <a:rPr lang="it-IT" sz="1000" b="1" kern="1200" dirty="0">
                          <a:solidFill>
                            <a:schemeClr val="tx1"/>
                          </a:solidFill>
                          <a:latin typeface="Montserrat Light" pitchFamily="2" charset="0"/>
                          <a:ea typeface="+mn-ea"/>
                          <a:cs typeface="+mn-cs"/>
                        </a:rPr>
                        <a:t>Nicola Tuveri</a:t>
                      </a:r>
                    </a:p>
                  </a:txBody>
                  <a:tcPr anchor="ctr"/>
                </a:tc>
                <a:extLst>
                  <a:ext uri="{0D108BD9-81ED-4DB2-BD59-A6C34878D82A}">
                    <a16:rowId xmlns:a16="http://schemas.microsoft.com/office/drawing/2014/main" val="613909119"/>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b="0" kern="1200" dirty="0">
                          <a:solidFill>
                            <a:schemeClr val="tx1"/>
                          </a:solidFill>
                          <a:effectLst/>
                          <a:latin typeface="Montserrat Light" pitchFamily="2" charset="0"/>
                          <a:ea typeface="+mn-ea"/>
                          <a:cs typeface="Times New Roman" panose="02020603050405020304" pitchFamily="18" charset="0"/>
                        </a:rPr>
                        <a:t>TIH Software Development</a:t>
                      </a:r>
                      <a:endParaRPr lang="it-IT" sz="1000" b="0" kern="1200" dirty="0">
                        <a:solidFill>
                          <a:schemeClr val="tx1"/>
                        </a:solidFill>
                        <a:effectLst/>
                        <a:latin typeface="Montserrat Light" pitchFamily="2" charset="0"/>
                        <a:ea typeface="Calibri" panose="020F0502020204030204" pitchFamily="34" charset="0"/>
                        <a:cs typeface="Times New Roman" panose="02020603050405020304" pitchFamily="18" charset="0"/>
                      </a:endParaRPr>
                    </a:p>
                  </a:txBody>
                  <a:tcPr anchor="ctr"/>
                </a:tc>
                <a:tc>
                  <a:txBody>
                    <a:bodyPr/>
                    <a:lstStyle/>
                    <a:p>
                      <a:r>
                        <a:rPr lang="it-IT" sz="1000" b="1" dirty="0">
                          <a:solidFill>
                            <a:schemeClr val="tx1"/>
                          </a:solidFill>
                          <a:latin typeface="Montserrat Light" pitchFamily="2" charset="0"/>
                        </a:rPr>
                        <a:t>Stefano Atzeni</a:t>
                      </a:r>
                    </a:p>
                  </a:txBody>
                  <a:tcPr anchor="ctr"/>
                </a:tc>
                <a:extLst>
                  <a:ext uri="{0D108BD9-81ED-4DB2-BD59-A6C34878D82A}">
                    <a16:rowId xmlns:a16="http://schemas.microsoft.com/office/drawing/2014/main" val="989110611"/>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b="0" kern="1200">
                          <a:solidFill>
                            <a:schemeClr val="tx1"/>
                          </a:solidFill>
                          <a:effectLst/>
                          <a:latin typeface="Montserrat Light" pitchFamily="2" charset="0"/>
                          <a:ea typeface="+mn-ea"/>
                          <a:cs typeface="Times New Roman" panose="02020603050405020304" pitchFamily="18" charset="0"/>
                        </a:rPr>
                        <a:t>TIH Software Development</a:t>
                      </a:r>
                      <a:endParaRPr lang="it-IT" sz="1000" b="0" kern="1200">
                        <a:solidFill>
                          <a:schemeClr val="tx1"/>
                        </a:solidFill>
                        <a:effectLst/>
                        <a:latin typeface="Montserrat Light" pitchFamily="2" charset="0"/>
                        <a:ea typeface="Calibri" panose="020F0502020204030204" pitchFamily="34" charset="0"/>
                        <a:cs typeface="Times New Roman" panose="02020603050405020304" pitchFamily="18" charset="0"/>
                      </a:endParaRPr>
                    </a:p>
                  </a:txBody>
                  <a:tcPr anchor="ctr"/>
                </a:tc>
                <a:tc>
                  <a:txBody>
                    <a:bodyPr/>
                    <a:lstStyle/>
                    <a:p>
                      <a:r>
                        <a:rPr lang="it-IT" sz="1000" b="1">
                          <a:solidFill>
                            <a:schemeClr val="tx1"/>
                          </a:solidFill>
                          <a:latin typeface="Montserrat Light" pitchFamily="2" charset="0"/>
                        </a:rPr>
                        <a:t>Isabella Sacchi</a:t>
                      </a:r>
                    </a:p>
                  </a:txBody>
                  <a:tcPr anchor="ctr"/>
                </a:tc>
                <a:extLst>
                  <a:ext uri="{0D108BD9-81ED-4DB2-BD59-A6C34878D82A}">
                    <a16:rowId xmlns:a16="http://schemas.microsoft.com/office/drawing/2014/main" val="213172987"/>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b="0" kern="1200">
                          <a:solidFill>
                            <a:schemeClr val="tx1"/>
                          </a:solidFill>
                          <a:effectLst/>
                          <a:latin typeface="Montserrat Light" pitchFamily="2" charset="0"/>
                          <a:ea typeface="+mn-ea"/>
                          <a:cs typeface="Times New Roman" panose="02020603050405020304" pitchFamily="18" charset="0"/>
                        </a:rPr>
                        <a:t>TIH Software Development</a:t>
                      </a:r>
                      <a:endParaRPr lang="it-IT" sz="1000" b="0" kern="1200">
                        <a:solidFill>
                          <a:schemeClr val="tx1"/>
                        </a:solidFill>
                        <a:effectLst/>
                        <a:latin typeface="Montserrat Light" pitchFamily="2" charset="0"/>
                        <a:ea typeface="Calibri" panose="020F0502020204030204" pitchFamily="34" charset="0"/>
                        <a:cs typeface="Times New Roman" panose="02020603050405020304" pitchFamily="18" charset="0"/>
                      </a:endParaRPr>
                    </a:p>
                  </a:txBody>
                  <a:tcPr anchor="ctr"/>
                </a:tc>
                <a:tc>
                  <a:txBody>
                    <a:bodyPr/>
                    <a:lstStyle/>
                    <a:p>
                      <a:pPr marL="0" algn="l" defTabSz="914400" rtl="0" eaLnBrk="1" latinLnBrk="0" hangingPunct="1">
                        <a:lnSpc>
                          <a:spcPct val="100000"/>
                        </a:lnSpc>
                        <a:spcAft>
                          <a:spcPts val="0"/>
                        </a:spcAft>
                      </a:pPr>
                      <a:r>
                        <a:rPr lang="it-IT" sz="1000" b="1" kern="1200" dirty="0">
                          <a:solidFill>
                            <a:schemeClr val="tx1"/>
                          </a:solidFill>
                          <a:effectLst/>
                          <a:latin typeface="Montserrat Light" pitchFamily="2" charset="0"/>
                          <a:cs typeface="Times New Roman" panose="02020603050405020304" pitchFamily="18" charset="0"/>
                        </a:rPr>
                        <a:t>Mirko Dessi</a:t>
                      </a:r>
                    </a:p>
                  </a:txBody>
                  <a:tcPr anchor="ctr"/>
                </a:tc>
                <a:extLst>
                  <a:ext uri="{0D108BD9-81ED-4DB2-BD59-A6C34878D82A}">
                    <a16:rowId xmlns:a16="http://schemas.microsoft.com/office/drawing/2014/main" val="651655443"/>
                  </a:ext>
                </a:extLst>
              </a:tr>
              <a:tr h="216000">
                <a:tc>
                  <a:txBody>
                    <a:bodyPr/>
                    <a:lstStyle/>
                    <a:p>
                      <a:pPr marL="0">
                        <a:lnSpc>
                          <a:spcPct val="100000"/>
                        </a:lnSpc>
                        <a:spcAft>
                          <a:spcPts val="0"/>
                        </a:spcAft>
                      </a:pPr>
                      <a:r>
                        <a:rPr lang="it-IT" sz="1000" b="0" dirty="0">
                          <a:solidFill>
                            <a:schemeClr val="tx1"/>
                          </a:solidFill>
                          <a:effectLst/>
                          <a:latin typeface="Montserrat Light" pitchFamily="2" charset="0"/>
                          <a:ea typeface="Calibri" panose="020F0502020204030204" pitchFamily="34" charset="0"/>
                          <a:cs typeface="Times New Roman" panose="02020603050405020304" pitchFamily="18" charset="0"/>
                        </a:rPr>
                        <a:t>Firmware</a:t>
                      </a:r>
                    </a:p>
                  </a:txBody>
                  <a:tcPr anchor="ctr"/>
                </a:tc>
                <a:tc>
                  <a:txBody>
                    <a:bodyPr/>
                    <a:lstStyle/>
                    <a:p>
                      <a:r>
                        <a:rPr lang="it-IT" sz="1000" b="1" dirty="0">
                          <a:solidFill>
                            <a:schemeClr val="tx1"/>
                          </a:solidFill>
                          <a:latin typeface="Montserrat Light" pitchFamily="2" charset="0"/>
                        </a:rPr>
                        <a:t>Adriano Melis</a:t>
                      </a:r>
                    </a:p>
                  </a:txBody>
                  <a:tcPr anchor="ctr"/>
                </a:tc>
                <a:extLst>
                  <a:ext uri="{0D108BD9-81ED-4DB2-BD59-A6C34878D82A}">
                    <a16:rowId xmlns:a16="http://schemas.microsoft.com/office/drawing/2014/main" val="4185842371"/>
                  </a:ext>
                </a:extLst>
              </a:tr>
              <a:tr h="216000">
                <a:tc>
                  <a:txBody>
                    <a:bodyPr/>
                    <a:lstStyle/>
                    <a:p>
                      <a:pPr marL="0" algn="l" defTabSz="914400" rtl="0" eaLnBrk="1" latinLnBrk="0" hangingPunct="1">
                        <a:lnSpc>
                          <a:spcPct val="100000"/>
                        </a:lnSpc>
                        <a:spcAft>
                          <a:spcPts val="0"/>
                        </a:spcAft>
                      </a:pPr>
                      <a:endParaRPr lang="it-IT" sz="1000" b="0" kern="1200" dirty="0">
                        <a:solidFill>
                          <a:schemeClr val="tx1"/>
                        </a:solidFill>
                        <a:effectLst/>
                        <a:latin typeface="Montserrat Light" pitchFamily="2" charset="0"/>
                        <a:ea typeface="+mn-ea"/>
                        <a:cs typeface="Times New Roman" panose="02020603050405020304" pitchFamily="18" charset="0"/>
                      </a:endParaRPr>
                    </a:p>
                  </a:txBody>
                  <a:tcPr anchor="ctr"/>
                </a:tc>
                <a:tc>
                  <a:txBody>
                    <a:bodyPr/>
                    <a:lstStyle/>
                    <a:p>
                      <a:endParaRPr lang="it-IT" sz="1000" b="1" dirty="0">
                        <a:solidFill>
                          <a:schemeClr val="tx1"/>
                        </a:solidFill>
                        <a:latin typeface="Montserrat Light" pitchFamily="2" charset="0"/>
                      </a:endParaRPr>
                    </a:p>
                  </a:txBody>
                  <a:tcPr anchor="ctr"/>
                </a:tc>
                <a:extLst>
                  <a:ext uri="{0D108BD9-81ED-4DB2-BD59-A6C34878D82A}">
                    <a16:rowId xmlns:a16="http://schemas.microsoft.com/office/drawing/2014/main" val="819927753"/>
                  </a:ext>
                </a:extLst>
              </a:tr>
              <a:tr h="216000">
                <a:tc>
                  <a:txBody>
                    <a:bodyPr/>
                    <a:lstStyle/>
                    <a:p>
                      <a:pPr marL="0">
                        <a:lnSpc>
                          <a:spcPct val="100000"/>
                        </a:lnSpc>
                        <a:spcAft>
                          <a:spcPts val="0"/>
                        </a:spcAft>
                      </a:pPr>
                      <a:r>
                        <a:rPr lang="it-IT" sz="1000" b="0" kern="1200">
                          <a:solidFill>
                            <a:schemeClr val="tx1"/>
                          </a:solidFill>
                          <a:effectLst/>
                          <a:latin typeface="Montserrat Light" pitchFamily="2" charset="0"/>
                          <a:ea typeface="+mn-ea"/>
                          <a:cs typeface="Times New Roman" panose="02020603050405020304" pitchFamily="18" charset="0"/>
                        </a:rPr>
                        <a:t>TIH Software Testing</a:t>
                      </a:r>
                    </a:p>
                  </a:txBody>
                  <a:tcPr anchor="ctr"/>
                </a:tc>
                <a:tc>
                  <a:txBody>
                    <a:bodyPr/>
                    <a:lstStyle/>
                    <a:p>
                      <a:r>
                        <a:rPr lang="it-IT" sz="1000" b="1" kern="1200" dirty="0">
                          <a:solidFill>
                            <a:schemeClr val="tx1"/>
                          </a:solidFill>
                          <a:latin typeface="Montserrat Light" pitchFamily="2" charset="0"/>
                          <a:ea typeface="+mn-ea"/>
                          <a:cs typeface="+mn-cs"/>
                        </a:rPr>
                        <a:t>Giampinello Emanuele</a:t>
                      </a:r>
                    </a:p>
                  </a:txBody>
                  <a:tcPr anchor="ctr"/>
                </a:tc>
                <a:extLst>
                  <a:ext uri="{0D108BD9-81ED-4DB2-BD59-A6C34878D82A}">
                    <a16:rowId xmlns:a16="http://schemas.microsoft.com/office/drawing/2014/main" val="4082693261"/>
                  </a:ext>
                </a:extLst>
              </a:tr>
              <a:tr h="216000">
                <a:tc>
                  <a:txBody>
                    <a:bodyPr/>
                    <a:lstStyle/>
                    <a:p>
                      <a:pPr marL="0">
                        <a:lnSpc>
                          <a:spcPct val="100000"/>
                        </a:lnSpc>
                        <a:spcAft>
                          <a:spcPts val="0"/>
                        </a:spcAft>
                      </a:pPr>
                      <a:r>
                        <a:rPr lang="it-IT" sz="1000" b="0" kern="1200">
                          <a:solidFill>
                            <a:schemeClr val="tx1"/>
                          </a:solidFill>
                          <a:effectLst/>
                          <a:latin typeface="Montserrat Light" pitchFamily="2" charset="0"/>
                          <a:ea typeface="+mn-ea"/>
                          <a:cs typeface="Times New Roman" panose="02020603050405020304" pitchFamily="18" charset="0"/>
                        </a:rPr>
                        <a:t>TIH Software Testing</a:t>
                      </a:r>
                    </a:p>
                  </a:txBody>
                  <a:tcPr anchor="ctr"/>
                </a:tc>
                <a:tc>
                  <a:txBody>
                    <a:bodyPr/>
                    <a:lstStyle/>
                    <a:p>
                      <a:r>
                        <a:rPr lang="it-IT" sz="1000" b="1" kern="1200">
                          <a:solidFill>
                            <a:schemeClr val="tx1"/>
                          </a:solidFill>
                          <a:latin typeface="Montserrat Light" pitchFamily="2" charset="0"/>
                          <a:ea typeface="+mn-ea"/>
                          <a:cs typeface="+mn-cs"/>
                        </a:rPr>
                        <a:t>Massimo Piras</a:t>
                      </a:r>
                    </a:p>
                  </a:txBody>
                  <a:tcPr anchor="ctr"/>
                </a:tc>
                <a:extLst>
                  <a:ext uri="{0D108BD9-81ED-4DB2-BD59-A6C34878D82A}">
                    <a16:rowId xmlns:a16="http://schemas.microsoft.com/office/drawing/2014/main" val="180022122"/>
                  </a:ext>
                </a:extLst>
              </a:tr>
              <a:tr h="216000">
                <a:tc>
                  <a:txBody>
                    <a:bodyPr/>
                    <a:lstStyle/>
                    <a:p>
                      <a:pPr marL="0">
                        <a:lnSpc>
                          <a:spcPct val="100000"/>
                        </a:lnSpc>
                        <a:spcAft>
                          <a:spcPts val="0"/>
                        </a:spcAft>
                      </a:pPr>
                      <a:r>
                        <a:rPr lang="it-IT" sz="1000" b="0">
                          <a:solidFill>
                            <a:schemeClr val="tx1"/>
                          </a:solidFill>
                          <a:effectLst/>
                          <a:latin typeface="Montserrat Light" pitchFamily="2" charset="0"/>
                          <a:ea typeface="Calibri" panose="020F0502020204030204" pitchFamily="34" charset="0"/>
                          <a:cs typeface="Times New Roman" panose="02020603050405020304" pitchFamily="18" charset="0"/>
                        </a:rPr>
                        <a:t>System Testing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b="1" dirty="0">
                          <a:solidFill>
                            <a:schemeClr val="tx1"/>
                          </a:solidFill>
                          <a:latin typeface="Montserrat Light" pitchFamily="2" charset="0"/>
                        </a:rPr>
                        <a:t>Massimo Piras</a:t>
                      </a:r>
                    </a:p>
                  </a:txBody>
                  <a:tcPr anchor="ctr"/>
                </a:tc>
                <a:extLst>
                  <a:ext uri="{0D108BD9-81ED-4DB2-BD59-A6C34878D82A}">
                    <a16:rowId xmlns:a16="http://schemas.microsoft.com/office/drawing/2014/main" val="1052405913"/>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b="0">
                          <a:solidFill>
                            <a:schemeClr val="tx1"/>
                          </a:solidFill>
                          <a:effectLst/>
                          <a:latin typeface="Montserrat Light" pitchFamily="2" charset="0"/>
                          <a:ea typeface="Calibri" panose="020F0502020204030204" pitchFamily="34" charset="0"/>
                          <a:cs typeface="Times New Roman" panose="02020603050405020304" pitchFamily="18" charset="0"/>
                        </a:rPr>
                        <a:t>System Testing</a:t>
                      </a:r>
                    </a:p>
                  </a:txBody>
                  <a:tcPr anchor="ctr"/>
                </a:tc>
                <a:tc>
                  <a:txBody>
                    <a:bodyPr/>
                    <a:lstStyle/>
                    <a:p>
                      <a:r>
                        <a:rPr lang="it-IT" sz="1000" b="1">
                          <a:solidFill>
                            <a:schemeClr val="tx1"/>
                          </a:solidFill>
                          <a:latin typeface="Montserrat Light" pitchFamily="2" charset="0"/>
                        </a:rPr>
                        <a:t>Giampinello Emanuele</a:t>
                      </a:r>
                    </a:p>
                  </a:txBody>
                  <a:tcPr anchor="ctr"/>
                </a:tc>
                <a:extLst>
                  <a:ext uri="{0D108BD9-81ED-4DB2-BD59-A6C34878D82A}">
                    <a16:rowId xmlns:a16="http://schemas.microsoft.com/office/drawing/2014/main" val="1453989608"/>
                  </a:ext>
                </a:extLst>
              </a:tr>
              <a:tr h="216000">
                <a:tc>
                  <a:txBody>
                    <a:bodyPr/>
                    <a:lstStyle/>
                    <a:p>
                      <a:pPr marL="0">
                        <a:lnSpc>
                          <a:spcPct val="100000"/>
                        </a:lnSpc>
                        <a:spcAft>
                          <a:spcPts val="0"/>
                        </a:spcAft>
                      </a:pPr>
                      <a:r>
                        <a:rPr lang="it-IT" sz="1000" b="0">
                          <a:solidFill>
                            <a:schemeClr val="tx1"/>
                          </a:solidFill>
                          <a:effectLst/>
                          <a:latin typeface="Montserrat Light" pitchFamily="2" charset="0"/>
                          <a:ea typeface="Calibri" panose="020F0502020204030204" pitchFamily="34" charset="0"/>
                          <a:cs typeface="Times New Roman" panose="02020603050405020304" pitchFamily="18" charset="0"/>
                        </a:rPr>
                        <a:t>Certification</a:t>
                      </a:r>
                    </a:p>
                  </a:txBody>
                  <a:tcPr anchor="ctr"/>
                </a:tc>
                <a:tc>
                  <a:txBody>
                    <a:bodyPr/>
                    <a:lstStyle/>
                    <a:p>
                      <a:r>
                        <a:rPr lang="it-IT" sz="1000" b="1" dirty="0">
                          <a:solidFill>
                            <a:schemeClr val="tx1"/>
                          </a:solidFill>
                          <a:latin typeface="Montserrat Light" pitchFamily="2" charset="0"/>
                        </a:rPr>
                        <a:t>Cristian Leotta</a:t>
                      </a:r>
                    </a:p>
                  </a:txBody>
                  <a:tcPr anchor="ctr"/>
                </a:tc>
                <a:extLst>
                  <a:ext uri="{0D108BD9-81ED-4DB2-BD59-A6C34878D82A}">
                    <a16:rowId xmlns:a16="http://schemas.microsoft.com/office/drawing/2014/main" val="3748301692"/>
                  </a:ext>
                </a:extLst>
              </a:tr>
              <a:tr h="216000">
                <a:tc>
                  <a:txBody>
                    <a:bodyPr/>
                    <a:lstStyle/>
                    <a:p>
                      <a:pPr marL="0">
                        <a:lnSpc>
                          <a:spcPct val="100000"/>
                        </a:lnSpc>
                        <a:spcAft>
                          <a:spcPts val="0"/>
                        </a:spcAft>
                      </a:pPr>
                      <a:r>
                        <a:rPr lang="it-IT" sz="1000" b="0">
                          <a:solidFill>
                            <a:schemeClr val="tx1"/>
                          </a:solidFill>
                          <a:effectLst/>
                          <a:latin typeface="Montserrat Light" pitchFamily="2" charset="0"/>
                          <a:ea typeface="Calibri" panose="020F0502020204030204" pitchFamily="34" charset="0"/>
                          <a:cs typeface="Times New Roman" panose="02020603050405020304" pitchFamily="18" charset="0"/>
                        </a:rPr>
                        <a:t>Compliance</a:t>
                      </a:r>
                    </a:p>
                  </a:txBody>
                  <a:tcPr anchor="ctr"/>
                </a:tc>
                <a:tc>
                  <a:txBody>
                    <a:bodyPr/>
                    <a:lstStyle/>
                    <a:p>
                      <a:r>
                        <a:rPr lang="it-IT" sz="1000" b="1">
                          <a:solidFill>
                            <a:schemeClr val="tx1"/>
                          </a:solidFill>
                          <a:latin typeface="Montserrat Light" pitchFamily="2" charset="0"/>
                        </a:rPr>
                        <a:t>Francesca Marchese</a:t>
                      </a:r>
                    </a:p>
                  </a:txBody>
                  <a:tcPr anchor="ctr"/>
                </a:tc>
                <a:extLst>
                  <a:ext uri="{0D108BD9-81ED-4DB2-BD59-A6C34878D82A}">
                    <a16:rowId xmlns:a16="http://schemas.microsoft.com/office/drawing/2014/main" val="2257971200"/>
                  </a:ext>
                </a:extLst>
              </a:tr>
              <a:tr h="216000">
                <a:tc>
                  <a:txBody>
                    <a:bodyPr/>
                    <a:lstStyle/>
                    <a:p>
                      <a:pPr marL="0">
                        <a:lnSpc>
                          <a:spcPct val="100000"/>
                        </a:lnSpc>
                        <a:spcAft>
                          <a:spcPts val="0"/>
                        </a:spcAft>
                      </a:pPr>
                      <a:r>
                        <a:rPr lang="it-IT" sz="1000" b="0">
                          <a:solidFill>
                            <a:schemeClr val="tx1"/>
                          </a:solidFill>
                          <a:effectLst/>
                          <a:latin typeface="Montserrat Light" pitchFamily="2" charset="0"/>
                          <a:ea typeface="Calibri" panose="020F0502020204030204" pitchFamily="34" charset="0"/>
                          <a:cs typeface="Times New Roman" panose="02020603050405020304" pitchFamily="18" charset="0"/>
                        </a:rPr>
                        <a:t>Technical Documentation</a:t>
                      </a:r>
                    </a:p>
                  </a:txBody>
                  <a:tcPr anchor="ctr"/>
                </a:tc>
                <a:tc>
                  <a:txBody>
                    <a:bodyPr/>
                    <a:lstStyle/>
                    <a:p>
                      <a:r>
                        <a:rPr lang="en-US" sz="1000" b="1" dirty="0">
                          <a:solidFill>
                            <a:schemeClr val="tx1"/>
                          </a:solidFill>
                          <a:latin typeface="Montserrat Light" pitchFamily="2" charset="0"/>
                        </a:rPr>
                        <a:t>G</a:t>
                      </a:r>
                      <a:r>
                        <a:rPr lang="it-IT" sz="1000" b="1" dirty="0" err="1">
                          <a:solidFill>
                            <a:schemeClr val="tx1"/>
                          </a:solidFill>
                          <a:latin typeface="Montserrat Light" pitchFamily="2" charset="0"/>
                        </a:rPr>
                        <a:t>ianni</a:t>
                      </a:r>
                      <a:r>
                        <a:rPr lang="it-IT" sz="1000" b="1" dirty="0">
                          <a:solidFill>
                            <a:schemeClr val="tx1"/>
                          </a:solidFill>
                          <a:latin typeface="Montserrat Light" pitchFamily="2" charset="0"/>
                        </a:rPr>
                        <a:t> Bono</a:t>
                      </a:r>
                    </a:p>
                  </a:txBody>
                  <a:tcPr anchor="ctr"/>
                </a:tc>
                <a:extLst>
                  <a:ext uri="{0D108BD9-81ED-4DB2-BD59-A6C34878D82A}">
                    <a16:rowId xmlns:a16="http://schemas.microsoft.com/office/drawing/2014/main" val="2428930164"/>
                  </a:ext>
                </a:extLst>
              </a:tr>
            </a:tbl>
          </a:graphicData>
        </a:graphic>
      </p:graphicFrame>
      <p:pic>
        <p:nvPicPr>
          <p:cNvPr id="19" name="Picture 6" descr="Immagine correlata">
            <a:extLst>
              <a:ext uri="{FF2B5EF4-FFF2-40B4-BE49-F238E27FC236}">
                <a16:creationId xmlns:a16="http://schemas.microsoft.com/office/drawing/2014/main" id="{0FFA1BD1-6A19-4FD7-82C8-865126E38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0328" y="4363061"/>
            <a:ext cx="1893918" cy="142043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491808D9-9026-48D0-B8D0-2D381815FCEE}"/>
              </a:ext>
            </a:extLst>
          </p:cNvPr>
          <p:cNvSpPr txBox="1"/>
          <p:nvPr/>
        </p:nvSpPr>
        <p:spPr>
          <a:xfrm>
            <a:off x="6278862" y="5749837"/>
            <a:ext cx="5601092" cy="600164"/>
          </a:xfrm>
          <a:prstGeom prst="rect">
            <a:avLst/>
          </a:prstGeom>
          <a:noFill/>
        </p:spPr>
        <p:txBody>
          <a:bodyPr wrap="square" rtlCol="0">
            <a:spAutoFit/>
          </a:bodyPr>
          <a:lstStyle/>
          <a:p>
            <a:r>
              <a:rPr lang="en-US" sz="1100" i="1">
                <a:solidFill>
                  <a:schemeClr val="accent2"/>
                </a:solidFill>
                <a:latin typeface="Montserrat Light" pitchFamily="2" charset="0"/>
              </a:rPr>
              <a:t>It’s recommended to conduct the kick-off meeting when the whole team can attend. Share anyway with all and also with externals to the team if necessary (e.g., commercial, service)</a:t>
            </a:r>
          </a:p>
        </p:txBody>
      </p:sp>
      <p:pic>
        <p:nvPicPr>
          <p:cNvPr id="22" name="Graphic 21" descr="Meeting">
            <a:extLst>
              <a:ext uri="{FF2B5EF4-FFF2-40B4-BE49-F238E27FC236}">
                <a16:creationId xmlns:a16="http://schemas.microsoft.com/office/drawing/2014/main" id="{FC2B568F-4A3E-4F4E-AF4F-3ED8DF09CC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4688" y="420505"/>
            <a:ext cx="914400" cy="914400"/>
          </a:xfrm>
          <a:prstGeom prst="rect">
            <a:avLst/>
          </a:prstGeom>
        </p:spPr>
      </p:pic>
      <p:graphicFrame>
        <p:nvGraphicFramePr>
          <p:cNvPr id="23" name="Content Placeholder 3">
            <a:extLst>
              <a:ext uri="{FF2B5EF4-FFF2-40B4-BE49-F238E27FC236}">
                <a16:creationId xmlns:a16="http://schemas.microsoft.com/office/drawing/2014/main" id="{9C394C98-A703-43E9-981F-2F3DC4B4A58F}"/>
              </a:ext>
            </a:extLst>
          </p:cNvPr>
          <p:cNvGraphicFramePr>
            <a:graphicFrameLocks/>
          </p:cNvGraphicFramePr>
          <p:nvPr/>
        </p:nvGraphicFramePr>
        <p:xfrm>
          <a:off x="6278862" y="1507489"/>
          <a:ext cx="4810330" cy="1859280"/>
        </p:xfrm>
        <a:graphic>
          <a:graphicData uri="http://schemas.openxmlformats.org/drawingml/2006/table">
            <a:tbl>
              <a:tblPr firstRow="1" bandRow="1">
                <a:tableStyleId>{21E4AEA4-8DFA-4A89-87EB-49C32662AFE0}</a:tableStyleId>
              </a:tblPr>
              <a:tblGrid>
                <a:gridCol w="2062559">
                  <a:extLst>
                    <a:ext uri="{9D8B030D-6E8A-4147-A177-3AD203B41FA5}">
                      <a16:colId xmlns:a16="http://schemas.microsoft.com/office/drawing/2014/main" val="1281466129"/>
                    </a:ext>
                  </a:extLst>
                </a:gridCol>
                <a:gridCol w="2747771">
                  <a:extLst>
                    <a:ext uri="{9D8B030D-6E8A-4147-A177-3AD203B41FA5}">
                      <a16:colId xmlns:a16="http://schemas.microsoft.com/office/drawing/2014/main" val="3812874543"/>
                    </a:ext>
                  </a:extLst>
                </a:gridCol>
              </a:tblGrid>
              <a:tr h="216000">
                <a:tc>
                  <a:txBody>
                    <a:bodyPr/>
                    <a:lstStyle/>
                    <a:p>
                      <a:r>
                        <a:rPr lang="en-US" sz="1000" noProof="0">
                          <a:solidFill>
                            <a:schemeClr val="tx1"/>
                          </a:solidFill>
                          <a:latin typeface="Montserrat Light" pitchFamily="2" charset="0"/>
                        </a:rPr>
                        <a:t>Other External reference</a:t>
                      </a:r>
                    </a:p>
                  </a:txBody>
                  <a:tcPr/>
                </a:tc>
                <a:tc>
                  <a:txBody>
                    <a:bodyPr/>
                    <a:lstStyle/>
                    <a:p>
                      <a:r>
                        <a:rPr lang="en-US" sz="1000" noProof="0">
                          <a:solidFill>
                            <a:schemeClr val="tx1"/>
                          </a:solidFill>
                          <a:latin typeface="Montserrat Light" pitchFamily="2" charset="0"/>
                        </a:rPr>
                        <a:t>Name</a:t>
                      </a:r>
                    </a:p>
                  </a:txBody>
                  <a:tcPr/>
                </a:tc>
                <a:extLst>
                  <a:ext uri="{0D108BD9-81ED-4DB2-BD59-A6C34878D82A}">
                    <a16:rowId xmlns:a16="http://schemas.microsoft.com/office/drawing/2014/main" val="3814632505"/>
                  </a:ext>
                </a:extLst>
              </a:tr>
              <a:tr h="21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noProof="0">
                          <a:solidFill>
                            <a:schemeClr val="tx1"/>
                          </a:solidFill>
                          <a:effectLst/>
                          <a:latin typeface="Montserrat Light" pitchFamily="2" charset="0"/>
                        </a:rPr>
                        <a:t>Regulatory </a:t>
                      </a:r>
                      <a:endParaRPr lang="en-US" sz="1000" b="0" noProof="0">
                        <a:solidFill>
                          <a:schemeClr val="tx1"/>
                        </a:solidFill>
                        <a:effectLst/>
                        <a:latin typeface="Montserrat Light" pitchFamily="2" charset="0"/>
                        <a:ea typeface="Calibri" panose="020F0502020204030204" pitchFamily="34" charset="0"/>
                        <a:cs typeface="Times New Roman" panose="02020603050405020304" pitchFamily="18" charset="0"/>
                      </a:endParaRPr>
                    </a:p>
                  </a:txBody>
                  <a:tcPr anchor="ctr"/>
                </a:tc>
                <a:tc>
                  <a:txBody>
                    <a:bodyPr/>
                    <a:lstStyle/>
                    <a:p>
                      <a:r>
                        <a:rPr lang="en-US" sz="1000" b="1" kern="1200" noProof="0">
                          <a:solidFill>
                            <a:schemeClr val="tx1"/>
                          </a:solidFill>
                          <a:latin typeface="Montserrat Light" pitchFamily="2" charset="0"/>
                          <a:ea typeface="+mn-ea"/>
                          <a:cs typeface="+mn-cs"/>
                        </a:rPr>
                        <a:t>Marta Zappella</a:t>
                      </a:r>
                    </a:p>
                  </a:txBody>
                  <a:tcPr anchor="ctr"/>
                </a:tc>
                <a:extLst>
                  <a:ext uri="{0D108BD9-81ED-4DB2-BD59-A6C34878D82A}">
                    <a16:rowId xmlns:a16="http://schemas.microsoft.com/office/drawing/2014/main" val="513872017"/>
                  </a:ext>
                </a:extLst>
              </a:tr>
              <a:tr h="216000">
                <a:tc>
                  <a:txBody>
                    <a:bodyPr/>
                    <a:lstStyle/>
                    <a:p>
                      <a:pPr marL="0">
                        <a:lnSpc>
                          <a:spcPct val="100000"/>
                        </a:lnSpc>
                        <a:spcAft>
                          <a:spcPts val="0"/>
                        </a:spcAft>
                      </a:pPr>
                      <a:r>
                        <a:rPr lang="en-US" sz="1000" b="0" noProof="0">
                          <a:solidFill>
                            <a:schemeClr val="tx1"/>
                          </a:solidFill>
                          <a:effectLst/>
                          <a:latin typeface="Montserrat Light" pitchFamily="2" charset="0"/>
                          <a:ea typeface="Calibri" panose="020F0502020204030204" pitchFamily="34" charset="0"/>
                          <a:cs typeface="Times New Roman" panose="02020603050405020304" pitchFamily="18" charset="0"/>
                        </a:rPr>
                        <a:t>Product Manager TTP Protube</a:t>
                      </a:r>
                    </a:p>
                  </a:txBody>
                  <a:tcPr anchor="ctr"/>
                </a:tc>
                <a:tc>
                  <a:txBody>
                    <a:bodyPr/>
                    <a:lstStyle/>
                    <a:p>
                      <a:r>
                        <a:rPr lang="en-US" sz="1000" b="1" noProof="0">
                          <a:solidFill>
                            <a:schemeClr val="tx1"/>
                          </a:solidFill>
                          <a:latin typeface="Montserrat Light" pitchFamily="2" charset="0"/>
                        </a:rPr>
                        <a:t>Antimo Bianco</a:t>
                      </a:r>
                    </a:p>
                  </a:txBody>
                  <a:tcPr anchor="ctr"/>
                </a:tc>
                <a:extLst>
                  <a:ext uri="{0D108BD9-81ED-4DB2-BD59-A6C34878D82A}">
                    <a16:rowId xmlns:a16="http://schemas.microsoft.com/office/drawing/2014/main" val="866450392"/>
                  </a:ext>
                </a:extLst>
              </a:tr>
              <a:tr h="216000">
                <a:tc>
                  <a:txBody>
                    <a:bodyPr/>
                    <a:lstStyle/>
                    <a:p>
                      <a:pPr marL="0">
                        <a:lnSpc>
                          <a:spcPct val="100000"/>
                        </a:lnSpc>
                        <a:spcAft>
                          <a:spcPts val="0"/>
                        </a:spcAft>
                      </a:pPr>
                      <a:r>
                        <a:rPr lang="en-US" sz="1000" b="0" noProof="0">
                          <a:solidFill>
                            <a:schemeClr val="tx1"/>
                          </a:solidFill>
                          <a:effectLst/>
                          <a:latin typeface="Montserrat Light" pitchFamily="2" charset="0"/>
                          <a:ea typeface="Calibri" panose="020F0502020204030204" pitchFamily="34" charset="0"/>
                          <a:cs typeface="Times New Roman" panose="02020603050405020304" pitchFamily="18" charset="0"/>
                        </a:rPr>
                        <a:t>Cost Estimation</a:t>
                      </a:r>
                    </a:p>
                  </a:txBody>
                  <a:tcPr anchor="ctr"/>
                </a:tc>
                <a:tc>
                  <a:txBody>
                    <a:bodyPr/>
                    <a:lstStyle/>
                    <a:p>
                      <a:endParaRPr lang="en-US" sz="1000" b="1" noProof="0">
                        <a:solidFill>
                          <a:schemeClr val="tx1"/>
                        </a:solidFill>
                        <a:latin typeface="Montserrat Light" pitchFamily="2" charset="0"/>
                      </a:endParaRPr>
                    </a:p>
                  </a:txBody>
                  <a:tcPr anchor="ctr"/>
                </a:tc>
                <a:extLst>
                  <a:ext uri="{0D108BD9-81ED-4DB2-BD59-A6C34878D82A}">
                    <a16:rowId xmlns:a16="http://schemas.microsoft.com/office/drawing/2014/main" val="4221835029"/>
                  </a:ext>
                </a:extLst>
              </a:tr>
              <a:tr h="216000">
                <a:tc>
                  <a:txBody>
                    <a:bodyPr/>
                    <a:lstStyle/>
                    <a:p>
                      <a:pPr marL="0">
                        <a:lnSpc>
                          <a:spcPct val="100000"/>
                        </a:lnSpc>
                        <a:spcAft>
                          <a:spcPts val="0"/>
                        </a:spcAft>
                      </a:pPr>
                      <a:r>
                        <a:rPr lang="en-US" sz="1000" b="0" noProof="0">
                          <a:solidFill>
                            <a:schemeClr val="tx1"/>
                          </a:solidFill>
                          <a:effectLst/>
                          <a:latin typeface="Montserrat Light" pitchFamily="2" charset="0"/>
                          <a:ea typeface="Calibri" panose="020F0502020204030204" pitchFamily="34" charset="0"/>
                          <a:cs typeface="Times New Roman" panose="02020603050405020304" pitchFamily="18" charset="0"/>
                        </a:rPr>
                        <a:t>Service</a:t>
                      </a:r>
                    </a:p>
                  </a:txBody>
                  <a:tcPr anchor="ctr"/>
                </a:tc>
                <a:tc>
                  <a:txBody>
                    <a:bodyPr/>
                    <a:lstStyle/>
                    <a:p>
                      <a:endParaRPr lang="en-US" sz="1000" b="1" noProof="0">
                        <a:solidFill>
                          <a:schemeClr val="tx1"/>
                        </a:solidFill>
                        <a:latin typeface="Montserrat Light" pitchFamily="2" charset="0"/>
                      </a:endParaRPr>
                    </a:p>
                  </a:txBody>
                  <a:tcPr anchor="ctr"/>
                </a:tc>
                <a:extLst>
                  <a:ext uri="{0D108BD9-81ED-4DB2-BD59-A6C34878D82A}">
                    <a16:rowId xmlns:a16="http://schemas.microsoft.com/office/drawing/2014/main" val="1272977012"/>
                  </a:ext>
                </a:extLst>
              </a:tr>
              <a:tr h="216000">
                <a:tc>
                  <a:txBody>
                    <a:bodyPr/>
                    <a:lstStyle/>
                    <a:p>
                      <a:pPr marL="0">
                        <a:lnSpc>
                          <a:spcPct val="100000"/>
                        </a:lnSpc>
                        <a:spcAft>
                          <a:spcPts val="0"/>
                        </a:spcAft>
                      </a:pPr>
                      <a:r>
                        <a:rPr lang="en-US" sz="1000" b="0" noProof="0">
                          <a:solidFill>
                            <a:schemeClr val="tx1"/>
                          </a:solidFill>
                          <a:effectLst/>
                          <a:latin typeface="Montserrat Light" pitchFamily="2" charset="0"/>
                          <a:ea typeface="Calibri" panose="020F0502020204030204" pitchFamily="34" charset="0"/>
                          <a:cs typeface="Times New Roman" panose="02020603050405020304" pitchFamily="18" charset="0"/>
                        </a:rPr>
                        <a:t>Procurement</a:t>
                      </a:r>
                    </a:p>
                  </a:txBody>
                  <a:tcPr anchor="ctr"/>
                </a:tc>
                <a:tc>
                  <a:txBody>
                    <a:bodyPr/>
                    <a:lstStyle/>
                    <a:p>
                      <a:endParaRPr lang="en-US" sz="1000" b="1" noProof="0">
                        <a:solidFill>
                          <a:schemeClr val="tx1"/>
                        </a:solidFill>
                        <a:latin typeface="Montserrat Light" pitchFamily="2" charset="0"/>
                      </a:endParaRPr>
                    </a:p>
                  </a:txBody>
                  <a:tcPr anchor="ctr"/>
                </a:tc>
                <a:extLst>
                  <a:ext uri="{0D108BD9-81ED-4DB2-BD59-A6C34878D82A}">
                    <a16:rowId xmlns:a16="http://schemas.microsoft.com/office/drawing/2014/main" val="2717418480"/>
                  </a:ext>
                </a:extLst>
              </a:tr>
              <a:tr h="216000">
                <a:tc>
                  <a:txBody>
                    <a:bodyPr/>
                    <a:lstStyle/>
                    <a:p>
                      <a:pPr marL="0">
                        <a:lnSpc>
                          <a:spcPct val="100000"/>
                        </a:lnSpc>
                        <a:spcAft>
                          <a:spcPts val="0"/>
                        </a:spcAft>
                      </a:pPr>
                      <a:r>
                        <a:rPr lang="en-US" sz="1000" b="0" noProof="0">
                          <a:solidFill>
                            <a:schemeClr val="tx1"/>
                          </a:solidFill>
                          <a:effectLst/>
                          <a:latin typeface="Montserrat Light" pitchFamily="2" charset="0"/>
                          <a:ea typeface="Calibri" panose="020F0502020204030204" pitchFamily="34" charset="0"/>
                          <a:cs typeface="Times New Roman" panose="02020603050405020304" pitchFamily="18" charset="0"/>
                        </a:rPr>
                        <a:t>Manufacturing</a:t>
                      </a:r>
                    </a:p>
                  </a:txBody>
                  <a:tcPr anchor="ctr"/>
                </a:tc>
                <a:tc>
                  <a:txBody>
                    <a:bodyPr/>
                    <a:lstStyle/>
                    <a:p>
                      <a:endParaRPr lang="en-US" sz="1000" b="1" noProof="0">
                        <a:solidFill>
                          <a:schemeClr val="tx1"/>
                        </a:solidFill>
                        <a:latin typeface="Montserrat Light" pitchFamily="2" charset="0"/>
                      </a:endParaRPr>
                    </a:p>
                  </a:txBody>
                  <a:tcPr anchor="ctr"/>
                </a:tc>
                <a:extLst>
                  <a:ext uri="{0D108BD9-81ED-4DB2-BD59-A6C34878D82A}">
                    <a16:rowId xmlns:a16="http://schemas.microsoft.com/office/drawing/2014/main" val="3736926343"/>
                  </a:ext>
                </a:extLst>
              </a:tr>
            </a:tbl>
          </a:graphicData>
        </a:graphic>
      </p:graphicFrame>
      <p:sp>
        <p:nvSpPr>
          <p:cNvPr id="17" name="Titolo 14">
            <a:extLst>
              <a:ext uri="{FF2B5EF4-FFF2-40B4-BE49-F238E27FC236}">
                <a16:creationId xmlns:a16="http://schemas.microsoft.com/office/drawing/2014/main" id="{8688B6A6-5D07-864A-0256-F955357E9513}"/>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a:solidFill>
                  <a:schemeClr val="tx1">
                    <a:lumMod val="50000"/>
                  </a:schemeClr>
                </a:solidFill>
              </a:rPr>
              <a:t>MOD-KICK_OFF.1</a:t>
            </a:r>
          </a:p>
        </p:txBody>
      </p:sp>
      <p:sp>
        <p:nvSpPr>
          <p:cNvPr id="5" name="Text Placeholder 10">
            <a:extLst>
              <a:ext uri="{FF2B5EF4-FFF2-40B4-BE49-F238E27FC236}">
                <a16:creationId xmlns:a16="http://schemas.microsoft.com/office/drawing/2014/main" id="{6D39AEBA-7930-0C9E-C551-33B9446454EA}"/>
              </a:ext>
            </a:extLst>
          </p:cNvPr>
          <p:cNvSpPr>
            <a:spLocks noGrp="1"/>
          </p:cNvSpPr>
          <p:nvPr>
            <p:ph type="body" sz="half" idx="11"/>
          </p:nvPr>
        </p:nvSpPr>
        <p:spPr>
          <a:xfrm>
            <a:off x="452056" y="1167038"/>
            <a:ext cx="10182416" cy="270164"/>
          </a:xfrm>
        </p:spPr>
        <p:txBody>
          <a:bodyPr/>
          <a:lstStyle/>
          <a:p>
            <a:r>
              <a:rPr lang="it-IT" b="1" dirty="0">
                <a:solidFill>
                  <a:schemeClr val="accent1"/>
                </a:solidFill>
                <a:latin typeface="Montserrat Light" pitchFamily="2" charset="0"/>
              </a:rPr>
              <a:t>Project Code for Timesheet: </a:t>
            </a:r>
            <a:r>
              <a:rPr lang="fr-FR" b="1" dirty="0">
                <a:solidFill>
                  <a:schemeClr val="accent1"/>
                </a:solidFill>
                <a:latin typeface="Montserrat Light" pitchFamily="2" charset="0"/>
              </a:rPr>
              <a:t> PTIH-PT11 - ProTube </a:t>
            </a:r>
            <a:r>
              <a:rPr lang="fr-FR" b="1" dirty="0" err="1">
                <a:solidFill>
                  <a:schemeClr val="accent1"/>
                </a:solidFill>
                <a:latin typeface="Montserrat Light" pitchFamily="2" charset="0"/>
              </a:rPr>
              <a:t>Cybersecurity</a:t>
            </a:r>
            <a:r>
              <a:rPr lang="fr-FR" b="1" dirty="0">
                <a:solidFill>
                  <a:schemeClr val="accent1"/>
                </a:solidFill>
                <a:latin typeface="Montserrat Light" pitchFamily="2" charset="0"/>
              </a:rPr>
              <a:t> </a:t>
            </a:r>
            <a:r>
              <a:rPr lang="fr-FR" b="1" dirty="0" err="1">
                <a:solidFill>
                  <a:schemeClr val="accent1"/>
                </a:solidFill>
                <a:latin typeface="Montserrat Light" pitchFamily="2" charset="0"/>
              </a:rPr>
              <a:t>Enhancements</a:t>
            </a:r>
            <a:endParaRPr lang="it-IT" sz="1600" dirty="0"/>
          </a:p>
        </p:txBody>
      </p:sp>
    </p:spTree>
    <p:extLst>
      <p:ext uri="{BB962C8B-B14F-4D97-AF65-F5344CB8AC3E}">
        <p14:creationId xmlns:p14="http://schemas.microsoft.com/office/powerpoint/2010/main" val="369439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CED7-142E-4903-A289-41452C648609}"/>
              </a:ext>
            </a:extLst>
          </p:cNvPr>
          <p:cNvSpPr>
            <a:spLocks noGrp="1"/>
          </p:cNvSpPr>
          <p:nvPr>
            <p:ph type="title"/>
          </p:nvPr>
        </p:nvSpPr>
        <p:spPr/>
        <p:txBody>
          <a:bodyPr/>
          <a:lstStyle/>
          <a:p>
            <a:r>
              <a:rPr lang="it-IT" dirty="0"/>
              <a:t>Project Scope</a:t>
            </a:r>
          </a:p>
        </p:txBody>
      </p:sp>
      <p:sp>
        <p:nvSpPr>
          <p:cNvPr id="4" name="Titolo 14">
            <a:extLst>
              <a:ext uri="{FF2B5EF4-FFF2-40B4-BE49-F238E27FC236}">
                <a16:creationId xmlns:a16="http://schemas.microsoft.com/office/drawing/2014/main" id="{649443F2-E6BF-1682-12A2-76A7BFC88328}"/>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1513071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8F638148-B17B-4F4B-820B-CD4766D90E46}"/>
              </a:ext>
            </a:extLst>
          </p:cNvPr>
          <p:cNvSpPr>
            <a:spLocks noGrp="1"/>
          </p:cNvSpPr>
          <p:nvPr>
            <p:ph type="title"/>
          </p:nvPr>
        </p:nvSpPr>
        <p:spPr>
          <a:prstGeom prst="rect">
            <a:avLst/>
          </a:prstGeom>
        </p:spPr>
        <p:txBody>
          <a:bodyPr/>
          <a:lstStyle/>
          <a:p>
            <a:r>
              <a:rPr lang="it-IT" dirty="0"/>
              <a:t>Project Scope</a:t>
            </a:r>
          </a:p>
        </p:txBody>
      </p:sp>
      <p:sp>
        <p:nvSpPr>
          <p:cNvPr id="8" name="Subtitle 7">
            <a:extLst>
              <a:ext uri="{FF2B5EF4-FFF2-40B4-BE49-F238E27FC236}">
                <a16:creationId xmlns:a16="http://schemas.microsoft.com/office/drawing/2014/main" id="{85B06444-3C73-4B71-BCA8-88E2A375D105}"/>
              </a:ext>
            </a:extLst>
          </p:cNvPr>
          <p:cNvSpPr>
            <a:spLocks noGrp="1"/>
          </p:cNvSpPr>
          <p:nvPr>
            <p:ph type="subTitle" idx="1"/>
          </p:nvPr>
        </p:nvSpPr>
        <p:spPr>
          <a:xfrm>
            <a:off x="442912" y="641684"/>
            <a:ext cx="5195885" cy="365124"/>
          </a:xfrm>
        </p:spPr>
        <p:txBody>
          <a:bodyPr/>
          <a:lstStyle/>
          <a:p>
            <a:r>
              <a:rPr lang="it-IT" dirty="0"/>
              <a:t>Scope Description</a:t>
            </a:r>
          </a:p>
        </p:txBody>
      </p:sp>
      <p:sp>
        <p:nvSpPr>
          <p:cNvPr id="34" name="Text Placeholder 33">
            <a:extLst>
              <a:ext uri="{FF2B5EF4-FFF2-40B4-BE49-F238E27FC236}">
                <a16:creationId xmlns:a16="http://schemas.microsoft.com/office/drawing/2014/main" id="{46518DE7-F34F-425D-8E7B-42A43D0D354C}"/>
              </a:ext>
            </a:extLst>
          </p:cNvPr>
          <p:cNvSpPr>
            <a:spLocks noGrp="1"/>
          </p:cNvSpPr>
          <p:nvPr>
            <p:ph type="body" idx="12"/>
          </p:nvPr>
        </p:nvSpPr>
        <p:spPr>
          <a:xfrm>
            <a:off x="468055" y="1127877"/>
            <a:ext cx="5413999" cy="5396748"/>
          </a:xfrm>
        </p:spPr>
        <p:txBody>
          <a:bodyPr/>
          <a:lstStyle/>
          <a:p>
            <a:pPr algn="just">
              <a:lnSpc>
                <a:spcPct val="150000"/>
              </a:lnSpc>
            </a:pPr>
            <a:r>
              <a:rPr lang="en-US" sz="900" b="1" dirty="0">
                <a:latin typeface="Montserrat Light" pitchFamily="2" charset="0"/>
                <a:cs typeface="Times New Roman" panose="02020603050405020304" pitchFamily="18" charset="0"/>
              </a:rPr>
              <a:t>Description</a:t>
            </a:r>
          </a:p>
          <a:p>
            <a:pPr algn="just">
              <a:lnSpc>
                <a:spcPct val="150000"/>
              </a:lnSpc>
            </a:pPr>
            <a:r>
              <a:rPr lang="en-US" sz="900" dirty="0">
                <a:latin typeface="Montserrat Light" pitchFamily="2" charset="0"/>
                <a:cs typeface="Times New Roman" panose="02020603050405020304" pitchFamily="18" charset="0"/>
              </a:rPr>
              <a:t>The release centers on building </a:t>
            </a:r>
            <a:r>
              <a:rPr lang="en-US" sz="900" dirty="0" err="1">
                <a:latin typeface="Montserrat Light" pitchFamily="2" charset="0"/>
                <a:cs typeface="Times New Roman" panose="02020603050405020304" pitchFamily="18" charset="0"/>
              </a:rPr>
              <a:t>ProTube's</a:t>
            </a:r>
            <a:r>
              <a:rPr lang="en-US" sz="900" dirty="0">
                <a:latin typeface="Montserrat Light" pitchFamily="2" charset="0"/>
                <a:cs typeface="Times New Roman" panose="02020603050405020304" pitchFamily="18" charset="0"/>
              </a:rPr>
              <a:t> integration with DMS for the first time, alongside a hardening of the platform's security posture, a handful of workflow refinements, and one piece of outsourced hardware support. The DMS work establishes a new, one-way data flow from ProTube to DMS: the system will expose transport missions data and transport-related notifications to DMS — both outbound only, with no corresponding capability for DMS to push data back into ProTube in this release.</a:t>
            </a:r>
          </a:p>
          <a:p>
            <a:pPr algn="just">
              <a:lnSpc>
                <a:spcPct val="150000"/>
              </a:lnSpc>
            </a:pPr>
            <a:r>
              <a:rPr lang="en-US" sz="900" dirty="0">
                <a:latin typeface="Montserrat Light" pitchFamily="2" charset="0"/>
                <a:cs typeface="Times New Roman" panose="02020603050405020304" pitchFamily="18" charset="0"/>
              </a:rPr>
              <a:t>Security work includes enforcing the use of an Inpeco CA server certificate during installation and introducing MTLS for all authenticated connections between PTBS and DMS, both aimed at hardening the platform's certificate and transport-layer security.</a:t>
            </a:r>
          </a:p>
          <a:p>
            <a:pPr algn="just">
              <a:lnSpc>
                <a:spcPct val="150000"/>
              </a:lnSpc>
            </a:pPr>
            <a:r>
              <a:rPr lang="en-US" sz="900" dirty="0">
                <a:latin typeface="Montserrat Light" pitchFamily="2" charset="0"/>
                <a:cs typeface="Times New Roman" panose="02020603050405020304" pitchFamily="18" charset="0"/>
              </a:rPr>
              <a:t>There's also a compatibility item ensuring the system works correctly with the ISAC 3P-RHL.2026.Aug.31 patch, and an outsourced hardware capability adding support for a Bluetooth printer (Sato PW2NX replacing the old PV3).</a:t>
            </a:r>
          </a:p>
          <a:p>
            <a:pPr algn="just">
              <a:lnSpc>
                <a:spcPct val="150000"/>
              </a:lnSpc>
            </a:pPr>
            <a:r>
              <a:rPr lang="en-US" sz="900" dirty="0">
                <a:latin typeface="Montserrat Light" pitchFamily="2" charset="0"/>
                <a:cs typeface="Times New Roman" panose="02020603050405020304" pitchFamily="18" charset="0"/>
              </a:rPr>
              <a:t>On the workflow and usability side, the goals is to improve the day-to-day lab experience: allowing postponed tubes to be scanned before patient checkout in a non-mandatory way (</a:t>
            </a:r>
            <a:r>
              <a:rPr lang="en-US" sz="900" b="1" dirty="0">
                <a:latin typeface="Montserrat Light" pitchFamily="2" charset="0"/>
                <a:cs typeface="Times New Roman" panose="02020603050405020304" pitchFamily="18" charset="0"/>
              </a:rPr>
              <a:t>Enhancement ENH 02215</a:t>
            </a:r>
            <a:r>
              <a:rPr lang="en-US" sz="900" dirty="0">
                <a:latin typeface="Montserrat Light" pitchFamily="2" charset="0"/>
                <a:cs typeface="Times New Roman" panose="02020603050405020304" pitchFamily="18" charset="0"/>
              </a:rPr>
              <a:t>), letting a Phlebotomist link only the rack needed for the selected group orders to the routine (</a:t>
            </a:r>
            <a:r>
              <a:rPr lang="en-US" sz="900" b="1" dirty="0">
                <a:latin typeface="Montserrat Light" pitchFamily="2" charset="0"/>
                <a:cs typeface="Times New Roman" panose="02020603050405020304" pitchFamily="18" charset="0"/>
              </a:rPr>
              <a:t>Enhancement ENH 02464</a:t>
            </a:r>
            <a:r>
              <a:rPr lang="en-US" sz="900" dirty="0">
                <a:latin typeface="Montserrat Light" pitchFamily="2" charset="0"/>
                <a:cs typeface="Times New Roman" panose="02020603050405020304" pitchFamily="18" charset="0"/>
              </a:rPr>
              <a:t>), and surfacing sorting category information on the checkout page without requiring confirmation (</a:t>
            </a:r>
            <a:r>
              <a:rPr lang="en-US" sz="900" b="1" dirty="0">
                <a:latin typeface="Montserrat Light" pitchFamily="2" charset="0"/>
                <a:cs typeface="Times New Roman" panose="02020603050405020304" pitchFamily="18" charset="0"/>
              </a:rPr>
              <a:t>Enhancement ENH-02245</a:t>
            </a:r>
            <a:r>
              <a:rPr lang="en-US" sz="900" dirty="0">
                <a:latin typeface="Montserrat Light" pitchFamily="2" charset="0"/>
                <a:cs typeface="Times New Roman" panose="02020603050405020304" pitchFamily="18" charset="0"/>
              </a:rPr>
              <a:t>). Rounding things out, the following </a:t>
            </a:r>
            <a:r>
              <a:rPr lang="en-US" sz="900" b="1" dirty="0">
                <a:latin typeface="Montserrat Light" pitchFamily="2" charset="0"/>
                <a:cs typeface="Times New Roman" panose="02020603050405020304" pitchFamily="18" charset="0"/>
              </a:rPr>
              <a:t>Complaints/Bug </a:t>
            </a:r>
            <a:r>
              <a:rPr lang="en-US" sz="900" dirty="0">
                <a:latin typeface="Montserrat Light" pitchFamily="2" charset="0"/>
                <a:cs typeface="Times New Roman" panose="02020603050405020304" pitchFamily="18" charset="0"/>
              </a:rPr>
              <a:t>will be solved: the Operations Manual will be updated to mitigate and fix the safety issue “Multiple tablets connected to one ProTube Master” (</a:t>
            </a:r>
            <a:r>
              <a:rPr lang="en-US" sz="900" b="1" dirty="0">
                <a:latin typeface="Montserrat Light" pitchFamily="2" charset="0"/>
                <a:cs typeface="Times New Roman" panose="02020603050405020304" pitchFamily="18" charset="0"/>
              </a:rPr>
              <a:t>72154</a:t>
            </a:r>
            <a:r>
              <a:rPr lang="en-US" sz="900" dirty="0">
                <a:latin typeface="Montserrat Light" pitchFamily="2" charset="0"/>
                <a:cs typeface="Times New Roman" panose="02020603050405020304" pitchFamily="18" charset="0"/>
              </a:rPr>
              <a:t>), Synchronization fails sometimes with postponed orders, App enrollment required (</a:t>
            </a:r>
            <a:r>
              <a:rPr lang="en-US" sz="900" b="1" dirty="0">
                <a:latin typeface="Montserrat Light" pitchFamily="2" charset="0"/>
                <a:cs typeface="Times New Roman" panose="02020603050405020304" pitchFamily="18" charset="0"/>
              </a:rPr>
              <a:t>65507</a:t>
            </a:r>
            <a:r>
              <a:rPr lang="en-US" sz="900" dirty="0">
                <a:latin typeface="Montserrat Light" pitchFamily="2" charset="0"/>
                <a:cs typeface="Times New Roman" panose="02020603050405020304" pitchFamily="18" charset="0"/>
              </a:rPr>
              <a:t>) and Missing diuresis volume on HL7 message LAB63 (</a:t>
            </a:r>
            <a:r>
              <a:rPr lang="en-US" sz="900" b="1" dirty="0">
                <a:latin typeface="Montserrat Light" pitchFamily="2" charset="0"/>
                <a:cs typeface="Times New Roman" panose="02020603050405020304" pitchFamily="18" charset="0"/>
              </a:rPr>
              <a:t>69019</a:t>
            </a:r>
            <a:r>
              <a:rPr lang="en-US" sz="900" dirty="0">
                <a:latin typeface="Montserrat Light" pitchFamily="2" charset="0"/>
                <a:cs typeface="Times New Roman" panose="02020603050405020304" pitchFamily="18" charset="0"/>
              </a:rPr>
              <a:t>) and finally the bug ProTube Services do not persist application logs.</a:t>
            </a:r>
          </a:p>
          <a:p>
            <a:pPr algn="just">
              <a:lnSpc>
                <a:spcPct val="150000"/>
              </a:lnSpc>
            </a:pPr>
            <a:endParaRPr lang="en-US" sz="900" dirty="0">
              <a:latin typeface="Montserrat Light" pitchFamily="2" charset="0"/>
              <a:cs typeface="Times New Roman" panose="02020603050405020304" pitchFamily="18" charset="0"/>
            </a:endParaRPr>
          </a:p>
          <a:p>
            <a:pPr algn="just">
              <a:lnSpc>
                <a:spcPct val="150000"/>
              </a:lnSpc>
            </a:pPr>
            <a:endParaRPr lang="en-US" sz="900" dirty="0">
              <a:latin typeface="Montserrat Light" pitchFamily="2" charset="0"/>
              <a:cs typeface="Times New Roman" panose="02020603050405020304" pitchFamily="18" charset="0"/>
            </a:endParaRPr>
          </a:p>
        </p:txBody>
      </p:sp>
      <p:sp>
        <p:nvSpPr>
          <p:cNvPr id="39" name="Subtitle 7">
            <a:extLst>
              <a:ext uri="{FF2B5EF4-FFF2-40B4-BE49-F238E27FC236}">
                <a16:creationId xmlns:a16="http://schemas.microsoft.com/office/drawing/2014/main" id="{F0B7E5E3-E499-442A-84E6-2D0012CEF11F}"/>
              </a:ext>
            </a:extLst>
          </p:cNvPr>
          <p:cNvSpPr txBox="1">
            <a:spLocks/>
          </p:cNvSpPr>
          <p:nvPr/>
        </p:nvSpPr>
        <p:spPr>
          <a:xfrm>
            <a:off x="6095998" y="641684"/>
            <a:ext cx="5195885" cy="365124"/>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800" b="0" i="0" kern="1200">
                <a:solidFill>
                  <a:schemeClr val="accent1"/>
                </a:solidFill>
                <a:latin typeface="Montserrat Light" pitchFamily="2"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dirty="0"/>
              <a:t>Project </a:t>
            </a:r>
            <a:r>
              <a:rPr lang="en-US" dirty="0"/>
              <a:t>Classification</a:t>
            </a:r>
          </a:p>
        </p:txBody>
      </p:sp>
      <p:sp>
        <p:nvSpPr>
          <p:cNvPr id="40" name="Text Placeholder 33">
            <a:extLst>
              <a:ext uri="{FF2B5EF4-FFF2-40B4-BE49-F238E27FC236}">
                <a16:creationId xmlns:a16="http://schemas.microsoft.com/office/drawing/2014/main" id="{09A6B695-98D5-48A5-905B-DCAD36DC6543}"/>
              </a:ext>
            </a:extLst>
          </p:cNvPr>
          <p:cNvSpPr txBox="1">
            <a:spLocks/>
          </p:cNvSpPr>
          <p:nvPr/>
        </p:nvSpPr>
        <p:spPr>
          <a:xfrm>
            <a:off x="6210299" y="1741329"/>
            <a:ext cx="5195885" cy="4257644"/>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tx1"/>
                </a:solidFill>
                <a:latin typeface="Montserrat Ligh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just">
              <a:spcAft>
                <a:spcPts val="600"/>
              </a:spcAft>
            </a:pPr>
            <a:r>
              <a:rPr lang="en-US" sz="1200" dirty="0">
                <a:latin typeface="Montserrat Light" pitchFamily="2" charset="0"/>
                <a:ea typeface="Franklin Gothic Book" panose="020B0503020102020204" pitchFamily="34" charset="0"/>
                <a:cs typeface="Times New Roman" panose="02020603050405020304" pitchFamily="18" charset="0"/>
              </a:rPr>
              <a:t>Select the characteristics of the project (</a:t>
            </a:r>
            <a:r>
              <a:rPr lang="it-IT" sz="1200" dirty="0">
                <a:latin typeface="Montserrat Light" pitchFamily="2" charset="0"/>
                <a:ea typeface="Franklin Gothic Book" panose="020B0503020102020204" pitchFamily="34" charset="0"/>
                <a:cs typeface="Calibri" panose="020F0502020204030204" pitchFamily="34" charset="0"/>
                <a:sym typeface="Wingdings" panose="05000000000000000000" pitchFamily="2" charset="2"/>
              </a:rPr>
              <a:t>)</a:t>
            </a:r>
            <a:endParaRPr lang="it-IT" sz="1200" dirty="0">
              <a:latin typeface="Montserrat Light" pitchFamily="2" charset="0"/>
              <a:ea typeface="Franklin Gothic Book" panose="020B0503020102020204" pitchFamily="34" charset="0"/>
              <a:cs typeface="Times New Roman" panose="02020603050405020304" pitchFamily="18" charset="0"/>
            </a:endParaRPr>
          </a:p>
          <a:p>
            <a:pPr marL="635" algn="just">
              <a:spcAft>
                <a:spcPts val="600"/>
              </a:spcAft>
            </a:pPr>
            <a:r>
              <a:rPr lang="en-US" sz="1200" b="1" dirty="0">
                <a:latin typeface="Montserrat Light" pitchFamily="2" charset="0"/>
                <a:ea typeface="Franklin Gothic Book" panose="020B0503020102020204" pitchFamily="34" charset="0"/>
                <a:cs typeface="Times New Roman" panose="02020603050405020304" pitchFamily="18" charset="0"/>
              </a:rPr>
              <a:t>Project type</a:t>
            </a:r>
            <a:endParaRPr lang="it-IT" sz="12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Times New Roman" panose="02020603050405020304" pitchFamily="18" charset="0"/>
                <a:sym typeface="Wingdings" panose="05000000000000000000" pitchFamily="2" charset="2"/>
              </a:rPr>
              <a:t></a:t>
            </a:r>
            <a:r>
              <a:rPr lang="it-IT" sz="1100" dirty="0">
                <a:latin typeface="Montserrat Light" pitchFamily="2" charset="0"/>
                <a:ea typeface="Franklin Gothic Book" panose="020B0503020102020204" pitchFamily="34" charset="0"/>
                <a:cs typeface="Times New Roman" panose="02020603050405020304" pitchFamily="18" charset="0"/>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NEW BUSINESS/PRODUCT </a:t>
            </a:r>
            <a:endParaRPr lang="it-IT" sz="11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Calibri" panose="020F0502020204030204" pitchFamily="34" charset="0"/>
                <a:sym typeface="Wingdings" panose="05000000000000000000" pitchFamily="2" charset="2"/>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NEW FEATURE/MODULE/CONNECTION * </a:t>
            </a:r>
            <a:endParaRPr lang="it-IT" sz="11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Times New Roman" panose="02020603050405020304" pitchFamily="18" charset="0"/>
                <a:sym typeface="Wingdings" panose="05000000000000000000" pitchFamily="2" charset="2"/>
              </a:rPr>
              <a:t></a:t>
            </a:r>
            <a:r>
              <a:rPr lang="it-IT" sz="1100" dirty="0">
                <a:latin typeface="Montserrat Light" pitchFamily="2" charset="0"/>
                <a:ea typeface="Franklin Gothic Book" panose="020B0503020102020204" pitchFamily="34" charset="0"/>
                <a:cs typeface="Times New Roman" panose="02020603050405020304" pitchFamily="18" charset="0"/>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CROSS </a:t>
            </a:r>
            <a:endParaRPr lang="it-IT" sz="11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Calibri" panose="020F0502020204030204" pitchFamily="34" charset="0"/>
                <a:sym typeface="Wingdings" panose="05000000000000000000" pitchFamily="2" charset="2"/>
              </a:rPr>
              <a:t></a:t>
            </a:r>
            <a:r>
              <a:rPr lang="it-IT" sz="1100" dirty="0">
                <a:latin typeface="Montserrat Light" pitchFamily="2" charset="0"/>
                <a:ea typeface="Franklin Gothic Book" panose="020B0503020102020204" pitchFamily="34" charset="0"/>
                <a:cs typeface="Times New Roman" panose="02020603050405020304" pitchFamily="18" charset="0"/>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IMPROV &amp; FIX</a:t>
            </a:r>
            <a:r>
              <a:rPr lang="it-IT" sz="800" dirty="0">
                <a:latin typeface="Montserrat Light" pitchFamily="2" charset="0"/>
                <a:ea typeface="Times New Roman" panose="02020603050405020304" pitchFamily="18" charset="0"/>
                <a:cs typeface="Times New Roman" panose="02020603050405020304" pitchFamily="18" charset="0"/>
              </a:rPr>
              <a:t> </a:t>
            </a:r>
            <a:endParaRPr lang="it-IT" sz="1100" dirty="0">
              <a:latin typeface="Montserrat Light" pitchFamily="2" charset="0"/>
              <a:ea typeface="Franklin Gothic Book" panose="020B0503020102020204" pitchFamily="34" charset="0"/>
              <a:cs typeface="Times New Roman" panose="02020603050405020304" pitchFamily="18" charset="0"/>
            </a:endParaRPr>
          </a:p>
          <a:p>
            <a:pPr marL="635" algn="just">
              <a:spcAft>
                <a:spcPts val="600"/>
              </a:spcAft>
            </a:pPr>
            <a:r>
              <a:rPr lang="en-US" sz="1200" b="1" dirty="0">
                <a:latin typeface="Montserrat Light" pitchFamily="2" charset="0"/>
                <a:ea typeface="Franklin Gothic Book" panose="020B0503020102020204" pitchFamily="34" charset="0"/>
                <a:cs typeface="Times New Roman" panose="02020603050405020304" pitchFamily="18" charset="0"/>
              </a:rPr>
              <a:t>Customer Target</a:t>
            </a:r>
            <a:endParaRPr lang="it-IT" sz="12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Calibri" panose="020F0502020204030204" pitchFamily="34" charset="0"/>
                <a:sym typeface="Wingdings" panose="05000000000000000000" pitchFamily="2" charset="2"/>
              </a:rPr>
              <a:t> </a:t>
            </a:r>
            <a:r>
              <a:rPr lang="it-IT" sz="1100" dirty="0">
                <a:latin typeface="Montserrat Light" pitchFamily="2" charset="0"/>
                <a:ea typeface="Franklin Gothic Book" panose="020B0503020102020204" pitchFamily="34" charset="0"/>
                <a:cs typeface="Times New Roman" panose="02020603050405020304" pitchFamily="18" charset="0"/>
                <a:sym typeface="Wingdings" panose="05000000000000000000" pitchFamily="2" charset="2"/>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INTERNAL INPECO CLIENT</a:t>
            </a:r>
            <a:endParaRPr lang="it-IT" sz="11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Times New Roman" panose="02020603050405020304" pitchFamily="18" charset="0"/>
                <a:sym typeface="Wingdings" panose="05000000000000000000" pitchFamily="2" charset="2"/>
              </a:rPr>
              <a:t></a:t>
            </a:r>
            <a:r>
              <a:rPr lang="it-IT" sz="1100" dirty="0">
                <a:latin typeface="Montserrat Light" pitchFamily="2" charset="0"/>
                <a:ea typeface="Franklin Gothic Book" panose="020B0503020102020204" pitchFamily="34" charset="0"/>
                <a:cs typeface="Times New Roman" panose="02020603050405020304" pitchFamily="18" charset="0"/>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EXTERNAL SPECIFIC CLIENT</a:t>
            </a:r>
            <a:endParaRPr lang="it-IT" sz="11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Times New Roman" panose="02020603050405020304" pitchFamily="18" charset="0"/>
                <a:sym typeface="Wingdings" panose="05000000000000000000" pitchFamily="2" charset="2"/>
              </a:rPr>
              <a:t></a:t>
            </a:r>
            <a:r>
              <a:rPr lang="it-IT" sz="1100" dirty="0">
                <a:latin typeface="Montserrat Light" pitchFamily="2" charset="0"/>
                <a:ea typeface="Franklin Gothic Book" panose="020B0503020102020204" pitchFamily="34" charset="0"/>
                <a:cs typeface="Times New Roman" panose="02020603050405020304" pitchFamily="18" charset="0"/>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EXTERNAL CUSTOMER PARTNER/IVD</a:t>
            </a:r>
            <a:r>
              <a:rPr lang="it-IT" sz="800" dirty="0">
                <a:latin typeface="Montserrat Light" pitchFamily="2" charset="0"/>
                <a:ea typeface="Times New Roman" panose="02020603050405020304" pitchFamily="18" charset="0"/>
                <a:cs typeface="Times New Roman" panose="02020603050405020304" pitchFamily="18" charset="0"/>
              </a:rPr>
              <a:t> </a:t>
            </a:r>
            <a:endParaRPr lang="it-IT" sz="1100" dirty="0">
              <a:latin typeface="Montserrat Light" pitchFamily="2" charset="0"/>
              <a:ea typeface="Franklin Gothic Book" panose="020B0503020102020204" pitchFamily="34" charset="0"/>
              <a:cs typeface="Times New Roman" panose="02020603050405020304" pitchFamily="18" charset="0"/>
            </a:endParaRPr>
          </a:p>
          <a:p>
            <a:pPr marL="271145">
              <a:spcAft>
                <a:spcPts val="400"/>
              </a:spcAft>
            </a:pPr>
            <a:r>
              <a:rPr lang="it-IT" sz="1100" dirty="0">
                <a:latin typeface="Montserrat Light" pitchFamily="2" charset="0"/>
                <a:ea typeface="Franklin Gothic Book" panose="020B0503020102020204" pitchFamily="34" charset="0"/>
                <a:cs typeface="Calibri" panose="020F0502020204030204" pitchFamily="34" charset="0"/>
                <a:sym typeface="Wingdings" panose="05000000000000000000" pitchFamily="2" charset="2"/>
              </a:rPr>
              <a:t> </a:t>
            </a:r>
            <a:r>
              <a:rPr lang="it-IT" sz="1100" dirty="0">
                <a:latin typeface="Montserrat Light" pitchFamily="2" charset="0"/>
                <a:ea typeface="Franklin Gothic Book" panose="020B0503020102020204" pitchFamily="34" charset="0"/>
                <a:cs typeface="Times New Roman" panose="02020603050405020304" pitchFamily="18" charset="0"/>
              </a:rPr>
              <a:t> </a:t>
            </a:r>
            <a:r>
              <a:rPr lang="en-US" sz="1100" dirty="0">
                <a:solidFill>
                  <a:srgbClr val="000000"/>
                </a:solidFill>
                <a:latin typeface="Montserrat Light" pitchFamily="2" charset="0"/>
                <a:ea typeface="Franklin Gothic Book" panose="020B0503020102020204" pitchFamily="34" charset="0"/>
                <a:cs typeface="Arial" panose="020B0604020202020204" pitchFamily="34" charset="0"/>
              </a:rPr>
              <a:t>EXTERNAL WORLDWIDE CUSTOMERS</a:t>
            </a:r>
            <a:endParaRPr lang="it-IT" sz="1100" dirty="0">
              <a:latin typeface="Montserrat Light" pitchFamily="2" charset="0"/>
              <a:ea typeface="Franklin Gothic Book" panose="020B0503020102020204" pitchFamily="34" charset="0"/>
              <a:cs typeface="Times New Roman" panose="02020603050405020304" pitchFamily="18" charset="0"/>
            </a:endParaRPr>
          </a:p>
          <a:p>
            <a:endParaRPr lang="it-IT" sz="1100" dirty="0">
              <a:latin typeface="Montserrat Light" pitchFamily="2" charset="0"/>
            </a:endParaRPr>
          </a:p>
        </p:txBody>
      </p:sp>
      <p:sp>
        <p:nvSpPr>
          <p:cNvPr id="11" name="Titolo 14">
            <a:extLst>
              <a:ext uri="{FF2B5EF4-FFF2-40B4-BE49-F238E27FC236}">
                <a16:creationId xmlns:a16="http://schemas.microsoft.com/office/drawing/2014/main" id="{105C421A-5FA9-7A18-8600-54CCA89EC868}"/>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
        <p:nvSpPr>
          <p:cNvPr id="2" name="TextBox 1">
            <a:extLst>
              <a:ext uri="{FF2B5EF4-FFF2-40B4-BE49-F238E27FC236}">
                <a16:creationId xmlns:a16="http://schemas.microsoft.com/office/drawing/2014/main" id="{620EFCAC-C4E4-10A7-AA53-5B67460E493E}"/>
              </a:ext>
            </a:extLst>
          </p:cNvPr>
          <p:cNvSpPr txBox="1"/>
          <p:nvPr/>
        </p:nvSpPr>
        <p:spPr>
          <a:xfrm>
            <a:off x="6377147" y="5934503"/>
            <a:ext cx="4633586" cy="415498"/>
          </a:xfrm>
          <a:prstGeom prst="rect">
            <a:avLst/>
          </a:prstGeom>
          <a:noFill/>
        </p:spPr>
        <p:txBody>
          <a:bodyPr wrap="square" rtlCol="0">
            <a:spAutoFit/>
          </a:bodyPr>
          <a:lstStyle/>
          <a:p>
            <a:r>
              <a:rPr lang="en-US" sz="1050" dirty="0">
                <a:latin typeface="Montserrat Light" pitchFamily="2" charset="0"/>
                <a:cs typeface="Times New Roman" panose="02020603050405020304" pitchFamily="18" charset="0"/>
              </a:rPr>
              <a:t>* New feature project type is flagged only in order to consider related tasks on PMC due to project complexity</a:t>
            </a:r>
          </a:p>
        </p:txBody>
      </p:sp>
    </p:spTree>
    <p:extLst>
      <p:ext uri="{BB962C8B-B14F-4D97-AF65-F5344CB8AC3E}">
        <p14:creationId xmlns:p14="http://schemas.microsoft.com/office/powerpoint/2010/main" val="2869216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4B7D-A583-4D87-88BA-3E6F9FB43538}"/>
              </a:ext>
            </a:extLst>
          </p:cNvPr>
          <p:cNvSpPr>
            <a:spLocks noGrp="1"/>
          </p:cNvSpPr>
          <p:nvPr>
            <p:ph type="title"/>
          </p:nvPr>
        </p:nvSpPr>
        <p:spPr/>
        <p:txBody>
          <a:bodyPr/>
          <a:lstStyle/>
          <a:p>
            <a:r>
              <a:rPr lang="it-IT" dirty="0"/>
              <a:t>Additional Info about Project Scope</a:t>
            </a:r>
          </a:p>
        </p:txBody>
      </p:sp>
      <p:sp>
        <p:nvSpPr>
          <p:cNvPr id="3" name="Titolo 14">
            <a:extLst>
              <a:ext uri="{FF2B5EF4-FFF2-40B4-BE49-F238E27FC236}">
                <a16:creationId xmlns:a16="http://schemas.microsoft.com/office/drawing/2014/main" id="{8265CD05-CB11-345B-183C-010BA7A6181F}"/>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11652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E0F-EB75-4569-8B92-A61D0C19DA88}"/>
              </a:ext>
            </a:extLst>
          </p:cNvPr>
          <p:cNvSpPr>
            <a:spLocks noGrp="1"/>
          </p:cNvSpPr>
          <p:nvPr>
            <p:ph type="title"/>
          </p:nvPr>
        </p:nvSpPr>
        <p:spPr/>
        <p:txBody>
          <a:bodyPr/>
          <a:lstStyle/>
          <a:p>
            <a:r>
              <a:rPr lang="it-IT" dirty="0"/>
              <a:t>Project Scope</a:t>
            </a:r>
          </a:p>
        </p:txBody>
      </p:sp>
      <p:sp>
        <p:nvSpPr>
          <p:cNvPr id="3" name="Slide Number Placeholder 2">
            <a:extLst>
              <a:ext uri="{FF2B5EF4-FFF2-40B4-BE49-F238E27FC236}">
                <a16:creationId xmlns:a16="http://schemas.microsoft.com/office/drawing/2014/main" id="{C5292BA2-8241-4CDC-9A67-2EFFDAD54B3A}"/>
              </a:ext>
            </a:extLst>
          </p:cNvPr>
          <p:cNvSpPr>
            <a:spLocks noGrp="1"/>
          </p:cNvSpPr>
          <p:nvPr>
            <p:ph type="sldNum" idx="4"/>
          </p:nvPr>
        </p:nvSpPr>
        <p:spPr/>
        <p:txBody>
          <a:bodyPr>
            <a:normAutofit fontScale="92500" lnSpcReduction="10000"/>
          </a:bodyPr>
          <a:lstStyle/>
          <a:p>
            <a:fld id="{00000000-1234-1234-1234-123412341234}" type="slidenum">
              <a:rPr lang="it-IT" smtClean="0"/>
              <a:pPr/>
              <a:t>7</a:t>
            </a:fld>
            <a:endParaRPr lang="it-IT" dirty="0"/>
          </a:p>
        </p:txBody>
      </p:sp>
      <p:sp>
        <p:nvSpPr>
          <p:cNvPr id="4" name="Date Placeholder 3">
            <a:extLst>
              <a:ext uri="{FF2B5EF4-FFF2-40B4-BE49-F238E27FC236}">
                <a16:creationId xmlns:a16="http://schemas.microsoft.com/office/drawing/2014/main" id="{346637F7-C718-46B2-A0C0-59ADBA23FA68}"/>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5A3EBD7D-6848-41F5-B0E5-FBC46E9A97B4}"/>
              </a:ext>
            </a:extLst>
          </p:cNvPr>
          <p:cNvSpPr>
            <a:spLocks noGrp="1"/>
          </p:cNvSpPr>
          <p:nvPr>
            <p:ph type="subTitle" idx="1"/>
          </p:nvPr>
        </p:nvSpPr>
        <p:spPr/>
        <p:txBody>
          <a:bodyPr/>
          <a:lstStyle/>
          <a:p>
            <a:r>
              <a:rPr lang="it-IT" dirty="0"/>
              <a:t>Project Scope</a:t>
            </a:r>
          </a:p>
        </p:txBody>
      </p:sp>
      <p:sp>
        <p:nvSpPr>
          <p:cNvPr id="6" name="TextBox 5">
            <a:extLst>
              <a:ext uri="{FF2B5EF4-FFF2-40B4-BE49-F238E27FC236}">
                <a16:creationId xmlns:a16="http://schemas.microsoft.com/office/drawing/2014/main" id="{9CAF6D73-6830-4B51-A47D-24685081CFE3}"/>
              </a:ext>
            </a:extLst>
          </p:cNvPr>
          <p:cNvSpPr txBox="1"/>
          <p:nvPr/>
        </p:nvSpPr>
        <p:spPr>
          <a:xfrm>
            <a:off x="745723" y="1271609"/>
            <a:ext cx="10758921" cy="4616648"/>
          </a:xfrm>
          <a:prstGeom prst="rect">
            <a:avLst/>
          </a:prstGeom>
          <a:noFill/>
        </p:spPr>
        <p:txBody>
          <a:bodyPr wrap="square" rtlCol="0">
            <a:spAutoFit/>
          </a:bodyPr>
          <a:lstStyle/>
          <a:p>
            <a:pPr algn="just"/>
            <a:r>
              <a:rPr lang="en-US" sz="1400" dirty="0">
                <a:solidFill>
                  <a:schemeClr val="bg2">
                    <a:lumMod val="10000"/>
                  </a:schemeClr>
                </a:solidFill>
                <a:latin typeface="Montserrat Light" pitchFamily="2" charset="0"/>
              </a:rPr>
              <a:t>EXPECTED MARKETS</a:t>
            </a:r>
          </a:p>
          <a:p>
            <a:pPr algn="just"/>
            <a:r>
              <a:rPr lang="en-US" sz="1400" dirty="0">
                <a:solidFill>
                  <a:schemeClr val="bg2">
                    <a:lumMod val="10000"/>
                  </a:schemeClr>
                </a:solidFill>
                <a:latin typeface="Montserrat Light" pitchFamily="2" charset="0"/>
              </a:rPr>
              <a:t>This Section contains information about the expected markets for distributing the new ProTube System increment PTBSYS-03-002:</a:t>
            </a:r>
          </a:p>
          <a:p>
            <a:pPr algn="just"/>
            <a:endParaRPr lang="en-US" sz="1400" dirty="0">
              <a:solidFill>
                <a:schemeClr val="bg2">
                  <a:lumMod val="10000"/>
                </a:schemeClr>
              </a:solidFill>
              <a:latin typeface="Montserrat Light" pitchFamily="2" charset="0"/>
            </a:endParaRP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Europe </a:t>
            </a:r>
            <a:endParaRPr lang="it-IT" sz="1400" dirty="0">
              <a:solidFill>
                <a:schemeClr val="bg2">
                  <a:lumMod val="10000"/>
                </a:schemeClr>
              </a:solidFill>
              <a:latin typeface="Montserrat Light" pitchFamily="2" charset="0"/>
            </a:endParaRP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UK, USA, Australia </a:t>
            </a:r>
            <a:endParaRPr lang="it-IT" sz="1400" dirty="0">
              <a:solidFill>
                <a:schemeClr val="bg2">
                  <a:lumMod val="10000"/>
                </a:schemeClr>
              </a:solidFill>
              <a:latin typeface="Montserrat Light" pitchFamily="2" charset="0"/>
            </a:endParaRP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Saudi Arabia </a:t>
            </a:r>
            <a:endParaRPr lang="it-IT" sz="1400" dirty="0">
              <a:solidFill>
                <a:schemeClr val="bg2">
                  <a:lumMod val="10000"/>
                </a:schemeClr>
              </a:solidFill>
              <a:latin typeface="Montserrat Light" pitchFamily="2" charset="0"/>
            </a:endParaRP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Qatar</a:t>
            </a:r>
            <a:endParaRPr lang="it-IT" sz="1400" dirty="0">
              <a:solidFill>
                <a:schemeClr val="bg2">
                  <a:lumMod val="10000"/>
                </a:schemeClr>
              </a:solidFill>
              <a:latin typeface="Montserrat Light" pitchFamily="2" charset="0"/>
            </a:endParaRP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UAE</a:t>
            </a: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Brazil </a:t>
            </a:r>
          </a:p>
          <a:p>
            <a:pPr marL="342900" indent="-342900">
              <a:buFont typeface="Symbol" panose="05050102010706020507" pitchFamily="18" charset="2"/>
              <a:buChar char=""/>
            </a:pPr>
            <a:r>
              <a:rPr lang="en-US" sz="1400" dirty="0">
                <a:solidFill>
                  <a:schemeClr val="bg2">
                    <a:lumMod val="10000"/>
                  </a:schemeClr>
                </a:solidFill>
                <a:latin typeface="Montserrat Light" pitchFamily="2" charset="0"/>
              </a:rPr>
              <a:t>Israel</a:t>
            </a:r>
            <a:endParaRPr lang="it-IT" sz="1400" dirty="0">
              <a:solidFill>
                <a:schemeClr val="bg2">
                  <a:lumMod val="10000"/>
                </a:schemeClr>
              </a:solidFill>
              <a:latin typeface="Montserrat Light" pitchFamily="2" charset="0"/>
            </a:endParaRP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Canada </a:t>
            </a:r>
          </a:p>
          <a:p>
            <a:pPr marL="342900" lvl="0" indent="-342900">
              <a:buFont typeface="Symbol" panose="05050102010706020507" pitchFamily="18" charset="2"/>
              <a:buChar char=""/>
            </a:pPr>
            <a:r>
              <a:rPr lang="en-US" sz="1400" dirty="0">
                <a:solidFill>
                  <a:schemeClr val="bg2">
                    <a:lumMod val="10000"/>
                  </a:schemeClr>
                </a:solidFill>
                <a:latin typeface="Montserrat Light" pitchFamily="2" charset="0"/>
              </a:rPr>
              <a:t>China</a:t>
            </a:r>
            <a:endParaRPr lang="it-IT" sz="1400" dirty="0">
              <a:solidFill>
                <a:schemeClr val="bg2">
                  <a:lumMod val="10000"/>
                </a:schemeClr>
              </a:solidFill>
              <a:latin typeface="Montserrat Light" pitchFamily="2" charset="0"/>
            </a:endParaRPr>
          </a:p>
          <a:p>
            <a:pPr marL="342900" lvl="0" indent="-342900">
              <a:buFont typeface="Symbol" panose="05050102010706020507" pitchFamily="18" charset="2"/>
              <a:buChar char=""/>
            </a:pPr>
            <a:endParaRPr lang="en-US" sz="1400" dirty="0">
              <a:solidFill>
                <a:schemeClr val="bg2">
                  <a:lumMod val="10000"/>
                </a:schemeClr>
              </a:solidFill>
              <a:latin typeface="Montserrat Light" pitchFamily="2" charset="0"/>
            </a:endParaRPr>
          </a:p>
          <a:p>
            <a:pPr lvl="0"/>
            <a:endParaRPr lang="en-US" sz="1400" dirty="0">
              <a:solidFill>
                <a:schemeClr val="bg2">
                  <a:lumMod val="10000"/>
                </a:schemeClr>
              </a:solidFill>
              <a:latin typeface="Montserrat Light" pitchFamily="2" charset="0"/>
            </a:endParaRPr>
          </a:p>
          <a:p>
            <a:pPr algn="just"/>
            <a:r>
              <a:rPr lang="en-US" sz="1400" dirty="0">
                <a:solidFill>
                  <a:schemeClr val="bg2">
                    <a:lumMod val="10000"/>
                  </a:schemeClr>
                </a:solidFill>
                <a:latin typeface="Montserrat Light" pitchFamily="2" charset="0"/>
              </a:rPr>
              <a:t>The information reported in this section impacts:</a:t>
            </a:r>
          </a:p>
          <a:p>
            <a:pPr marL="285750" indent="-285750" algn="just">
              <a:buFont typeface="Arial" panose="020B0604020202020204" pitchFamily="34" charset="0"/>
              <a:buChar char="•"/>
            </a:pPr>
            <a:r>
              <a:rPr lang="en-US" sz="1400" dirty="0">
                <a:solidFill>
                  <a:schemeClr val="bg2">
                    <a:lumMod val="10000"/>
                  </a:schemeClr>
                </a:solidFill>
                <a:latin typeface="Montserrat Light" pitchFamily="2" charset="0"/>
              </a:rPr>
              <a:t>Language for SW, Labels and Operation Manual Translation</a:t>
            </a:r>
          </a:p>
          <a:p>
            <a:pPr marL="285750" indent="-285750" algn="just">
              <a:buFont typeface="Arial" panose="020B0604020202020204" pitchFamily="34" charset="0"/>
              <a:buChar char="•"/>
            </a:pPr>
            <a:endParaRPr lang="en-US" sz="1400" dirty="0">
              <a:solidFill>
                <a:schemeClr val="bg2">
                  <a:lumMod val="10000"/>
                </a:schemeClr>
              </a:solidFill>
              <a:latin typeface="Montserrat Light" pitchFamily="2" charset="0"/>
            </a:endParaRPr>
          </a:p>
          <a:p>
            <a:pPr algn="just"/>
            <a:r>
              <a:rPr lang="en-US" sz="1400" dirty="0">
                <a:solidFill>
                  <a:schemeClr val="bg2">
                    <a:lumMod val="10000"/>
                  </a:schemeClr>
                </a:solidFill>
                <a:latin typeface="Montserrat Light" pitchFamily="2" charset="0"/>
              </a:rPr>
              <a:t>The impact on Product Certification is currently under evaluation.</a:t>
            </a:r>
          </a:p>
          <a:p>
            <a:pPr algn="just"/>
            <a:r>
              <a:rPr lang="en-US" sz="1400" dirty="0">
                <a:solidFill>
                  <a:schemeClr val="bg2">
                    <a:lumMod val="10000"/>
                  </a:schemeClr>
                </a:solidFill>
                <a:latin typeface="Montserrat Light" pitchFamily="2" charset="0"/>
              </a:rPr>
              <a:t>The impact on Product Registration is currently under evaluation.</a:t>
            </a:r>
          </a:p>
          <a:p>
            <a:pPr algn="just"/>
            <a:r>
              <a:rPr lang="en-US" sz="1400" b="1" dirty="0">
                <a:solidFill>
                  <a:schemeClr val="bg2">
                    <a:lumMod val="10000"/>
                  </a:schemeClr>
                </a:solidFill>
                <a:latin typeface="Montserrat Light" pitchFamily="2" charset="0"/>
              </a:rPr>
              <a:t>Note:</a:t>
            </a:r>
            <a:r>
              <a:rPr lang="en-US" sz="1400" dirty="0">
                <a:solidFill>
                  <a:schemeClr val="bg2">
                    <a:lumMod val="10000"/>
                  </a:schemeClr>
                </a:solidFill>
                <a:latin typeface="Montserrat Light" pitchFamily="2" charset="0"/>
              </a:rPr>
              <a:t> changes affecting the Project Scope implies the Project Scope document updated and a new approval process.</a:t>
            </a:r>
          </a:p>
        </p:txBody>
      </p:sp>
      <p:sp>
        <p:nvSpPr>
          <p:cNvPr id="7" name="Titolo 14">
            <a:extLst>
              <a:ext uri="{FF2B5EF4-FFF2-40B4-BE49-F238E27FC236}">
                <a16:creationId xmlns:a16="http://schemas.microsoft.com/office/drawing/2014/main" id="{BB66E7FC-E58C-8F40-4880-6C798CB38FE9}"/>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2306867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1E43BAF6-8EAE-C573-3B98-B0642AC2FE19}"/>
              </a:ext>
            </a:extLst>
          </p:cNvPr>
          <p:cNvSpPr txBox="1"/>
          <p:nvPr/>
        </p:nvSpPr>
        <p:spPr>
          <a:xfrm>
            <a:off x="654050" y="262213"/>
            <a:ext cx="6099348" cy="523220"/>
          </a:xfrm>
          <a:prstGeom prst="rect">
            <a:avLst/>
          </a:prstGeom>
          <a:noFill/>
        </p:spPr>
        <p:txBody>
          <a:bodyPr wrap="square" lIns="91440" tIns="45720" rIns="91440" bIns="45720" anchor="t">
            <a:spAutoFit/>
          </a:bodyPr>
          <a:lstStyle/>
          <a:p>
            <a:r>
              <a:rPr lang="it-IT" sz="2800" dirty="0">
                <a:solidFill>
                  <a:srgbClr val="00B0F0"/>
                </a:solidFill>
                <a:latin typeface="Montserrat"/>
              </a:rPr>
              <a:t>Protube – PTBSYS</a:t>
            </a:r>
            <a:endParaRPr lang="it-IT" sz="2800" dirty="0">
              <a:solidFill>
                <a:srgbClr val="00B0F0"/>
              </a:solidFill>
              <a:latin typeface="Montserrat" pitchFamily="2" charset="0"/>
            </a:endParaRPr>
          </a:p>
        </p:txBody>
      </p:sp>
      <p:sp>
        <p:nvSpPr>
          <p:cNvPr id="38" name="OTLSHAPE_SL_154f2af5a3f84e14ba04b0bdf13a017a_BackgroundRectangle">
            <a:extLst>
              <a:ext uri="{FF2B5EF4-FFF2-40B4-BE49-F238E27FC236}">
                <a16:creationId xmlns:a16="http://schemas.microsoft.com/office/drawing/2014/main" id="{77693ADF-E468-EC22-C7CD-347B3525EA3B}"/>
              </a:ext>
            </a:extLst>
          </p:cNvPr>
          <p:cNvSpPr/>
          <p:nvPr>
            <p:custDataLst>
              <p:tags r:id="rId2"/>
            </p:custDataLst>
          </p:nvPr>
        </p:nvSpPr>
        <p:spPr>
          <a:xfrm>
            <a:off x="63500" y="4768630"/>
            <a:ext cx="11125200" cy="1287526"/>
          </a:xfrm>
          <a:prstGeom prst="rect">
            <a:avLst/>
          </a:prstGeom>
          <a:solidFill>
            <a:srgbClr val="ED7D31">
              <a:alpha val="1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OTLSHAPE_SL2A_5a1e4072246a4b02ba3ddb06ceb96c97_BackgroundRectangle" hidden="1">
            <a:extLst>
              <a:ext uri="{FF2B5EF4-FFF2-40B4-BE49-F238E27FC236}">
                <a16:creationId xmlns:a16="http://schemas.microsoft.com/office/drawing/2014/main" id="{6D91948D-7556-782D-5E5E-6E84A9066BD7}"/>
              </a:ext>
            </a:extLst>
          </p:cNvPr>
          <p:cNvSpPr/>
          <p:nvPr>
            <p:custDataLst>
              <p:tags r:id="rId3"/>
            </p:custDataLst>
          </p:nvPr>
        </p:nvSpPr>
        <p:spPr>
          <a:xfrm>
            <a:off x="1243076" y="1400717"/>
            <a:ext cx="9944100" cy="3342513"/>
          </a:xfrm>
          <a:prstGeom prst="rect">
            <a:avLst/>
          </a:prstGeom>
          <a:solidFill>
            <a:srgbClr val="5B9BD5">
              <a:alpha val="1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6" name="OTLSHAPE_SL2A_8668a44cc60942f19e673f9e9cbb4143_BackgroundRectangle" hidden="1">
            <a:extLst>
              <a:ext uri="{FF2B5EF4-FFF2-40B4-BE49-F238E27FC236}">
                <a16:creationId xmlns:a16="http://schemas.microsoft.com/office/drawing/2014/main" id="{03C14D0D-C48A-ACB3-B762-433AD21B73E5}"/>
              </a:ext>
            </a:extLst>
          </p:cNvPr>
          <p:cNvSpPr/>
          <p:nvPr>
            <p:custDataLst>
              <p:tags r:id="rId4"/>
            </p:custDataLst>
          </p:nvPr>
        </p:nvSpPr>
        <p:spPr>
          <a:xfrm>
            <a:off x="1243076" y="4768630"/>
            <a:ext cx="9944100" cy="1287526"/>
          </a:xfrm>
          <a:prstGeom prst="rect">
            <a:avLst/>
          </a:prstGeom>
          <a:solidFill>
            <a:srgbClr val="ED7D31">
              <a:alpha val="1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OTLSHAPE_SL_d0a0bb0d1fc041dcae3f3d5d731aa83b_BackgroundRectangle">
            <a:extLst>
              <a:ext uri="{FF2B5EF4-FFF2-40B4-BE49-F238E27FC236}">
                <a16:creationId xmlns:a16="http://schemas.microsoft.com/office/drawing/2014/main" id="{AE377D97-614F-A56D-6E5B-035B7F5D450D}"/>
              </a:ext>
            </a:extLst>
          </p:cNvPr>
          <p:cNvSpPr/>
          <p:nvPr>
            <p:custDataLst>
              <p:tags r:id="rId5"/>
            </p:custDataLst>
          </p:nvPr>
        </p:nvSpPr>
        <p:spPr>
          <a:xfrm>
            <a:off x="63500" y="1400717"/>
            <a:ext cx="11125200" cy="3342513"/>
          </a:xfrm>
          <a:prstGeom prst="rect">
            <a:avLst/>
          </a:prstGeom>
          <a:solidFill>
            <a:srgbClr val="5B9BD5">
              <a:alpha val="1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OTLSHAPE_TB_00000000000000000000000000000000_LeftEndCaps" hidden="1">
            <a:extLst>
              <a:ext uri="{FF2B5EF4-FFF2-40B4-BE49-F238E27FC236}">
                <a16:creationId xmlns:a16="http://schemas.microsoft.com/office/drawing/2014/main" id="{2E3C6738-9C1B-F6D2-22A0-ECDC959E51CB}"/>
              </a:ext>
            </a:extLst>
          </p:cNvPr>
          <p:cNvSpPr txBox="1"/>
          <p:nvPr>
            <p:custDataLst>
              <p:tags r:id="rId6"/>
            </p:custDataLst>
          </p:nvPr>
        </p:nvSpPr>
        <p:spPr>
          <a:xfrm>
            <a:off x="-404080" y="-95023"/>
            <a:ext cx="825500" cy="508000"/>
          </a:xfrm>
          <a:prstGeom prst="rect">
            <a:avLst/>
          </a:prstGeom>
          <a:noFill/>
        </p:spPr>
        <p:txBody>
          <a:bodyPr vert="horz" wrap="none" lIns="0" tIns="0" rIns="0" bIns="0" rtlCol="0" anchor="ctr" anchorCtr="0">
            <a:spAutoFit/>
          </a:bodyPr>
          <a:lstStyle/>
          <a:p>
            <a:pPr algn="ctr"/>
            <a:r>
              <a:rPr lang="it-IT" sz="3200" b="1">
                <a:solidFill>
                  <a:srgbClr val="79A8A4"/>
                </a:solidFill>
                <a:latin typeface="Calibri" panose="020F0502020204030204" pitchFamily="34" charset="0"/>
              </a:rPr>
              <a:t>2025</a:t>
            </a:r>
          </a:p>
        </p:txBody>
      </p:sp>
      <p:sp>
        <p:nvSpPr>
          <p:cNvPr id="3" name="OTLSHAPE_TB_00000000000000000000000000000000_RightEndCaps" hidden="1">
            <a:extLst>
              <a:ext uri="{FF2B5EF4-FFF2-40B4-BE49-F238E27FC236}">
                <a16:creationId xmlns:a16="http://schemas.microsoft.com/office/drawing/2014/main" id="{171253F5-39A7-B59A-F127-F5FE737B8BC9}"/>
              </a:ext>
            </a:extLst>
          </p:cNvPr>
          <p:cNvSpPr txBox="1"/>
          <p:nvPr>
            <p:custDataLst>
              <p:tags r:id="rId7"/>
            </p:custDataLst>
          </p:nvPr>
        </p:nvSpPr>
        <p:spPr>
          <a:xfrm>
            <a:off x="11474534" y="1765469"/>
            <a:ext cx="449610" cy="279061"/>
          </a:xfrm>
          <a:prstGeom prst="rect">
            <a:avLst/>
          </a:prstGeom>
          <a:noFill/>
        </p:spPr>
        <p:txBody>
          <a:bodyPr vert="horz" wrap="none" lIns="0" tIns="0" rIns="0" bIns="0" rtlCol="0" anchor="ctr" anchorCtr="0">
            <a:spAutoFit/>
          </a:bodyPr>
          <a:lstStyle/>
          <a:p>
            <a:pPr algn="ctr"/>
            <a:r>
              <a:rPr lang="it-IT" b="1" spc="-44">
                <a:solidFill>
                  <a:srgbClr val="79A8A4"/>
                </a:solidFill>
                <a:latin typeface="Calibri" panose="020F0502020204030204" pitchFamily="34" charset="0"/>
              </a:rPr>
              <a:t>2027</a:t>
            </a:r>
          </a:p>
        </p:txBody>
      </p:sp>
      <p:sp>
        <p:nvSpPr>
          <p:cNvPr id="21" name="OTLSHAPE_SL2A_5a1e4072246a4b02ba3ddb06ceb96c97_HeaderRectangle" hidden="1">
            <a:extLst>
              <a:ext uri="{FF2B5EF4-FFF2-40B4-BE49-F238E27FC236}">
                <a16:creationId xmlns:a16="http://schemas.microsoft.com/office/drawing/2014/main" id="{AE77DFC8-104D-5F18-ED9A-27919AF26647}"/>
              </a:ext>
            </a:extLst>
          </p:cNvPr>
          <p:cNvSpPr/>
          <p:nvPr>
            <p:custDataLst>
              <p:tags r:id="rId8"/>
            </p:custDataLst>
          </p:nvPr>
        </p:nvSpPr>
        <p:spPr>
          <a:xfrm>
            <a:off x="1243076" y="1400717"/>
            <a:ext cx="0" cy="0"/>
          </a:xfrm>
          <a:prstGeom prst="rect">
            <a:avLst/>
          </a:prstGeom>
          <a:solidFill>
            <a:srgbClr val="02B2EE">
              <a:alpha val="2470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OTLSHAPE_SL2A_8668a44cc60942f19e673f9e9cbb4143_HeaderRectangle" hidden="1">
            <a:extLst>
              <a:ext uri="{FF2B5EF4-FFF2-40B4-BE49-F238E27FC236}">
                <a16:creationId xmlns:a16="http://schemas.microsoft.com/office/drawing/2014/main" id="{8F5BD118-E52F-060E-CB06-B49768E4DFDD}"/>
              </a:ext>
            </a:extLst>
          </p:cNvPr>
          <p:cNvSpPr/>
          <p:nvPr>
            <p:custDataLst>
              <p:tags r:id="rId9"/>
            </p:custDataLst>
          </p:nvPr>
        </p:nvSpPr>
        <p:spPr>
          <a:xfrm>
            <a:off x="1243076" y="4768630"/>
            <a:ext cx="0" cy="0"/>
          </a:xfrm>
          <a:prstGeom prst="rect">
            <a:avLst/>
          </a:prstGeom>
          <a:solidFill>
            <a:srgbClr val="ED7D31">
              <a:alpha val="2470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OTLSHAPE_TB_00000000000000000000000000000000_ScaleContainer">
            <a:extLst>
              <a:ext uri="{FF2B5EF4-FFF2-40B4-BE49-F238E27FC236}">
                <a16:creationId xmlns:a16="http://schemas.microsoft.com/office/drawing/2014/main" id="{592EF345-1B8E-16A0-CF43-44F33E11F124}"/>
              </a:ext>
            </a:extLst>
          </p:cNvPr>
          <p:cNvSpPr/>
          <p:nvPr>
            <p:custDataLst>
              <p:tags r:id="rId10"/>
            </p:custDataLst>
          </p:nvPr>
        </p:nvSpPr>
        <p:spPr>
          <a:xfrm>
            <a:off x="1204976" y="956217"/>
            <a:ext cx="10147300" cy="381000"/>
          </a:xfrm>
          <a:prstGeom prst="round2DiagRect">
            <a:avLst>
              <a:gd name="adj1" fmla="val 100000"/>
              <a:gd name="adj2" fmla="val 0"/>
            </a:avLst>
          </a:prstGeom>
          <a:solidFill>
            <a:srgbClr val="44546A"/>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OTLSHAPE_SL_d0a0bb0d1fc041dcae3f3d5d731aa83b_HeaderRectangle">
            <a:extLst>
              <a:ext uri="{FF2B5EF4-FFF2-40B4-BE49-F238E27FC236}">
                <a16:creationId xmlns:a16="http://schemas.microsoft.com/office/drawing/2014/main" id="{2D1D67E9-2A01-4700-9A39-AB088E09DA6D}"/>
              </a:ext>
            </a:extLst>
          </p:cNvPr>
          <p:cNvSpPr/>
          <p:nvPr>
            <p:custDataLst>
              <p:tags r:id="rId11"/>
            </p:custDataLst>
          </p:nvPr>
        </p:nvSpPr>
        <p:spPr>
          <a:xfrm>
            <a:off x="63500" y="1400717"/>
            <a:ext cx="1181100" cy="3342513"/>
          </a:xfrm>
          <a:prstGeom prst="rect">
            <a:avLst/>
          </a:prstGeom>
          <a:solidFill>
            <a:srgbClr val="02B2E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9" name="OTLSHAPE_SL_154f2af5a3f84e14ba04b0bdf13a017a_HeaderRectangle">
            <a:extLst>
              <a:ext uri="{FF2B5EF4-FFF2-40B4-BE49-F238E27FC236}">
                <a16:creationId xmlns:a16="http://schemas.microsoft.com/office/drawing/2014/main" id="{74F3A6ED-8F8D-9613-E9D9-1DFB1D2F1043}"/>
              </a:ext>
            </a:extLst>
          </p:cNvPr>
          <p:cNvSpPr/>
          <p:nvPr>
            <p:custDataLst>
              <p:tags r:id="rId12"/>
            </p:custDataLst>
          </p:nvPr>
        </p:nvSpPr>
        <p:spPr>
          <a:xfrm>
            <a:off x="63500" y="4768630"/>
            <a:ext cx="1181100" cy="1287526"/>
          </a:xfrm>
          <a:prstGeom prst="rect">
            <a:avLst/>
          </a:prstGeom>
          <a:solidFill>
            <a:srgbClr val="ED7D3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18" name="OTLSHAPE_G_00000000000000000000000000000000_ShapeBelow0">
            <a:extLst>
              <a:ext uri="{FF2B5EF4-FFF2-40B4-BE49-F238E27FC236}">
                <a16:creationId xmlns:a16="http://schemas.microsoft.com/office/drawing/2014/main" id="{9C4A72E8-2CDF-648E-A288-357C12FDDAA4}"/>
              </a:ext>
            </a:extLst>
          </p:cNvPr>
          <p:cNvCxnSpPr/>
          <p:nvPr>
            <p:custDataLst>
              <p:tags r:id="rId13"/>
            </p:custDataLst>
          </p:nvPr>
        </p:nvCxnSpPr>
        <p:spPr>
          <a:xfrm>
            <a:off x="2339464" y="1337218"/>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OTLSHAPE_G_00000000000000000000000000000000_ShapeBelow1">
            <a:extLst>
              <a:ext uri="{FF2B5EF4-FFF2-40B4-BE49-F238E27FC236}">
                <a16:creationId xmlns:a16="http://schemas.microsoft.com/office/drawing/2014/main" id="{E9EE5134-77B2-6696-E6B6-B065E2FB7670}"/>
              </a:ext>
            </a:extLst>
          </p:cNvPr>
          <p:cNvCxnSpPr/>
          <p:nvPr>
            <p:custDataLst>
              <p:tags r:id="rId14"/>
            </p:custDataLst>
          </p:nvPr>
        </p:nvCxnSpPr>
        <p:spPr>
          <a:xfrm>
            <a:off x="3319623" y="1337218"/>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OTLSHAPE_G_00000000000000000000000000000000_ShapeBelow2">
            <a:extLst>
              <a:ext uri="{FF2B5EF4-FFF2-40B4-BE49-F238E27FC236}">
                <a16:creationId xmlns:a16="http://schemas.microsoft.com/office/drawing/2014/main" id="{74C0CC74-AF50-C3B7-BB8E-EA3A5E398306}"/>
              </a:ext>
            </a:extLst>
          </p:cNvPr>
          <p:cNvCxnSpPr/>
          <p:nvPr>
            <p:custDataLst>
              <p:tags r:id="rId15"/>
            </p:custDataLst>
          </p:nvPr>
        </p:nvCxnSpPr>
        <p:spPr>
          <a:xfrm>
            <a:off x="4310552" y="1337218"/>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OTLSHAPE_G_00000000000000000000000000000000_ShapeBelow3">
            <a:extLst>
              <a:ext uri="{FF2B5EF4-FFF2-40B4-BE49-F238E27FC236}">
                <a16:creationId xmlns:a16="http://schemas.microsoft.com/office/drawing/2014/main" id="{60C40877-83B8-15BB-7DD3-EB3BB5BAA2F7}"/>
              </a:ext>
            </a:extLst>
          </p:cNvPr>
          <p:cNvCxnSpPr/>
          <p:nvPr>
            <p:custDataLst>
              <p:tags r:id="rId16"/>
            </p:custDataLst>
          </p:nvPr>
        </p:nvCxnSpPr>
        <p:spPr>
          <a:xfrm>
            <a:off x="5301482" y="1337218"/>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OTLSHAPE_G_00000000000000000000000000000000_ShapeBelow4">
            <a:extLst>
              <a:ext uri="{FF2B5EF4-FFF2-40B4-BE49-F238E27FC236}">
                <a16:creationId xmlns:a16="http://schemas.microsoft.com/office/drawing/2014/main" id="{B4EAA1C3-AE46-DBD7-D3FB-72DB9E155248}"/>
              </a:ext>
            </a:extLst>
          </p:cNvPr>
          <p:cNvCxnSpPr/>
          <p:nvPr>
            <p:custDataLst>
              <p:tags r:id="rId17"/>
            </p:custDataLst>
          </p:nvPr>
        </p:nvCxnSpPr>
        <p:spPr>
          <a:xfrm>
            <a:off x="6270870" y="1337218"/>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OTLSHAPE_G_00000000000000000000000000000000_ShapeBelow5">
            <a:extLst>
              <a:ext uri="{FF2B5EF4-FFF2-40B4-BE49-F238E27FC236}">
                <a16:creationId xmlns:a16="http://schemas.microsoft.com/office/drawing/2014/main" id="{994C9F15-3CEA-223F-56A3-C111C797AD58}"/>
              </a:ext>
            </a:extLst>
          </p:cNvPr>
          <p:cNvCxnSpPr/>
          <p:nvPr>
            <p:custDataLst>
              <p:tags r:id="rId18"/>
            </p:custDataLst>
          </p:nvPr>
        </p:nvCxnSpPr>
        <p:spPr>
          <a:xfrm>
            <a:off x="7251029" y="1337217"/>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OTLSHAPE_G_00000000000000000000000000000000_ShapeBelow6">
            <a:extLst>
              <a:ext uri="{FF2B5EF4-FFF2-40B4-BE49-F238E27FC236}">
                <a16:creationId xmlns:a16="http://schemas.microsoft.com/office/drawing/2014/main" id="{EF072E6E-FD21-4003-F97E-699520808DA6}"/>
              </a:ext>
            </a:extLst>
          </p:cNvPr>
          <p:cNvCxnSpPr/>
          <p:nvPr>
            <p:custDataLst>
              <p:tags r:id="rId19"/>
            </p:custDataLst>
          </p:nvPr>
        </p:nvCxnSpPr>
        <p:spPr>
          <a:xfrm>
            <a:off x="8241958" y="1337217"/>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OTLSHAPE_G_00000000000000000000000000000000_ShapeBelow7">
            <a:extLst>
              <a:ext uri="{FF2B5EF4-FFF2-40B4-BE49-F238E27FC236}">
                <a16:creationId xmlns:a16="http://schemas.microsoft.com/office/drawing/2014/main" id="{01D9BE7C-5C49-7250-F3D5-170655238FBD}"/>
              </a:ext>
            </a:extLst>
          </p:cNvPr>
          <p:cNvCxnSpPr/>
          <p:nvPr>
            <p:custDataLst>
              <p:tags r:id="rId20"/>
            </p:custDataLst>
          </p:nvPr>
        </p:nvCxnSpPr>
        <p:spPr>
          <a:xfrm>
            <a:off x="9232888" y="1337218"/>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OTLSHAPE_G_00000000000000000000000000000000_ShapeBelow8">
            <a:extLst>
              <a:ext uri="{FF2B5EF4-FFF2-40B4-BE49-F238E27FC236}">
                <a16:creationId xmlns:a16="http://schemas.microsoft.com/office/drawing/2014/main" id="{81EC5540-92F3-4316-BD4A-64D3D92F80AA}"/>
              </a:ext>
            </a:extLst>
          </p:cNvPr>
          <p:cNvCxnSpPr/>
          <p:nvPr>
            <p:custDataLst>
              <p:tags r:id="rId21"/>
            </p:custDataLst>
          </p:nvPr>
        </p:nvCxnSpPr>
        <p:spPr>
          <a:xfrm>
            <a:off x="10202276" y="1337218"/>
            <a:ext cx="0" cy="4718939"/>
          </a:xfrm>
          <a:prstGeom prst="line">
            <a:avLst/>
          </a:prstGeom>
          <a:ln w="7620" cap="flat" cmpd="sng" algn="ctr">
            <a:solidFill>
              <a:srgbClr val="D0CEC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OTLSHAPE_TB_00000000000000000000000000000000_ElapsedTime" hidden="1">
            <a:extLst>
              <a:ext uri="{FF2B5EF4-FFF2-40B4-BE49-F238E27FC236}">
                <a16:creationId xmlns:a16="http://schemas.microsoft.com/office/drawing/2014/main" id="{7D6B6142-5A32-6BF3-63DB-BE059BA83D1D}"/>
              </a:ext>
            </a:extLst>
          </p:cNvPr>
          <p:cNvSpPr/>
          <p:nvPr>
            <p:custDataLst>
              <p:tags r:id="rId22"/>
            </p:custDataLst>
          </p:nvPr>
        </p:nvSpPr>
        <p:spPr>
          <a:xfrm>
            <a:off x="1204976" y="956217"/>
            <a:ext cx="0" cy="0"/>
          </a:xfrm>
          <a:prstGeom prst="round2DiagRect">
            <a:avLst>
              <a:gd name="adj1" fmla="val 100000"/>
              <a:gd name="adj2" fmla="val 0"/>
            </a:avLst>
          </a:prstGeom>
          <a:solidFill>
            <a:srgbClr val="FF0000">
              <a:alpha val="3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 name="OTLSHAPE_SLM_65669134d18a43e28959dc972ef27252_Shape">
            <a:extLst>
              <a:ext uri="{FF2B5EF4-FFF2-40B4-BE49-F238E27FC236}">
                <a16:creationId xmlns:a16="http://schemas.microsoft.com/office/drawing/2014/main" id="{0DA01291-9F44-F8E3-B99F-1F22D6066101}"/>
              </a:ext>
            </a:extLst>
          </p:cNvPr>
          <p:cNvSpPr/>
          <p:nvPr>
            <p:custDataLst>
              <p:tags r:id="rId23"/>
            </p:custDataLst>
          </p:nvPr>
        </p:nvSpPr>
        <p:spPr>
          <a:xfrm>
            <a:off x="2709850" y="1756317"/>
            <a:ext cx="228600" cy="254000"/>
          </a:xfrm>
          <a:prstGeom prst="star5">
            <a:avLst>
              <a:gd name="adj" fmla="val 25000"/>
              <a:gd name="hf" fmla="val 105146"/>
              <a:gd name="vf" fmla="val 110557"/>
            </a:avLst>
          </a:prstGeom>
          <a:solidFill>
            <a:srgbClr val="ED7D3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2" name="OTLSHAPE_SLM_98a8ea9ba44f4db9b94041b42ab4f9ba_Shape">
            <a:extLst>
              <a:ext uri="{FF2B5EF4-FFF2-40B4-BE49-F238E27FC236}">
                <a16:creationId xmlns:a16="http://schemas.microsoft.com/office/drawing/2014/main" id="{DE28C75F-39B0-8C02-06A9-630052BE01DA}"/>
              </a:ext>
            </a:extLst>
          </p:cNvPr>
          <p:cNvSpPr/>
          <p:nvPr>
            <p:custDataLst>
              <p:tags r:id="rId24"/>
            </p:custDataLst>
          </p:nvPr>
        </p:nvSpPr>
        <p:spPr>
          <a:xfrm>
            <a:off x="4691710" y="3498630"/>
            <a:ext cx="228600" cy="254000"/>
          </a:xfrm>
          <a:prstGeom prst="star5">
            <a:avLst>
              <a:gd name="adj" fmla="val 25000"/>
              <a:gd name="hf" fmla="val 105146"/>
              <a:gd name="vf" fmla="val 110557"/>
            </a:avLst>
          </a:prstGeom>
          <a:solidFill>
            <a:srgbClr val="ED7D3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 name="OTLSHAPE_SLM_7129e30a8cb145febe4bcf9da6b78466_Shape">
            <a:extLst>
              <a:ext uri="{FF2B5EF4-FFF2-40B4-BE49-F238E27FC236}">
                <a16:creationId xmlns:a16="http://schemas.microsoft.com/office/drawing/2014/main" id="{30BC1E1A-9FAB-B046-6511-26CFAD02D16F}"/>
              </a:ext>
            </a:extLst>
          </p:cNvPr>
          <p:cNvSpPr/>
          <p:nvPr>
            <p:custDataLst>
              <p:tags r:id="rId25"/>
            </p:custDataLst>
          </p:nvPr>
        </p:nvSpPr>
        <p:spPr>
          <a:xfrm>
            <a:off x="8002257" y="4961543"/>
            <a:ext cx="177800" cy="1778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3" name="OTLSHAPE_SLM_6c81c589a48347e19809fc82097075d9_Shape">
            <a:extLst>
              <a:ext uri="{FF2B5EF4-FFF2-40B4-BE49-F238E27FC236}">
                <a16:creationId xmlns:a16="http://schemas.microsoft.com/office/drawing/2014/main" id="{39689175-18ED-1C55-6E5A-0BAEC69A0CCA}"/>
              </a:ext>
            </a:extLst>
          </p:cNvPr>
          <p:cNvSpPr/>
          <p:nvPr>
            <p:custDataLst>
              <p:tags r:id="rId26"/>
            </p:custDataLst>
          </p:nvPr>
        </p:nvSpPr>
        <p:spPr>
          <a:xfrm>
            <a:off x="8450780" y="4451130"/>
            <a:ext cx="228600" cy="254000"/>
          </a:xfrm>
          <a:prstGeom prst="star5">
            <a:avLst>
              <a:gd name="adj" fmla="val 25000"/>
              <a:gd name="hf" fmla="val 105146"/>
              <a:gd name="vf" fmla="val 110557"/>
            </a:avLst>
          </a:prstGeom>
          <a:solidFill>
            <a:srgbClr val="A5A5A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 name="OTLSHAPE_SLM_98decca76fcc4f6682f074b95b4fdabb_Shape">
            <a:extLst>
              <a:ext uri="{FF2B5EF4-FFF2-40B4-BE49-F238E27FC236}">
                <a16:creationId xmlns:a16="http://schemas.microsoft.com/office/drawing/2014/main" id="{49D7FF5B-FAFD-CF03-A796-8D66068A6247}"/>
              </a:ext>
            </a:extLst>
          </p:cNvPr>
          <p:cNvSpPr/>
          <p:nvPr>
            <p:custDataLst>
              <p:tags r:id="rId27"/>
            </p:custDataLst>
          </p:nvPr>
        </p:nvSpPr>
        <p:spPr>
          <a:xfrm>
            <a:off x="7829922" y="5444143"/>
            <a:ext cx="177800" cy="177800"/>
          </a:xfrm>
          <a:prstGeom prst="ellipse">
            <a:avLst/>
          </a:prstGeom>
          <a:solidFill>
            <a:srgbClr val="5B9BD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7" name="OTLSHAPE_SLM_b48ba570ef13417f86e42ad46c560e8c_Shape">
            <a:extLst>
              <a:ext uri="{FF2B5EF4-FFF2-40B4-BE49-F238E27FC236}">
                <a16:creationId xmlns:a16="http://schemas.microsoft.com/office/drawing/2014/main" id="{952D1CDE-DF37-EF33-CF32-C47664F26CA0}"/>
              </a:ext>
            </a:extLst>
          </p:cNvPr>
          <p:cNvSpPr/>
          <p:nvPr>
            <p:custDataLst>
              <p:tags r:id="rId28"/>
            </p:custDataLst>
          </p:nvPr>
        </p:nvSpPr>
        <p:spPr>
          <a:xfrm>
            <a:off x="10641147" y="5840256"/>
            <a:ext cx="177800" cy="177800"/>
          </a:xfrm>
          <a:prstGeom prst="ellipse">
            <a:avLst/>
          </a:prstGeom>
          <a:solidFill>
            <a:srgbClr val="ED7D3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8" name="OTLSHAPE_SLM_a9279f86f29f48b09aafd6f3fa115f7a_Shape">
            <a:extLst>
              <a:ext uri="{FF2B5EF4-FFF2-40B4-BE49-F238E27FC236}">
                <a16:creationId xmlns:a16="http://schemas.microsoft.com/office/drawing/2014/main" id="{21196F6D-C043-BEBC-10EF-562BD38E8E36}"/>
              </a:ext>
            </a:extLst>
          </p:cNvPr>
          <p:cNvSpPr/>
          <p:nvPr>
            <p:custDataLst>
              <p:tags r:id="rId29"/>
            </p:custDataLst>
          </p:nvPr>
        </p:nvSpPr>
        <p:spPr>
          <a:xfrm>
            <a:off x="2042050" y="1438817"/>
            <a:ext cx="228600" cy="254000"/>
          </a:xfrm>
          <a:prstGeom prst="star5">
            <a:avLst>
              <a:gd name="adj" fmla="val 25000"/>
              <a:gd name="hf" fmla="val 105146"/>
              <a:gd name="vf" fmla="val 110557"/>
            </a:avLst>
          </a:prstGeom>
          <a:solidFill>
            <a:srgbClr val="ED7D3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2" name="OTLSHAPE_SLM_b541b7af131b431d935fc0d4e8029e51_Shape">
            <a:extLst>
              <a:ext uri="{FF2B5EF4-FFF2-40B4-BE49-F238E27FC236}">
                <a16:creationId xmlns:a16="http://schemas.microsoft.com/office/drawing/2014/main" id="{C1652BCA-BF39-9A23-1FFB-830552A35328}"/>
              </a:ext>
            </a:extLst>
          </p:cNvPr>
          <p:cNvSpPr/>
          <p:nvPr>
            <p:custDataLst>
              <p:tags r:id="rId30"/>
            </p:custDataLst>
          </p:nvPr>
        </p:nvSpPr>
        <p:spPr>
          <a:xfrm>
            <a:off x="3690009" y="2073817"/>
            <a:ext cx="228600" cy="254000"/>
          </a:xfrm>
          <a:prstGeom prst="star5">
            <a:avLst>
              <a:gd name="adj" fmla="val 25000"/>
              <a:gd name="hf" fmla="val 105146"/>
              <a:gd name="vf" fmla="val 110557"/>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7" name="OTLSHAPE_SLM_ebd2c7eaab7748f69e5fdcedc84cf3d6_Shape">
            <a:extLst>
              <a:ext uri="{FF2B5EF4-FFF2-40B4-BE49-F238E27FC236}">
                <a16:creationId xmlns:a16="http://schemas.microsoft.com/office/drawing/2014/main" id="{E526CC98-66E0-F439-6A8F-F1D040BCE4ED}"/>
              </a:ext>
            </a:extLst>
          </p:cNvPr>
          <p:cNvSpPr/>
          <p:nvPr>
            <p:custDataLst>
              <p:tags r:id="rId31"/>
            </p:custDataLst>
          </p:nvPr>
        </p:nvSpPr>
        <p:spPr>
          <a:xfrm>
            <a:off x="6802821" y="3816130"/>
            <a:ext cx="228600" cy="254000"/>
          </a:xfrm>
          <a:prstGeom prst="star5">
            <a:avLst>
              <a:gd name="adj" fmla="val 25000"/>
              <a:gd name="hf" fmla="val 105146"/>
              <a:gd name="vf" fmla="val 110557"/>
            </a:avLst>
          </a:prstGeom>
          <a:solidFill>
            <a:srgbClr val="A5A5A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0" name="OTLSHAPE_SLM_7408216e719f4a45b7d4534fc7ebcd36_Shape">
            <a:extLst>
              <a:ext uri="{FF2B5EF4-FFF2-40B4-BE49-F238E27FC236}">
                <a16:creationId xmlns:a16="http://schemas.microsoft.com/office/drawing/2014/main" id="{62F6DB64-BEAE-F355-FFE9-FD976AF91900}"/>
              </a:ext>
            </a:extLst>
          </p:cNvPr>
          <p:cNvSpPr/>
          <p:nvPr>
            <p:custDataLst>
              <p:tags r:id="rId32"/>
            </p:custDataLst>
          </p:nvPr>
        </p:nvSpPr>
        <p:spPr>
          <a:xfrm>
            <a:off x="7621415" y="4133630"/>
            <a:ext cx="228600" cy="254000"/>
          </a:xfrm>
          <a:prstGeom prst="star5">
            <a:avLst>
              <a:gd name="adj" fmla="val 25000"/>
              <a:gd name="hf" fmla="val 105146"/>
              <a:gd name="vf" fmla="val 110557"/>
            </a:avLst>
          </a:prstGeom>
          <a:solidFill>
            <a:srgbClr val="A5A5A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2" name="OTLSHAPE_SLM_ad858e4d8eca4006852f5986a4f72d94_Shape">
            <a:extLst>
              <a:ext uri="{FF2B5EF4-FFF2-40B4-BE49-F238E27FC236}">
                <a16:creationId xmlns:a16="http://schemas.microsoft.com/office/drawing/2014/main" id="{813723CD-3C56-5D97-D39B-93F4057B1C48}"/>
              </a:ext>
            </a:extLst>
          </p:cNvPr>
          <p:cNvSpPr/>
          <p:nvPr>
            <p:custDataLst>
              <p:tags r:id="rId33"/>
            </p:custDataLst>
          </p:nvPr>
        </p:nvSpPr>
        <p:spPr>
          <a:xfrm>
            <a:off x="5212574" y="5202843"/>
            <a:ext cx="177800" cy="177800"/>
          </a:xfrm>
          <a:prstGeom prst="ellipse">
            <a:avLst/>
          </a:prstGeom>
          <a:solidFill>
            <a:srgbClr val="ED7D3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TLSHAPE_SLM_868ae7d7edab437486f2636b7b5da0d0_Shape">
            <a:extLst>
              <a:ext uri="{FF2B5EF4-FFF2-40B4-BE49-F238E27FC236}">
                <a16:creationId xmlns:a16="http://schemas.microsoft.com/office/drawing/2014/main" id="{F71E98DB-CB8C-35D8-80AC-E506BC66F237}"/>
              </a:ext>
            </a:extLst>
          </p:cNvPr>
          <p:cNvSpPr/>
          <p:nvPr>
            <p:custDataLst>
              <p:tags r:id="rId34"/>
            </p:custDataLst>
          </p:nvPr>
        </p:nvSpPr>
        <p:spPr>
          <a:xfrm>
            <a:off x="8784681" y="2391317"/>
            <a:ext cx="228600" cy="254000"/>
          </a:xfrm>
          <a:prstGeom prst="star5">
            <a:avLst>
              <a:gd name="adj" fmla="val 25000"/>
              <a:gd name="hf" fmla="val 105146"/>
              <a:gd name="vf" fmla="val 110557"/>
            </a:avLst>
          </a:prstGeom>
          <a:solidFill>
            <a:srgbClr val="A5A5A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TLSHAPE_SLM_1698362d73e941149f7d04313bc24fd3_Shape">
            <a:extLst>
              <a:ext uri="{FF2B5EF4-FFF2-40B4-BE49-F238E27FC236}">
                <a16:creationId xmlns:a16="http://schemas.microsoft.com/office/drawing/2014/main" id="{59E1241B-F5D1-E50C-1591-F7B59408E549}"/>
              </a:ext>
            </a:extLst>
          </p:cNvPr>
          <p:cNvSpPr/>
          <p:nvPr>
            <p:custDataLst>
              <p:tags r:id="rId35"/>
            </p:custDataLst>
          </p:nvPr>
        </p:nvSpPr>
        <p:spPr>
          <a:xfrm>
            <a:off x="6156563" y="2708817"/>
            <a:ext cx="228600" cy="254000"/>
          </a:xfrm>
          <a:prstGeom prst="star5">
            <a:avLst>
              <a:gd name="adj" fmla="val 25000"/>
              <a:gd name="hf" fmla="val 105146"/>
              <a:gd name="vf" fmla="val 110557"/>
            </a:avLst>
          </a:prstGeom>
          <a:solidFill>
            <a:srgbClr val="5B9BD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TLSHAPE_SLM_b444e56212324213b1f53a41af3af103_Shape">
            <a:extLst>
              <a:ext uri="{FF2B5EF4-FFF2-40B4-BE49-F238E27FC236}">
                <a16:creationId xmlns:a16="http://schemas.microsoft.com/office/drawing/2014/main" id="{E9294CC3-F444-59C6-924E-A5E02A67C32A}"/>
              </a:ext>
            </a:extLst>
          </p:cNvPr>
          <p:cNvSpPr/>
          <p:nvPr>
            <p:custDataLst>
              <p:tags r:id="rId36"/>
            </p:custDataLst>
          </p:nvPr>
        </p:nvSpPr>
        <p:spPr>
          <a:xfrm>
            <a:off x="7459851" y="3026317"/>
            <a:ext cx="228600" cy="254000"/>
          </a:xfrm>
          <a:prstGeom prst="star5">
            <a:avLst>
              <a:gd name="adj" fmla="val 25000"/>
              <a:gd name="hf" fmla="val 105146"/>
              <a:gd name="vf" fmla="val 110557"/>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OTLSHAPE_SL2A_5a1e4072246a4b02ba3ddb06ceb96c97_Header" hidden="1">
            <a:extLst>
              <a:ext uri="{FF2B5EF4-FFF2-40B4-BE49-F238E27FC236}">
                <a16:creationId xmlns:a16="http://schemas.microsoft.com/office/drawing/2014/main" id="{AB7AA50C-503E-FA9F-2AE1-C11B234DDF90}"/>
              </a:ext>
            </a:extLst>
          </p:cNvPr>
          <p:cNvSpPr txBox="1"/>
          <p:nvPr>
            <p:custDataLst>
              <p:tags r:id="rId37"/>
            </p:custDataLst>
          </p:nvPr>
        </p:nvSpPr>
        <p:spPr>
          <a:xfrm>
            <a:off x="12700" y="-4557784"/>
            <a:ext cx="0" cy="0"/>
          </a:xfrm>
          <a:prstGeom prst="rect">
            <a:avLst/>
          </a:prstGeom>
          <a:noFill/>
        </p:spPr>
        <p:txBody>
          <a:bodyPr vert="horz" wrap="square" lIns="0" tIns="0" rIns="0" bIns="0" rtlCol="0" anchor="ctr" anchorCtr="0">
            <a:spAutoFit/>
          </a:bodyPr>
          <a:lstStyle/>
          <a:p>
            <a:endParaRPr lang="it-IT" sz="1200">
              <a:solidFill>
                <a:srgbClr val="000000"/>
              </a:solidFill>
              <a:latin typeface="Calibri" panose="020F0502020204030204" pitchFamily="34" charset="0"/>
            </a:endParaRPr>
          </a:p>
        </p:txBody>
      </p:sp>
      <p:sp>
        <p:nvSpPr>
          <p:cNvPr id="45" name="OTLSHAPE_SL2A_8668a44cc60942f19e673f9e9cbb4143_Header" hidden="1">
            <a:extLst>
              <a:ext uri="{FF2B5EF4-FFF2-40B4-BE49-F238E27FC236}">
                <a16:creationId xmlns:a16="http://schemas.microsoft.com/office/drawing/2014/main" id="{46794D4C-3886-1ADB-B53D-88C63ED61EE3}"/>
              </a:ext>
            </a:extLst>
          </p:cNvPr>
          <p:cNvSpPr txBox="1"/>
          <p:nvPr>
            <p:custDataLst>
              <p:tags r:id="rId38"/>
            </p:custDataLst>
          </p:nvPr>
        </p:nvSpPr>
        <p:spPr>
          <a:xfrm>
            <a:off x="12700" y="-2726493"/>
            <a:ext cx="0" cy="169277"/>
          </a:xfrm>
          <a:prstGeom prst="rect">
            <a:avLst/>
          </a:prstGeom>
          <a:noFill/>
        </p:spPr>
        <p:txBody>
          <a:bodyPr vert="horz" wrap="square" lIns="0" tIns="0" rIns="0" bIns="0" rtlCol="0" anchor="ctr" anchorCtr="0">
            <a:spAutoFit/>
          </a:bodyPr>
          <a:lstStyle/>
          <a:p>
            <a:endParaRPr lang="it-IT" sz="1100">
              <a:solidFill>
                <a:srgbClr val="000000"/>
              </a:solidFill>
              <a:latin typeface="Calibri" panose="020F0502020204030204" pitchFamily="34" charset="0"/>
            </a:endParaRPr>
          </a:p>
        </p:txBody>
      </p:sp>
      <p:sp>
        <p:nvSpPr>
          <p:cNvPr id="17" name="OTLSHAPE_SL_d0a0bb0d1fc041dcae3f3d5d731aa83b_Header">
            <a:extLst>
              <a:ext uri="{FF2B5EF4-FFF2-40B4-BE49-F238E27FC236}">
                <a16:creationId xmlns:a16="http://schemas.microsoft.com/office/drawing/2014/main" id="{CA37DD51-F57A-264A-EA58-FDBD3D74CBE4}"/>
              </a:ext>
            </a:extLst>
          </p:cNvPr>
          <p:cNvSpPr txBox="1"/>
          <p:nvPr>
            <p:custDataLst>
              <p:tags r:id="rId39"/>
            </p:custDataLst>
          </p:nvPr>
        </p:nvSpPr>
        <p:spPr>
          <a:xfrm>
            <a:off x="63500" y="2917161"/>
            <a:ext cx="1181100" cy="309626"/>
          </a:xfrm>
          <a:prstGeom prst="rect">
            <a:avLst/>
          </a:prstGeom>
          <a:noFill/>
        </p:spPr>
        <p:txBody>
          <a:bodyPr vert="horz" wrap="square" lIns="0" tIns="0" rIns="0" bIns="0" rtlCol="0" anchor="ctr" anchorCtr="0">
            <a:noAutofit/>
          </a:bodyPr>
          <a:lstStyle/>
          <a:p>
            <a:pPr algn="ctr"/>
            <a:r>
              <a:rPr lang="en-US" sz="1000">
                <a:solidFill>
                  <a:srgbClr val="3C3631"/>
                </a:solidFill>
                <a:latin typeface="Montserrat" pitchFamily="2" charset="0"/>
              </a:rPr>
              <a:t>Country REGISTERED</a:t>
            </a:r>
            <a:endParaRPr lang="it-IT" sz="1000">
              <a:solidFill>
                <a:srgbClr val="3C3631"/>
              </a:solidFill>
              <a:latin typeface="Montserrat" pitchFamily="2" charset="0"/>
            </a:endParaRPr>
          </a:p>
        </p:txBody>
      </p:sp>
      <p:sp>
        <p:nvSpPr>
          <p:cNvPr id="40" name="OTLSHAPE_SL_154f2af5a3f84e14ba04b0bdf13a017a_Header">
            <a:extLst>
              <a:ext uri="{FF2B5EF4-FFF2-40B4-BE49-F238E27FC236}">
                <a16:creationId xmlns:a16="http://schemas.microsoft.com/office/drawing/2014/main" id="{3FF5C1CF-B1D4-78D6-7177-17B0FED6B3B7}"/>
              </a:ext>
            </a:extLst>
          </p:cNvPr>
          <p:cNvSpPr txBox="1"/>
          <p:nvPr>
            <p:custDataLst>
              <p:tags r:id="rId40"/>
            </p:custDataLst>
          </p:nvPr>
        </p:nvSpPr>
        <p:spPr>
          <a:xfrm>
            <a:off x="63500" y="5257580"/>
            <a:ext cx="1181100" cy="309626"/>
          </a:xfrm>
          <a:prstGeom prst="rect">
            <a:avLst/>
          </a:prstGeom>
          <a:noFill/>
        </p:spPr>
        <p:txBody>
          <a:bodyPr vert="horz" wrap="square" lIns="0" tIns="0" rIns="0" bIns="0" rtlCol="0" anchor="ctr" anchorCtr="0">
            <a:noAutofit/>
          </a:bodyPr>
          <a:lstStyle/>
          <a:p>
            <a:pPr algn="ctr"/>
            <a:r>
              <a:rPr lang="it-IT" sz="1000">
                <a:solidFill>
                  <a:srgbClr val="3C3631"/>
                </a:solidFill>
                <a:latin typeface="Montserrat" pitchFamily="2" charset="0"/>
              </a:rPr>
              <a:t>Country NOT REGISTERED</a:t>
            </a:r>
          </a:p>
        </p:txBody>
      </p:sp>
      <p:sp>
        <p:nvSpPr>
          <p:cNvPr id="6" name="OTLSHAPE_TB_00000000000000000000000000000000_TodayMarkerShape" hidden="1">
            <a:extLst>
              <a:ext uri="{FF2B5EF4-FFF2-40B4-BE49-F238E27FC236}">
                <a16:creationId xmlns:a16="http://schemas.microsoft.com/office/drawing/2014/main" id="{B1687788-D4B6-61ED-17AE-401D9F6BD51E}"/>
              </a:ext>
            </a:extLst>
          </p:cNvPr>
          <p:cNvSpPr/>
          <p:nvPr>
            <p:custDataLst>
              <p:tags r:id="rId41"/>
            </p:custDataLst>
          </p:nvPr>
        </p:nvSpPr>
        <p:spPr>
          <a:xfrm>
            <a:off x="5912957" y="1337217"/>
            <a:ext cx="114300" cy="127000"/>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OTLSHAPE_TB_00000000000000000000000000000000_TodayMarkerText" hidden="1">
            <a:extLst>
              <a:ext uri="{FF2B5EF4-FFF2-40B4-BE49-F238E27FC236}">
                <a16:creationId xmlns:a16="http://schemas.microsoft.com/office/drawing/2014/main" id="{7E0AD29B-8B76-8CBC-9C15-E08B6A03C078}"/>
              </a:ext>
            </a:extLst>
          </p:cNvPr>
          <p:cNvSpPr txBox="1"/>
          <p:nvPr>
            <p:custDataLst>
              <p:tags r:id="rId42"/>
            </p:custDataLst>
          </p:nvPr>
        </p:nvSpPr>
        <p:spPr>
          <a:xfrm>
            <a:off x="-350668" y="-33467"/>
            <a:ext cx="0" cy="0"/>
          </a:xfrm>
          <a:prstGeom prst="rect">
            <a:avLst/>
          </a:prstGeom>
          <a:noFill/>
        </p:spPr>
        <p:txBody>
          <a:bodyPr vert="horz" wrap="none" lIns="0" tIns="0" rIns="0" bIns="0" rtlCol="0" anchor="ctr" anchorCtr="0">
            <a:spAutoFit/>
          </a:bodyPr>
          <a:lstStyle/>
          <a:p>
            <a:pPr algn="ctr"/>
            <a:r>
              <a:rPr lang="it-IT" sz="1200">
                <a:solidFill>
                  <a:srgbClr val="000000"/>
                </a:solidFill>
                <a:latin typeface="Calibri" panose="020F0502020204030204" pitchFamily="34" charset="0"/>
              </a:rPr>
              <a:t>Today</a:t>
            </a:r>
          </a:p>
        </p:txBody>
      </p:sp>
      <p:sp>
        <p:nvSpPr>
          <p:cNvPr id="25" name="OTLSHAPE_SLM_65669134d18a43e28959dc972ef27252_Date" hidden="1">
            <a:extLst>
              <a:ext uri="{FF2B5EF4-FFF2-40B4-BE49-F238E27FC236}">
                <a16:creationId xmlns:a16="http://schemas.microsoft.com/office/drawing/2014/main" id="{94A53F14-A556-2389-696B-61F07E79B827}"/>
              </a:ext>
            </a:extLst>
          </p:cNvPr>
          <p:cNvSpPr txBox="1"/>
          <p:nvPr>
            <p:custDataLst>
              <p:tags r:id="rId43"/>
            </p:custDataLst>
          </p:nvPr>
        </p:nvSpPr>
        <p:spPr>
          <a:xfrm>
            <a:off x="2255189" y="493295"/>
            <a:ext cx="0" cy="0"/>
          </a:xfrm>
          <a:prstGeom prst="rect">
            <a:avLst/>
          </a:prstGeom>
          <a:noFill/>
        </p:spPr>
        <p:txBody>
          <a:bodyPr vert="horz" wrap="square" lIns="0" tIns="0" rIns="0" bIns="0" rtlCol="0" anchor="ctr" anchorCtr="0">
            <a:spAutoFit/>
          </a:bodyPr>
          <a:lstStyle/>
          <a:p>
            <a:pPr algn="r"/>
            <a:r>
              <a:rPr lang="it-IT" sz="1000" spc="-8">
                <a:solidFill>
                  <a:srgbClr val="44546A"/>
                </a:solidFill>
                <a:latin typeface="Calibri" panose="020F0502020204030204" pitchFamily="34" charset="0"/>
              </a:rPr>
              <a:t>May 15</a:t>
            </a:r>
          </a:p>
        </p:txBody>
      </p:sp>
      <p:sp>
        <p:nvSpPr>
          <p:cNvPr id="58" name="OTLSHAPE_SLM_98decca76fcc4f6682f074b95b4fdabb_Date" hidden="1">
            <a:extLst>
              <a:ext uri="{FF2B5EF4-FFF2-40B4-BE49-F238E27FC236}">
                <a16:creationId xmlns:a16="http://schemas.microsoft.com/office/drawing/2014/main" id="{230DC713-098D-3886-7FD1-7790EF3B9872}"/>
              </a:ext>
            </a:extLst>
          </p:cNvPr>
          <p:cNvSpPr txBox="1"/>
          <p:nvPr>
            <p:custDataLst>
              <p:tags r:id="rId44"/>
            </p:custDataLst>
          </p:nvPr>
        </p:nvSpPr>
        <p:spPr>
          <a:xfrm>
            <a:off x="9581665" y="4291179"/>
            <a:ext cx="0" cy="0"/>
          </a:xfrm>
          <a:prstGeom prst="rect">
            <a:avLst/>
          </a:prstGeom>
          <a:noFill/>
        </p:spPr>
        <p:txBody>
          <a:bodyPr vert="horz" wrap="square" lIns="0" tIns="0" rIns="0" bIns="0" rtlCol="0" anchor="ctr" anchorCtr="0">
            <a:spAutoFit/>
          </a:bodyPr>
          <a:lstStyle/>
          <a:p>
            <a:pPr algn="r"/>
            <a:endParaRPr lang="it-IT" sz="1000" spc="-6">
              <a:solidFill>
                <a:srgbClr val="44546A"/>
              </a:solidFill>
              <a:latin typeface="Calibri" panose="020F0502020204030204" pitchFamily="34" charset="0"/>
            </a:endParaRPr>
          </a:p>
        </p:txBody>
      </p:sp>
      <p:sp>
        <p:nvSpPr>
          <p:cNvPr id="60" name="OTLSHAPE_SLM_98a8ea9ba44f4db9b94041b42ab4f9ba_Date" hidden="1">
            <a:extLst>
              <a:ext uri="{FF2B5EF4-FFF2-40B4-BE49-F238E27FC236}">
                <a16:creationId xmlns:a16="http://schemas.microsoft.com/office/drawing/2014/main" id="{056D88F0-2729-C8D3-80A5-51D96CB66A23}"/>
              </a:ext>
            </a:extLst>
          </p:cNvPr>
          <p:cNvSpPr txBox="1"/>
          <p:nvPr>
            <p:custDataLst>
              <p:tags r:id="rId45"/>
            </p:custDataLst>
          </p:nvPr>
        </p:nvSpPr>
        <p:spPr>
          <a:xfrm>
            <a:off x="4469064" y="2827758"/>
            <a:ext cx="0" cy="0"/>
          </a:xfrm>
          <a:prstGeom prst="rect">
            <a:avLst/>
          </a:prstGeom>
          <a:noFill/>
        </p:spPr>
        <p:txBody>
          <a:bodyPr vert="horz" wrap="square" lIns="0" tIns="0" rIns="0" bIns="0" rtlCol="0" anchor="ctr" anchorCtr="0">
            <a:spAutoFit/>
          </a:bodyPr>
          <a:lstStyle/>
          <a:p>
            <a:pPr algn="r"/>
            <a:endParaRPr lang="it-IT" sz="1000" spc="-8">
              <a:solidFill>
                <a:srgbClr val="44546A"/>
              </a:solidFill>
              <a:latin typeface="Calibri" panose="020F0502020204030204" pitchFamily="34" charset="0"/>
            </a:endParaRPr>
          </a:p>
        </p:txBody>
      </p:sp>
      <p:sp>
        <p:nvSpPr>
          <p:cNvPr id="61" name="OTLSHAPE_SLM_7129e30a8cb145febe4bcf9da6b78466_Date" hidden="1">
            <a:extLst>
              <a:ext uri="{FF2B5EF4-FFF2-40B4-BE49-F238E27FC236}">
                <a16:creationId xmlns:a16="http://schemas.microsoft.com/office/drawing/2014/main" id="{76AAD5B9-2038-2837-62AA-B0A939CE9EF7}"/>
              </a:ext>
            </a:extLst>
          </p:cNvPr>
          <p:cNvSpPr txBox="1"/>
          <p:nvPr>
            <p:custDataLst>
              <p:tags r:id="rId46"/>
            </p:custDataLst>
          </p:nvPr>
        </p:nvSpPr>
        <p:spPr>
          <a:xfrm>
            <a:off x="4469064" y="3315565"/>
            <a:ext cx="0" cy="0"/>
          </a:xfrm>
          <a:prstGeom prst="rect">
            <a:avLst/>
          </a:prstGeom>
          <a:noFill/>
        </p:spPr>
        <p:txBody>
          <a:bodyPr vert="horz" wrap="square" lIns="0" tIns="0" rIns="0" bIns="0" rtlCol="0" anchor="ctr" anchorCtr="0">
            <a:spAutoFit/>
          </a:bodyPr>
          <a:lstStyle/>
          <a:p>
            <a:pPr algn="r"/>
            <a:endParaRPr lang="it-IT" sz="1000" spc="-8">
              <a:solidFill>
                <a:srgbClr val="44546A"/>
              </a:solidFill>
              <a:latin typeface="Calibri" panose="020F0502020204030204" pitchFamily="34" charset="0"/>
            </a:endParaRPr>
          </a:p>
        </p:txBody>
      </p:sp>
      <p:sp>
        <p:nvSpPr>
          <p:cNvPr id="62" name="OTLSHAPE_SLM_6c81c589a48347e19809fc82097075d9_Date" hidden="1">
            <a:extLst>
              <a:ext uri="{FF2B5EF4-FFF2-40B4-BE49-F238E27FC236}">
                <a16:creationId xmlns:a16="http://schemas.microsoft.com/office/drawing/2014/main" id="{F5FF18D0-95A2-3165-C790-69A0582AB69D}"/>
              </a:ext>
            </a:extLst>
          </p:cNvPr>
          <p:cNvSpPr txBox="1"/>
          <p:nvPr>
            <p:custDataLst>
              <p:tags r:id="rId47"/>
            </p:custDataLst>
          </p:nvPr>
        </p:nvSpPr>
        <p:spPr>
          <a:xfrm>
            <a:off x="7147780" y="3803371"/>
            <a:ext cx="0" cy="0"/>
          </a:xfrm>
          <a:prstGeom prst="rect">
            <a:avLst/>
          </a:prstGeom>
          <a:noFill/>
        </p:spPr>
        <p:txBody>
          <a:bodyPr vert="horz" wrap="square" lIns="0" tIns="0" rIns="0" bIns="0" rtlCol="0" anchor="ctr" anchorCtr="0">
            <a:spAutoFit/>
          </a:bodyPr>
          <a:lstStyle/>
          <a:p>
            <a:pPr algn="r"/>
            <a:endParaRPr lang="it-IT" sz="1000" spc="-6">
              <a:solidFill>
                <a:srgbClr val="44546A"/>
              </a:solidFill>
              <a:latin typeface="Calibri" panose="020F0502020204030204" pitchFamily="34" charset="0"/>
            </a:endParaRPr>
          </a:p>
        </p:txBody>
      </p:sp>
      <p:sp>
        <p:nvSpPr>
          <p:cNvPr id="74" name="OTLSHAPE_SLM_b48ba570ef13417f86e42ad46c560e8c_Date" hidden="1">
            <a:extLst>
              <a:ext uri="{FF2B5EF4-FFF2-40B4-BE49-F238E27FC236}">
                <a16:creationId xmlns:a16="http://schemas.microsoft.com/office/drawing/2014/main" id="{8C1C75D4-FCF0-1648-7074-EA00E93BF904}"/>
              </a:ext>
            </a:extLst>
          </p:cNvPr>
          <p:cNvSpPr txBox="1"/>
          <p:nvPr>
            <p:custDataLst>
              <p:tags r:id="rId48"/>
            </p:custDataLst>
          </p:nvPr>
        </p:nvSpPr>
        <p:spPr>
          <a:xfrm>
            <a:off x="10023953" y="3162274"/>
            <a:ext cx="0" cy="0"/>
          </a:xfrm>
          <a:prstGeom prst="rect">
            <a:avLst/>
          </a:prstGeom>
          <a:noFill/>
        </p:spPr>
        <p:txBody>
          <a:bodyPr vert="horz" wrap="square" lIns="0" tIns="0" rIns="0" bIns="0" rtlCol="0" anchor="ctr" anchorCtr="0">
            <a:spAutoFit/>
          </a:bodyPr>
          <a:lstStyle/>
          <a:p>
            <a:pPr algn="r"/>
            <a:r>
              <a:rPr lang="it-IT" sz="1000" spc="-10">
                <a:solidFill>
                  <a:srgbClr val="44546A"/>
                </a:solidFill>
                <a:latin typeface="Calibri" panose="020F0502020204030204" pitchFamily="34" charset="0"/>
              </a:rPr>
              <a:t>May 19</a:t>
            </a:r>
          </a:p>
        </p:txBody>
      </p:sp>
      <p:sp>
        <p:nvSpPr>
          <p:cNvPr id="70" name="OTLSHAPE_SLM_a9279f86f29f48b09aafd6f3fa115f7a_Date" hidden="1">
            <a:extLst>
              <a:ext uri="{FF2B5EF4-FFF2-40B4-BE49-F238E27FC236}">
                <a16:creationId xmlns:a16="http://schemas.microsoft.com/office/drawing/2014/main" id="{7C4F120A-F3CE-70D9-99E3-B2EA14CC057A}"/>
              </a:ext>
            </a:extLst>
          </p:cNvPr>
          <p:cNvSpPr txBox="1"/>
          <p:nvPr>
            <p:custDataLst>
              <p:tags r:id="rId49"/>
            </p:custDataLst>
          </p:nvPr>
        </p:nvSpPr>
        <p:spPr>
          <a:xfrm>
            <a:off x="1629968" y="1861868"/>
            <a:ext cx="0" cy="0"/>
          </a:xfrm>
          <a:prstGeom prst="rect">
            <a:avLst/>
          </a:prstGeom>
          <a:noFill/>
        </p:spPr>
        <p:txBody>
          <a:bodyPr vert="horz" wrap="square" lIns="0" tIns="0" rIns="0" bIns="0" rtlCol="0" anchor="ctr" anchorCtr="0">
            <a:spAutoFit/>
          </a:bodyPr>
          <a:lstStyle/>
          <a:p>
            <a:pPr algn="r"/>
            <a:r>
              <a:rPr lang="it-IT" sz="1000" spc="-4">
                <a:solidFill>
                  <a:srgbClr val="44546A"/>
                </a:solidFill>
                <a:latin typeface="Calibri" panose="020F0502020204030204" pitchFamily="34" charset="0"/>
              </a:rPr>
              <a:t>Mar 14</a:t>
            </a:r>
          </a:p>
        </p:txBody>
      </p:sp>
      <p:sp>
        <p:nvSpPr>
          <p:cNvPr id="75" name="OTLSHAPE_SLM_b541b7af131b431d935fc0d4e8029e51_Date" hidden="1">
            <a:extLst>
              <a:ext uri="{FF2B5EF4-FFF2-40B4-BE49-F238E27FC236}">
                <a16:creationId xmlns:a16="http://schemas.microsoft.com/office/drawing/2014/main" id="{3C45D77F-094D-4233-1F83-92C85BDCAD6C}"/>
              </a:ext>
            </a:extLst>
          </p:cNvPr>
          <p:cNvSpPr txBox="1"/>
          <p:nvPr>
            <p:custDataLst>
              <p:tags r:id="rId50"/>
            </p:custDataLst>
          </p:nvPr>
        </p:nvSpPr>
        <p:spPr>
          <a:xfrm>
            <a:off x="3300595" y="2112148"/>
            <a:ext cx="0" cy="0"/>
          </a:xfrm>
          <a:prstGeom prst="rect">
            <a:avLst/>
          </a:prstGeom>
          <a:noFill/>
        </p:spPr>
        <p:txBody>
          <a:bodyPr vert="horz" wrap="square" lIns="0" tIns="0" rIns="0" bIns="0" rtlCol="0" anchor="ctr" anchorCtr="0">
            <a:spAutoFit/>
          </a:bodyPr>
          <a:lstStyle/>
          <a:p>
            <a:pPr algn="r"/>
            <a:r>
              <a:rPr lang="it-IT" sz="1000" spc="-6">
                <a:solidFill>
                  <a:srgbClr val="44546A"/>
                </a:solidFill>
                <a:latin typeface="Calibri" panose="020F0502020204030204" pitchFamily="34" charset="0"/>
              </a:rPr>
              <a:t>Aug 14</a:t>
            </a:r>
          </a:p>
        </p:txBody>
      </p:sp>
      <p:sp>
        <p:nvSpPr>
          <p:cNvPr id="78" name="OTLSHAPE_SLM_ebd2c7eaab7748f69e5fdcedc84cf3d6_Date" hidden="1">
            <a:extLst>
              <a:ext uri="{FF2B5EF4-FFF2-40B4-BE49-F238E27FC236}">
                <a16:creationId xmlns:a16="http://schemas.microsoft.com/office/drawing/2014/main" id="{CB3E3E11-8C94-8D91-5452-6906091F8012}"/>
              </a:ext>
            </a:extLst>
          </p:cNvPr>
          <p:cNvSpPr txBox="1"/>
          <p:nvPr>
            <p:custDataLst>
              <p:tags r:id="rId51"/>
            </p:custDataLst>
          </p:nvPr>
        </p:nvSpPr>
        <p:spPr>
          <a:xfrm>
            <a:off x="5272353" y="2517241"/>
            <a:ext cx="0" cy="0"/>
          </a:xfrm>
          <a:prstGeom prst="rect">
            <a:avLst/>
          </a:prstGeom>
          <a:noFill/>
        </p:spPr>
        <p:txBody>
          <a:bodyPr vert="horz" wrap="square" lIns="0" tIns="0" rIns="0" bIns="0" rtlCol="0" anchor="ctr" anchorCtr="0">
            <a:spAutoFit/>
          </a:bodyPr>
          <a:lstStyle/>
          <a:p>
            <a:pPr algn="r"/>
            <a:r>
              <a:rPr lang="it-IT" sz="1000" spc="-8">
                <a:solidFill>
                  <a:srgbClr val="44546A"/>
                </a:solidFill>
                <a:latin typeface="Calibri" panose="020F0502020204030204" pitchFamily="34" charset="0"/>
              </a:rPr>
              <a:t>May 30</a:t>
            </a:r>
          </a:p>
        </p:txBody>
      </p:sp>
      <p:sp>
        <p:nvSpPr>
          <p:cNvPr id="81" name="OTLSHAPE_SLM_7408216e719f4a45b7d4534fc7ebcd36_Date" hidden="1">
            <a:extLst>
              <a:ext uri="{FF2B5EF4-FFF2-40B4-BE49-F238E27FC236}">
                <a16:creationId xmlns:a16="http://schemas.microsoft.com/office/drawing/2014/main" id="{980C07D2-8741-55F8-A539-8698E2D28B40}"/>
              </a:ext>
            </a:extLst>
          </p:cNvPr>
          <p:cNvSpPr txBox="1"/>
          <p:nvPr>
            <p:custDataLst>
              <p:tags r:id="rId52"/>
            </p:custDataLst>
          </p:nvPr>
        </p:nvSpPr>
        <p:spPr>
          <a:xfrm>
            <a:off x="6213294" y="3219461"/>
            <a:ext cx="0" cy="0"/>
          </a:xfrm>
          <a:prstGeom prst="rect">
            <a:avLst/>
          </a:prstGeom>
          <a:noFill/>
        </p:spPr>
        <p:txBody>
          <a:bodyPr vert="horz" wrap="square" lIns="0" tIns="0" rIns="0" bIns="0" rtlCol="0" anchor="ctr" anchorCtr="0">
            <a:spAutoFit/>
          </a:bodyPr>
          <a:lstStyle/>
          <a:p>
            <a:pPr algn="r"/>
            <a:r>
              <a:rPr lang="it-IT" sz="1000" spc="-8">
                <a:solidFill>
                  <a:srgbClr val="44546A"/>
                </a:solidFill>
                <a:latin typeface="Calibri" panose="020F0502020204030204" pitchFamily="34" charset="0"/>
              </a:rPr>
              <a:t>Aug 14</a:t>
            </a:r>
          </a:p>
        </p:txBody>
      </p:sp>
      <p:sp>
        <p:nvSpPr>
          <p:cNvPr id="8" name="OTLSHAPE_TB_00000000000000000000000000000000_TimescaleInterval1">
            <a:extLst>
              <a:ext uri="{FF2B5EF4-FFF2-40B4-BE49-F238E27FC236}">
                <a16:creationId xmlns:a16="http://schemas.microsoft.com/office/drawing/2014/main" id="{9A9F9E86-3E70-2D6C-D6A7-6E9D31D4421A}"/>
              </a:ext>
            </a:extLst>
          </p:cNvPr>
          <p:cNvSpPr txBox="1"/>
          <p:nvPr>
            <p:custDataLst>
              <p:tags r:id="rId53"/>
            </p:custDataLst>
          </p:nvPr>
        </p:nvSpPr>
        <p:spPr>
          <a:xfrm>
            <a:off x="1420876"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Q1</a:t>
            </a:r>
          </a:p>
        </p:txBody>
      </p:sp>
      <p:sp>
        <p:nvSpPr>
          <p:cNvPr id="10" name="OTLSHAPE_TB_00000000000000000000000000000000_TimescaleInterval2">
            <a:extLst>
              <a:ext uri="{FF2B5EF4-FFF2-40B4-BE49-F238E27FC236}">
                <a16:creationId xmlns:a16="http://schemas.microsoft.com/office/drawing/2014/main" id="{655FE0F3-C15D-5C45-B419-EC5338635D67}"/>
              </a:ext>
            </a:extLst>
          </p:cNvPr>
          <p:cNvSpPr txBox="1"/>
          <p:nvPr>
            <p:custDataLst>
              <p:tags r:id="rId54"/>
            </p:custDataLst>
          </p:nvPr>
        </p:nvSpPr>
        <p:spPr>
          <a:xfrm>
            <a:off x="2390264"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Q2</a:t>
            </a:r>
          </a:p>
        </p:txBody>
      </p:sp>
      <p:sp>
        <p:nvSpPr>
          <p:cNvPr id="12" name="OTLSHAPE_TB_00000000000000000000000000000000_TimescaleInterval3">
            <a:extLst>
              <a:ext uri="{FF2B5EF4-FFF2-40B4-BE49-F238E27FC236}">
                <a16:creationId xmlns:a16="http://schemas.microsoft.com/office/drawing/2014/main" id="{710E8997-47E7-064C-DF89-B90E48CE802E}"/>
              </a:ext>
            </a:extLst>
          </p:cNvPr>
          <p:cNvSpPr txBox="1"/>
          <p:nvPr>
            <p:custDataLst>
              <p:tags r:id="rId55"/>
            </p:custDataLst>
          </p:nvPr>
        </p:nvSpPr>
        <p:spPr>
          <a:xfrm>
            <a:off x="3370423"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Q3</a:t>
            </a:r>
          </a:p>
        </p:txBody>
      </p:sp>
      <p:sp>
        <p:nvSpPr>
          <p:cNvPr id="14" name="OTLSHAPE_TB_00000000000000000000000000000000_TimescaleInterval4">
            <a:extLst>
              <a:ext uri="{FF2B5EF4-FFF2-40B4-BE49-F238E27FC236}">
                <a16:creationId xmlns:a16="http://schemas.microsoft.com/office/drawing/2014/main" id="{6CB8BAC1-B10B-0AC0-CF2D-8C482E3E0B67}"/>
              </a:ext>
            </a:extLst>
          </p:cNvPr>
          <p:cNvSpPr txBox="1"/>
          <p:nvPr>
            <p:custDataLst>
              <p:tags r:id="rId56"/>
            </p:custDataLst>
          </p:nvPr>
        </p:nvSpPr>
        <p:spPr>
          <a:xfrm>
            <a:off x="4361352"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Q4</a:t>
            </a:r>
          </a:p>
        </p:txBody>
      </p:sp>
      <p:sp>
        <p:nvSpPr>
          <p:cNvPr id="26" name="OTLSHAPE_SLM_65669134d18a43e28959dc972ef27252_Title">
            <a:extLst>
              <a:ext uri="{FF2B5EF4-FFF2-40B4-BE49-F238E27FC236}">
                <a16:creationId xmlns:a16="http://schemas.microsoft.com/office/drawing/2014/main" id="{1E386E32-0AC7-7335-F50B-1AFD0324DBDA}"/>
              </a:ext>
            </a:extLst>
          </p:cNvPr>
          <p:cNvSpPr txBox="1"/>
          <p:nvPr>
            <p:custDataLst>
              <p:tags r:id="rId57"/>
            </p:custDataLst>
          </p:nvPr>
        </p:nvSpPr>
        <p:spPr>
          <a:xfrm>
            <a:off x="2461184" y="1805911"/>
            <a:ext cx="190500" cy="154813"/>
          </a:xfrm>
          <a:prstGeom prst="rect">
            <a:avLst/>
          </a:prstGeom>
          <a:noFill/>
        </p:spPr>
        <p:txBody>
          <a:bodyPr vert="horz" wrap="square" lIns="0" tIns="0" rIns="0" bIns="0" rtlCol="0" anchor="ctr" anchorCtr="0">
            <a:spAutoFit/>
          </a:bodyPr>
          <a:lstStyle/>
          <a:p>
            <a:pPr algn="r"/>
            <a:r>
              <a:rPr lang="it-IT" sz="1000" spc="-30">
                <a:solidFill>
                  <a:srgbClr val="000000"/>
                </a:solidFill>
                <a:latin typeface="Montserrat" pitchFamily="2" charset="0"/>
              </a:rPr>
              <a:t>ITA</a:t>
            </a:r>
          </a:p>
        </p:txBody>
      </p:sp>
      <p:sp>
        <p:nvSpPr>
          <p:cNvPr id="50" name="OTLSHAPE_SLM_98a8ea9ba44f4db9b94041b42ab4f9ba_Title">
            <a:extLst>
              <a:ext uri="{FF2B5EF4-FFF2-40B4-BE49-F238E27FC236}">
                <a16:creationId xmlns:a16="http://schemas.microsoft.com/office/drawing/2014/main" id="{F505AD7E-3C4D-0698-F6F9-960FE262F33D}"/>
              </a:ext>
            </a:extLst>
          </p:cNvPr>
          <p:cNvSpPr txBox="1"/>
          <p:nvPr>
            <p:custDataLst>
              <p:tags r:id="rId58"/>
            </p:custDataLst>
          </p:nvPr>
        </p:nvSpPr>
        <p:spPr>
          <a:xfrm>
            <a:off x="4716665" y="3343817"/>
            <a:ext cx="190500" cy="154813"/>
          </a:xfrm>
          <a:prstGeom prst="rect">
            <a:avLst/>
          </a:prstGeom>
          <a:noFill/>
        </p:spPr>
        <p:txBody>
          <a:bodyPr vert="horz" wrap="square" lIns="0" tIns="0" rIns="0" bIns="0" rtlCol="0" anchor="ctr" anchorCtr="0">
            <a:spAutoFit/>
          </a:bodyPr>
          <a:lstStyle/>
          <a:p>
            <a:pPr algn="ctr"/>
            <a:r>
              <a:rPr lang="en-US" sz="1000" spc="-20">
                <a:solidFill>
                  <a:srgbClr val="000000"/>
                </a:solidFill>
                <a:latin typeface="Montserrat" pitchFamily="2" charset="0"/>
              </a:rPr>
              <a:t>US</a:t>
            </a:r>
            <a:endParaRPr lang="it-IT" sz="1000" spc="-20">
              <a:solidFill>
                <a:srgbClr val="000000"/>
              </a:solidFill>
              <a:latin typeface="Montserrat" pitchFamily="2" charset="0"/>
            </a:endParaRPr>
          </a:p>
        </p:txBody>
      </p:sp>
      <p:sp>
        <p:nvSpPr>
          <p:cNvPr id="53" name="OTLSHAPE_SLM_7129e30a8cb145febe4bcf9da6b78466_Title">
            <a:extLst>
              <a:ext uri="{FF2B5EF4-FFF2-40B4-BE49-F238E27FC236}">
                <a16:creationId xmlns:a16="http://schemas.microsoft.com/office/drawing/2014/main" id="{D6E29C02-BE08-7981-5D68-DF881534DC9A}"/>
              </a:ext>
            </a:extLst>
          </p:cNvPr>
          <p:cNvSpPr txBox="1"/>
          <p:nvPr>
            <p:custDataLst>
              <p:tags r:id="rId59"/>
            </p:custDataLst>
          </p:nvPr>
        </p:nvSpPr>
        <p:spPr>
          <a:xfrm>
            <a:off x="7748639" y="4806730"/>
            <a:ext cx="685800" cy="154813"/>
          </a:xfrm>
          <a:prstGeom prst="rect">
            <a:avLst/>
          </a:prstGeom>
          <a:noFill/>
        </p:spPr>
        <p:txBody>
          <a:bodyPr vert="horz" wrap="square" lIns="0" tIns="0" rIns="0" bIns="0" rtlCol="0" anchor="ctr" anchorCtr="0">
            <a:spAutoFit/>
          </a:bodyPr>
          <a:lstStyle/>
          <a:p>
            <a:r>
              <a:rPr lang="it-IT" sz="1000" spc="-6">
                <a:solidFill>
                  <a:srgbClr val="000000"/>
                </a:solidFill>
                <a:latin typeface="Montserrat" pitchFamily="2" charset="0"/>
              </a:rPr>
              <a:t>BRA (POR)</a:t>
            </a:r>
          </a:p>
        </p:txBody>
      </p:sp>
      <p:sp>
        <p:nvSpPr>
          <p:cNvPr id="56" name="OTLSHAPE_SLM_6c81c589a48347e19809fc82097075d9_Title">
            <a:extLst>
              <a:ext uri="{FF2B5EF4-FFF2-40B4-BE49-F238E27FC236}">
                <a16:creationId xmlns:a16="http://schemas.microsoft.com/office/drawing/2014/main" id="{67C28462-5031-4C06-3292-407F87C6F3D6}"/>
              </a:ext>
            </a:extLst>
          </p:cNvPr>
          <p:cNvSpPr txBox="1"/>
          <p:nvPr>
            <p:custDataLst>
              <p:tags r:id="rId60"/>
            </p:custDataLst>
          </p:nvPr>
        </p:nvSpPr>
        <p:spPr>
          <a:xfrm>
            <a:off x="8191700" y="4500723"/>
            <a:ext cx="215900" cy="154813"/>
          </a:xfrm>
          <a:prstGeom prst="rect">
            <a:avLst/>
          </a:prstGeom>
          <a:noFill/>
        </p:spPr>
        <p:txBody>
          <a:bodyPr vert="horz" wrap="square" lIns="0" tIns="0" rIns="0" bIns="0" rtlCol="0" anchor="ctr" anchorCtr="0">
            <a:spAutoFit/>
          </a:bodyPr>
          <a:lstStyle/>
          <a:p>
            <a:pPr algn="r"/>
            <a:r>
              <a:rPr lang="it-IT" sz="1000" spc="-16">
                <a:solidFill>
                  <a:srgbClr val="000000"/>
                </a:solidFill>
                <a:latin typeface="Montserrat" pitchFamily="2" charset="0"/>
              </a:rPr>
              <a:t>ISR</a:t>
            </a:r>
          </a:p>
        </p:txBody>
      </p:sp>
      <p:sp>
        <p:nvSpPr>
          <p:cNvPr id="59" name="OTLSHAPE_SLM_98decca76fcc4f6682f074b95b4fdabb_Title">
            <a:extLst>
              <a:ext uri="{FF2B5EF4-FFF2-40B4-BE49-F238E27FC236}">
                <a16:creationId xmlns:a16="http://schemas.microsoft.com/office/drawing/2014/main" id="{9719A2F7-8FD6-4328-6BAF-0F2B290CEAB5}"/>
              </a:ext>
            </a:extLst>
          </p:cNvPr>
          <p:cNvSpPr txBox="1"/>
          <p:nvPr>
            <p:custDataLst>
              <p:tags r:id="rId61"/>
            </p:custDataLst>
          </p:nvPr>
        </p:nvSpPr>
        <p:spPr>
          <a:xfrm>
            <a:off x="6817351" y="5455636"/>
            <a:ext cx="952500" cy="154813"/>
          </a:xfrm>
          <a:prstGeom prst="rect">
            <a:avLst/>
          </a:prstGeom>
          <a:noFill/>
        </p:spPr>
        <p:txBody>
          <a:bodyPr vert="horz" wrap="square" lIns="0" tIns="0" rIns="0" bIns="0" rtlCol="0" anchor="ctr" anchorCtr="0">
            <a:spAutoFit/>
          </a:bodyPr>
          <a:lstStyle/>
          <a:p>
            <a:pPr algn="r"/>
            <a:r>
              <a:rPr lang="it-IT" sz="1000" spc="-10">
                <a:solidFill>
                  <a:srgbClr val="000000"/>
                </a:solidFill>
                <a:latin typeface="Montserrat" pitchFamily="2" charset="0"/>
              </a:rPr>
              <a:t>BH - QAT - SAU</a:t>
            </a:r>
          </a:p>
        </p:txBody>
      </p:sp>
      <p:sp>
        <p:nvSpPr>
          <p:cNvPr id="28" name="OTLSHAPE_TB_00000000000000000000000000000000_TimescaleInterval5">
            <a:extLst>
              <a:ext uri="{FF2B5EF4-FFF2-40B4-BE49-F238E27FC236}">
                <a16:creationId xmlns:a16="http://schemas.microsoft.com/office/drawing/2014/main" id="{90068C57-057F-C946-6EDA-3A855F379668}"/>
              </a:ext>
            </a:extLst>
          </p:cNvPr>
          <p:cNvSpPr txBox="1"/>
          <p:nvPr>
            <p:custDataLst>
              <p:tags r:id="rId62"/>
            </p:custDataLst>
          </p:nvPr>
        </p:nvSpPr>
        <p:spPr>
          <a:xfrm>
            <a:off x="5352282"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Q1</a:t>
            </a:r>
          </a:p>
        </p:txBody>
      </p:sp>
      <p:sp>
        <p:nvSpPr>
          <p:cNvPr id="30" name="OTLSHAPE_TB_00000000000000000000000000000000_TimescaleInterval6">
            <a:extLst>
              <a:ext uri="{FF2B5EF4-FFF2-40B4-BE49-F238E27FC236}">
                <a16:creationId xmlns:a16="http://schemas.microsoft.com/office/drawing/2014/main" id="{DCECD9D4-783B-2090-BF68-ECAF1A795DF2}"/>
              </a:ext>
            </a:extLst>
          </p:cNvPr>
          <p:cNvSpPr txBox="1"/>
          <p:nvPr>
            <p:custDataLst>
              <p:tags r:id="rId63"/>
            </p:custDataLst>
          </p:nvPr>
        </p:nvSpPr>
        <p:spPr>
          <a:xfrm>
            <a:off x="6321670"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Q2</a:t>
            </a:r>
          </a:p>
        </p:txBody>
      </p:sp>
      <p:sp>
        <p:nvSpPr>
          <p:cNvPr id="34" name="OTLSHAPE_TB_00000000000000000000000000000000_TimescaleInterval7">
            <a:extLst>
              <a:ext uri="{FF2B5EF4-FFF2-40B4-BE49-F238E27FC236}">
                <a16:creationId xmlns:a16="http://schemas.microsoft.com/office/drawing/2014/main" id="{8CA65DFB-117C-6982-F12F-53FEE57E264F}"/>
              </a:ext>
            </a:extLst>
          </p:cNvPr>
          <p:cNvSpPr txBox="1"/>
          <p:nvPr>
            <p:custDataLst>
              <p:tags r:id="rId64"/>
            </p:custDataLst>
          </p:nvPr>
        </p:nvSpPr>
        <p:spPr>
          <a:xfrm>
            <a:off x="7301829"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Q3</a:t>
            </a:r>
          </a:p>
        </p:txBody>
      </p:sp>
      <p:sp>
        <p:nvSpPr>
          <p:cNvPr id="36" name="OTLSHAPE_TB_00000000000000000000000000000000_ScaleMarking1">
            <a:extLst>
              <a:ext uri="{FF2B5EF4-FFF2-40B4-BE49-F238E27FC236}">
                <a16:creationId xmlns:a16="http://schemas.microsoft.com/office/drawing/2014/main" id="{705D9327-559D-EA05-6F16-511F67315539}"/>
              </a:ext>
            </a:extLst>
          </p:cNvPr>
          <p:cNvSpPr txBox="1"/>
          <p:nvPr>
            <p:custDataLst>
              <p:tags r:id="rId65"/>
            </p:custDataLst>
          </p:nvPr>
        </p:nvSpPr>
        <p:spPr>
          <a:xfrm>
            <a:off x="1420876" y="677156"/>
            <a:ext cx="449610" cy="279061"/>
          </a:xfrm>
          <a:prstGeom prst="rect">
            <a:avLst/>
          </a:prstGeom>
          <a:noFill/>
        </p:spPr>
        <p:txBody>
          <a:bodyPr vert="horz" wrap="none" lIns="0" tIns="0" rIns="0" bIns="0" rtlCol="0" anchor="ctr" anchorCtr="0">
            <a:noAutofit/>
          </a:bodyPr>
          <a:lstStyle/>
          <a:p>
            <a:r>
              <a:rPr lang="it-IT" spc="-44">
                <a:solidFill>
                  <a:srgbClr val="44546A"/>
                </a:solidFill>
                <a:latin typeface="Calibri" panose="020F0502020204030204" pitchFamily="34" charset="0"/>
              </a:rPr>
              <a:t>2025</a:t>
            </a:r>
          </a:p>
        </p:txBody>
      </p:sp>
      <p:sp>
        <p:nvSpPr>
          <p:cNvPr id="37" name="OTLSHAPE_TB_00000000000000000000000000000000_ScaleMarking2">
            <a:extLst>
              <a:ext uri="{FF2B5EF4-FFF2-40B4-BE49-F238E27FC236}">
                <a16:creationId xmlns:a16="http://schemas.microsoft.com/office/drawing/2014/main" id="{DC48974C-48CE-6928-08BE-7DC6AC5F4ED7}"/>
              </a:ext>
            </a:extLst>
          </p:cNvPr>
          <p:cNvSpPr txBox="1"/>
          <p:nvPr>
            <p:custDataLst>
              <p:tags r:id="rId66"/>
            </p:custDataLst>
          </p:nvPr>
        </p:nvSpPr>
        <p:spPr>
          <a:xfrm>
            <a:off x="5418431" y="677156"/>
            <a:ext cx="449610" cy="279061"/>
          </a:xfrm>
          <a:prstGeom prst="rect">
            <a:avLst/>
          </a:prstGeom>
          <a:noFill/>
        </p:spPr>
        <p:txBody>
          <a:bodyPr vert="horz" wrap="none" lIns="0" tIns="0" rIns="0" bIns="0" rtlCol="0" anchor="ctr" anchorCtr="0">
            <a:noAutofit/>
          </a:bodyPr>
          <a:lstStyle/>
          <a:p>
            <a:r>
              <a:rPr lang="it-IT" spc="-44">
                <a:solidFill>
                  <a:srgbClr val="44546A"/>
                </a:solidFill>
                <a:latin typeface="Calibri" panose="020F0502020204030204" pitchFamily="34" charset="0"/>
              </a:rPr>
              <a:t>2026</a:t>
            </a:r>
          </a:p>
        </p:txBody>
      </p:sp>
      <p:sp>
        <p:nvSpPr>
          <p:cNvPr id="64" name="OTLSHAPE_TB_00000000000000000000000000000000_TimescaleInterval8">
            <a:extLst>
              <a:ext uri="{FF2B5EF4-FFF2-40B4-BE49-F238E27FC236}">
                <a16:creationId xmlns:a16="http://schemas.microsoft.com/office/drawing/2014/main" id="{EA7A23B7-9D4E-C154-2802-886BC56D017D}"/>
              </a:ext>
            </a:extLst>
          </p:cNvPr>
          <p:cNvSpPr txBox="1"/>
          <p:nvPr>
            <p:custDataLst>
              <p:tags r:id="rId67"/>
            </p:custDataLst>
          </p:nvPr>
        </p:nvSpPr>
        <p:spPr>
          <a:xfrm>
            <a:off x="8292758"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Q4</a:t>
            </a:r>
          </a:p>
        </p:txBody>
      </p:sp>
      <p:sp>
        <p:nvSpPr>
          <p:cNvPr id="65" name="OTLSHAPE_TB_00000000000000000000000000000000_ScaleMarking3">
            <a:extLst>
              <a:ext uri="{FF2B5EF4-FFF2-40B4-BE49-F238E27FC236}">
                <a16:creationId xmlns:a16="http://schemas.microsoft.com/office/drawing/2014/main" id="{F7FC2C84-DE4E-75D1-A2B6-153E0668FF72}"/>
              </a:ext>
            </a:extLst>
          </p:cNvPr>
          <p:cNvSpPr txBox="1"/>
          <p:nvPr>
            <p:custDataLst>
              <p:tags r:id="rId68"/>
            </p:custDataLst>
          </p:nvPr>
        </p:nvSpPr>
        <p:spPr>
          <a:xfrm>
            <a:off x="9415986" y="677156"/>
            <a:ext cx="449610" cy="279061"/>
          </a:xfrm>
          <a:prstGeom prst="rect">
            <a:avLst/>
          </a:prstGeom>
          <a:noFill/>
        </p:spPr>
        <p:txBody>
          <a:bodyPr vert="horz" wrap="none" lIns="0" tIns="0" rIns="0" bIns="0" rtlCol="0" anchor="ctr" anchorCtr="0">
            <a:noAutofit/>
          </a:bodyPr>
          <a:lstStyle/>
          <a:p>
            <a:r>
              <a:rPr lang="it-IT" spc="-44">
                <a:solidFill>
                  <a:srgbClr val="44546A"/>
                </a:solidFill>
                <a:latin typeface="Calibri" panose="020F0502020204030204" pitchFamily="34" charset="0"/>
              </a:rPr>
              <a:t>2027</a:t>
            </a:r>
          </a:p>
        </p:txBody>
      </p:sp>
      <p:sp>
        <p:nvSpPr>
          <p:cNvPr id="69" name="OTLSHAPE_SLM_b48ba570ef13417f86e42ad46c560e8c_Title">
            <a:extLst>
              <a:ext uri="{FF2B5EF4-FFF2-40B4-BE49-F238E27FC236}">
                <a16:creationId xmlns:a16="http://schemas.microsoft.com/office/drawing/2014/main" id="{85AFE104-0080-F01A-59F8-BD0B3BE723C8}"/>
              </a:ext>
            </a:extLst>
          </p:cNvPr>
          <p:cNvSpPr txBox="1"/>
          <p:nvPr>
            <p:custDataLst>
              <p:tags r:id="rId69"/>
            </p:custDataLst>
          </p:nvPr>
        </p:nvSpPr>
        <p:spPr>
          <a:xfrm>
            <a:off x="10279959" y="5685443"/>
            <a:ext cx="901700" cy="154813"/>
          </a:xfrm>
          <a:prstGeom prst="rect">
            <a:avLst/>
          </a:prstGeom>
          <a:noFill/>
        </p:spPr>
        <p:txBody>
          <a:bodyPr vert="horz" wrap="square" lIns="0" tIns="0" rIns="0" bIns="0" rtlCol="0" anchor="ctr" anchorCtr="0">
            <a:spAutoFit/>
          </a:bodyPr>
          <a:lstStyle/>
          <a:p>
            <a:pPr algn="ctr"/>
            <a:r>
              <a:rPr lang="it-IT" sz="1000" spc="-8">
                <a:solidFill>
                  <a:srgbClr val="000000"/>
                </a:solidFill>
                <a:latin typeface="Montserrat" pitchFamily="2" charset="0"/>
              </a:rPr>
              <a:t>CAN (EN-FRA)</a:t>
            </a:r>
          </a:p>
        </p:txBody>
      </p:sp>
      <p:sp>
        <p:nvSpPr>
          <p:cNvPr id="48" name="OTLSHAPE_TB_00000000000000000000000000000000_TimescaleInterval9">
            <a:extLst>
              <a:ext uri="{FF2B5EF4-FFF2-40B4-BE49-F238E27FC236}">
                <a16:creationId xmlns:a16="http://schemas.microsoft.com/office/drawing/2014/main" id="{2CBADD6E-8543-FD18-D01A-AC719DDB152A}"/>
              </a:ext>
            </a:extLst>
          </p:cNvPr>
          <p:cNvSpPr txBox="1"/>
          <p:nvPr>
            <p:custDataLst>
              <p:tags r:id="rId70"/>
            </p:custDataLst>
          </p:nvPr>
        </p:nvSpPr>
        <p:spPr>
          <a:xfrm>
            <a:off x="9283688"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Q1</a:t>
            </a:r>
          </a:p>
        </p:txBody>
      </p:sp>
      <p:sp>
        <p:nvSpPr>
          <p:cNvPr id="52" name="OTLSHAPE_TB_00000000000000000000000000000000_TimescaleInterval10">
            <a:extLst>
              <a:ext uri="{FF2B5EF4-FFF2-40B4-BE49-F238E27FC236}">
                <a16:creationId xmlns:a16="http://schemas.microsoft.com/office/drawing/2014/main" id="{EF34C7BC-C9D1-D58D-8DED-6AF84D63F39F}"/>
              </a:ext>
            </a:extLst>
          </p:cNvPr>
          <p:cNvSpPr txBox="1"/>
          <p:nvPr>
            <p:custDataLst>
              <p:tags r:id="rId71"/>
            </p:custDataLst>
          </p:nvPr>
        </p:nvSpPr>
        <p:spPr>
          <a:xfrm>
            <a:off x="10253076" y="1007186"/>
            <a:ext cx="261738" cy="279061"/>
          </a:xfrm>
          <a:prstGeom prst="rect">
            <a:avLst/>
          </a:prstGeom>
          <a:noFill/>
        </p:spPr>
        <p:txBody>
          <a:bodyPr vert="horz" wrap="none" lIns="0" tIns="0" rIns="0" bIns="0" rtlCol="0" anchor="ctr" anchorCtr="0">
            <a:noAutofit/>
          </a:bodyPr>
          <a:lstStyle/>
          <a:p>
            <a:r>
              <a:rPr lang="it-IT" spc="-52">
                <a:solidFill>
                  <a:schemeClr val="lt1"/>
                </a:solidFill>
                <a:latin typeface="Calibri" panose="020F0502020204030204" pitchFamily="34" charset="0"/>
              </a:rPr>
              <a:t>Q2</a:t>
            </a:r>
          </a:p>
        </p:txBody>
      </p:sp>
      <p:sp>
        <p:nvSpPr>
          <p:cNvPr id="71" name="OTLSHAPE_SLM_a9279f86f29f48b09aafd6f3fa115f7a_Title">
            <a:extLst>
              <a:ext uri="{FF2B5EF4-FFF2-40B4-BE49-F238E27FC236}">
                <a16:creationId xmlns:a16="http://schemas.microsoft.com/office/drawing/2014/main" id="{4CBF84CE-96F0-9584-8982-0246BC509A61}"/>
              </a:ext>
            </a:extLst>
          </p:cNvPr>
          <p:cNvSpPr txBox="1"/>
          <p:nvPr>
            <p:custDataLst>
              <p:tags r:id="rId72"/>
            </p:custDataLst>
          </p:nvPr>
        </p:nvSpPr>
        <p:spPr>
          <a:xfrm>
            <a:off x="1736996" y="1488411"/>
            <a:ext cx="266700" cy="154813"/>
          </a:xfrm>
          <a:prstGeom prst="rect">
            <a:avLst/>
          </a:prstGeom>
          <a:noFill/>
        </p:spPr>
        <p:txBody>
          <a:bodyPr vert="horz" wrap="square" lIns="0" tIns="0" rIns="0" bIns="0" rtlCol="0" anchor="ctr" anchorCtr="0">
            <a:spAutoFit/>
          </a:bodyPr>
          <a:lstStyle/>
          <a:p>
            <a:pPr algn="r"/>
            <a:r>
              <a:rPr lang="it-IT" sz="1000" spc="-16">
                <a:solidFill>
                  <a:srgbClr val="000000"/>
                </a:solidFill>
                <a:latin typeface="Montserrat" pitchFamily="2" charset="0"/>
              </a:rPr>
              <a:t>ESP</a:t>
            </a:r>
          </a:p>
        </p:txBody>
      </p:sp>
      <p:sp>
        <p:nvSpPr>
          <p:cNvPr id="76" name="OTLSHAPE_SLM_b541b7af131b431d935fc0d4e8029e51_Title">
            <a:extLst>
              <a:ext uri="{FF2B5EF4-FFF2-40B4-BE49-F238E27FC236}">
                <a16:creationId xmlns:a16="http://schemas.microsoft.com/office/drawing/2014/main" id="{2D4C5CEA-74F0-97A7-BA64-DB68781B09AE}"/>
              </a:ext>
            </a:extLst>
          </p:cNvPr>
          <p:cNvSpPr txBox="1"/>
          <p:nvPr>
            <p:custDataLst>
              <p:tags r:id="rId73"/>
            </p:custDataLst>
          </p:nvPr>
        </p:nvSpPr>
        <p:spPr>
          <a:xfrm>
            <a:off x="3375938" y="2123411"/>
            <a:ext cx="266700" cy="154813"/>
          </a:xfrm>
          <a:prstGeom prst="rect">
            <a:avLst/>
          </a:prstGeom>
          <a:noFill/>
        </p:spPr>
        <p:txBody>
          <a:bodyPr vert="horz" wrap="square" lIns="0" tIns="0" rIns="0" bIns="0" rtlCol="0" anchor="ctr" anchorCtr="0">
            <a:spAutoFit/>
          </a:bodyPr>
          <a:lstStyle/>
          <a:p>
            <a:pPr algn="r"/>
            <a:r>
              <a:rPr lang="it-IT" sz="1000" spc="-18">
                <a:solidFill>
                  <a:srgbClr val="000000"/>
                </a:solidFill>
                <a:latin typeface="Montserrat" pitchFamily="2" charset="0"/>
              </a:rPr>
              <a:t>FRA</a:t>
            </a:r>
          </a:p>
        </p:txBody>
      </p:sp>
      <p:sp>
        <p:nvSpPr>
          <p:cNvPr id="79" name="OTLSHAPE_SLM_ebd2c7eaab7748f69e5fdcedc84cf3d6_Title">
            <a:extLst>
              <a:ext uri="{FF2B5EF4-FFF2-40B4-BE49-F238E27FC236}">
                <a16:creationId xmlns:a16="http://schemas.microsoft.com/office/drawing/2014/main" id="{53F2D4E2-EA31-073D-6032-23C006E0EBF4}"/>
              </a:ext>
            </a:extLst>
          </p:cNvPr>
          <p:cNvSpPr txBox="1"/>
          <p:nvPr>
            <p:custDataLst>
              <p:tags r:id="rId74"/>
            </p:custDataLst>
          </p:nvPr>
        </p:nvSpPr>
        <p:spPr>
          <a:xfrm>
            <a:off x="6462461" y="3866185"/>
            <a:ext cx="292100" cy="153888"/>
          </a:xfrm>
          <a:prstGeom prst="rect">
            <a:avLst/>
          </a:prstGeom>
          <a:noFill/>
        </p:spPr>
        <p:txBody>
          <a:bodyPr vert="horz" wrap="square" lIns="0" tIns="0" rIns="0" bIns="0" rtlCol="0" anchor="ctr" anchorCtr="0">
            <a:spAutoFit/>
          </a:bodyPr>
          <a:lstStyle/>
          <a:p>
            <a:pPr algn="r"/>
            <a:r>
              <a:rPr lang="it-IT" sz="1000" spc="-16" dirty="0">
                <a:solidFill>
                  <a:srgbClr val="000000"/>
                </a:solidFill>
                <a:latin typeface="Montserrat" pitchFamily="2" charset="0"/>
              </a:rPr>
              <a:t>CZ</a:t>
            </a:r>
          </a:p>
        </p:txBody>
      </p:sp>
      <p:sp>
        <p:nvSpPr>
          <p:cNvPr id="82" name="OTLSHAPE_SLM_7408216e719f4a45b7d4534fc7ebcd36_Title">
            <a:extLst>
              <a:ext uri="{FF2B5EF4-FFF2-40B4-BE49-F238E27FC236}">
                <a16:creationId xmlns:a16="http://schemas.microsoft.com/office/drawing/2014/main" id="{BAE67F56-30E7-5099-39B0-D06E998EF5EF}"/>
              </a:ext>
            </a:extLst>
          </p:cNvPr>
          <p:cNvSpPr txBox="1"/>
          <p:nvPr>
            <p:custDataLst>
              <p:tags r:id="rId75"/>
            </p:custDataLst>
          </p:nvPr>
        </p:nvSpPr>
        <p:spPr>
          <a:xfrm>
            <a:off x="7295660" y="4183223"/>
            <a:ext cx="279400" cy="154813"/>
          </a:xfrm>
          <a:prstGeom prst="rect">
            <a:avLst/>
          </a:prstGeom>
          <a:noFill/>
        </p:spPr>
        <p:txBody>
          <a:bodyPr vert="horz" wrap="square" lIns="0" tIns="0" rIns="0" bIns="0" rtlCol="0" anchor="ctr" anchorCtr="0">
            <a:spAutoFit/>
          </a:bodyPr>
          <a:lstStyle/>
          <a:p>
            <a:pPr algn="r"/>
            <a:r>
              <a:rPr lang="it-IT" sz="1000" spc="-20">
                <a:solidFill>
                  <a:srgbClr val="000000"/>
                </a:solidFill>
                <a:latin typeface="Montserrat" pitchFamily="2" charset="0"/>
              </a:rPr>
              <a:t>GER</a:t>
            </a:r>
          </a:p>
        </p:txBody>
      </p:sp>
      <p:sp>
        <p:nvSpPr>
          <p:cNvPr id="93" name="OTLSHAPE_SLM_ad858e4d8eca4006852f5986a4f72d94_Date" hidden="1">
            <a:extLst>
              <a:ext uri="{FF2B5EF4-FFF2-40B4-BE49-F238E27FC236}">
                <a16:creationId xmlns:a16="http://schemas.microsoft.com/office/drawing/2014/main" id="{91D22D10-380F-83B6-FE52-BD19EFAE72A6}"/>
              </a:ext>
            </a:extLst>
          </p:cNvPr>
          <p:cNvSpPr txBox="1"/>
          <p:nvPr>
            <p:custDataLst>
              <p:tags r:id="rId76"/>
            </p:custDataLst>
          </p:nvPr>
        </p:nvSpPr>
        <p:spPr>
          <a:xfrm>
            <a:off x="6616995" y="3530391"/>
            <a:ext cx="0" cy="0"/>
          </a:xfrm>
          <a:prstGeom prst="rect">
            <a:avLst/>
          </a:prstGeom>
          <a:noFill/>
        </p:spPr>
        <p:txBody>
          <a:bodyPr vert="horz" wrap="square" lIns="0" tIns="0" rIns="0" bIns="0" rtlCol="0" anchor="ctr" anchorCtr="0">
            <a:spAutoFit/>
          </a:bodyPr>
          <a:lstStyle/>
          <a:p>
            <a:pPr algn="r"/>
            <a:r>
              <a:rPr lang="en-US" sz="1000" spc="-6">
                <a:solidFill>
                  <a:srgbClr val="44546A"/>
                </a:solidFill>
                <a:latin typeface="Calibri" panose="020F0502020204030204" pitchFamily="34" charset="0"/>
              </a:rPr>
              <a:t>Dec 31</a:t>
            </a:r>
            <a:endParaRPr lang="en-US" sz="1000" spc="-6" dirty="0">
              <a:solidFill>
                <a:srgbClr val="44546A"/>
              </a:solidFill>
              <a:latin typeface="Calibri" panose="020F0502020204030204" pitchFamily="34" charset="0"/>
            </a:endParaRPr>
          </a:p>
        </p:txBody>
      </p:sp>
      <p:sp>
        <p:nvSpPr>
          <p:cNvPr id="94" name="OTLSHAPE_SLM_ad858e4d8eca4006852f5986a4f72d94_Title">
            <a:extLst>
              <a:ext uri="{FF2B5EF4-FFF2-40B4-BE49-F238E27FC236}">
                <a16:creationId xmlns:a16="http://schemas.microsoft.com/office/drawing/2014/main" id="{1E25B9EF-17DF-9718-5B08-800C78F7C1D0}"/>
              </a:ext>
            </a:extLst>
          </p:cNvPr>
          <p:cNvSpPr txBox="1"/>
          <p:nvPr>
            <p:custDataLst>
              <p:tags r:id="rId77"/>
            </p:custDataLst>
          </p:nvPr>
        </p:nvSpPr>
        <p:spPr>
          <a:xfrm>
            <a:off x="5441174" y="5206590"/>
            <a:ext cx="635000" cy="170307"/>
          </a:xfrm>
          <a:prstGeom prst="rect">
            <a:avLst/>
          </a:prstGeom>
          <a:noFill/>
        </p:spPr>
        <p:txBody>
          <a:bodyPr vert="horz" wrap="square" lIns="0" tIns="0" rIns="0" bIns="0" rtlCol="0" anchor="ctr" anchorCtr="0">
            <a:spAutoFit/>
          </a:bodyPr>
          <a:lstStyle/>
          <a:p>
            <a:r>
              <a:rPr lang="en-US" sz="1100" spc="-14" dirty="0">
                <a:solidFill>
                  <a:srgbClr val="000000"/>
                </a:solidFill>
                <a:latin typeface="Montserrat" pitchFamily="2" charset="0"/>
              </a:rPr>
              <a:t>UK - AUS</a:t>
            </a:r>
          </a:p>
        </p:txBody>
      </p:sp>
      <p:sp>
        <p:nvSpPr>
          <p:cNvPr id="85" name="OTLSHAPE_SLM_868ae7d7edab437486f2636b7b5da0d0_Title">
            <a:extLst>
              <a:ext uri="{FF2B5EF4-FFF2-40B4-BE49-F238E27FC236}">
                <a16:creationId xmlns:a16="http://schemas.microsoft.com/office/drawing/2014/main" id="{C3939591-4161-3FC8-CC73-01C82A5E6206}"/>
              </a:ext>
            </a:extLst>
          </p:cNvPr>
          <p:cNvSpPr txBox="1"/>
          <p:nvPr>
            <p:custDataLst>
              <p:tags r:id="rId78"/>
            </p:custDataLst>
          </p:nvPr>
        </p:nvSpPr>
        <p:spPr>
          <a:xfrm>
            <a:off x="8547826" y="2440911"/>
            <a:ext cx="190500" cy="154813"/>
          </a:xfrm>
          <a:prstGeom prst="rect">
            <a:avLst/>
          </a:prstGeom>
          <a:noFill/>
        </p:spPr>
        <p:txBody>
          <a:bodyPr vert="horz" wrap="square" lIns="0" tIns="0" rIns="0" bIns="0" rtlCol="0" anchor="ctr" anchorCtr="0">
            <a:spAutoFit/>
          </a:bodyPr>
          <a:lstStyle/>
          <a:p>
            <a:pPr algn="r"/>
            <a:r>
              <a:rPr lang="en-US" sz="1000" spc="-16">
                <a:solidFill>
                  <a:srgbClr val="000000"/>
                </a:solidFill>
                <a:latin typeface="Montserrat" pitchFamily="2" charset="0"/>
              </a:rPr>
              <a:t>LIT</a:t>
            </a:r>
          </a:p>
        </p:txBody>
      </p:sp>
      <p:sp>
        <p:nvSpPr>
          <p:cNvPr id="87" name="OTLSHAPE_SLM_868ae7d7edab437486f2636b7b5da0d0_Date" hidden="1">
            <a:extLst>
              <a:ext uri="{FF2B5EF4-FFF2-40B4-BE49-F238E27FC236}">
                <a16:creationId xmlns:a16="http://schemas.microsoft.com/office/drawing/2014/main" id="{50C6B6CF-CB1A-28EC-403D-80C130677F2B}"/>
              </a:ext>
            </a:extLst>
          </p:cNvPr>
          <p:cNvSpPr txBox="1"/>
          <p:nvPr>
            <p:custDataLst>
              <p:tags r:id="rId79"/>
            </p:custDataLst>
          </p:nvPr>
        </p:nvSpPr>
        <p:spPr>
          <a:xfrm>
            <a:off x="12700" y="-926017"/>
            <a:ext cx="0" cy="0"/>
          </a:xfrm>
          <a:prstGeom prst="rect">
            <a:avLst/>
          </a:prstGeom>
          <a:noFill/>
        </p:spPr>
        <p:txBody>
          <a:bodyPr vert="horz" wrap="square" lIns="0" tIns="0" rIns="0" bIns="0" rtlCol="0" anchor="ctr" anchorCtr="0">
            <a:spAutoFit/>
          </a:bodyPr>
          <a:lstStyle/>
          <a:p>
            <a:pPr algn="r"/>
            <a:r>
              <a:rPr lang="en-US" sz="1000">
                <a:solidFill>
                  <a:srgbClr val="44546A"/>
                </a:solidFill>
                <a:latin typeface="Calibri" panose="020F0502020204030204" pitchFamily="34" charset="0"/>
              </a:rPr>
              <a:t>Nov 30</a:t>
            </a:r>
          </a:p>
        </p:txBody>
      </p:sp>
      <p:sp>
        <p:nvSpPr>
          <p:cNvPr id="95" name="OTLSHAPE_SLM_1698362d73e941149f7d04313bc24fd3_Title">
            <a:extLst>
              <a:ext uri="{FF2B5EF4-FFF2-40B4-BE49-F238E27FC236}">
                <a16:creationId xmlns:a16="http://schemas.microsoft.com/office/drawing/2014/main" id="{3AC96295-6843-CE59-F922-ACAC924EFE11}"/>
              </a:ext>
            </a:extLst>
          </p:cNvPr>
          <p:cNvSpPr txBox="1"/>
          <p:nvPr>
            <p:custDataLst>
              <p:tags r:id="rId80"/>
            </p:custDataLst>
          </p:nvPr>
        </p:nvSpPr>
        <p:spPr>
          <a:xfrm>
            <a:off x="5786103" y="2758411"/>
            <a:ext cx="330200" cy="154813"/>
          </a:xfrm>
          <a:prstGeom prst="rect">
            <a:avLst/>
          </a:prstGeom>
          <a:noFill/>
        </p:spPr>
        <p:txBody>
          <a:bodyPr vert="horz" wrap="square" lIns="0" tIns="0" rIns="0" bIns="0" rtlCol="0" anchor="ctr" anchorCtr="0">
            <a:spAutoFit/>
          </a:bodyPr>
          <a:lstStyle/>
          <a:p>
            <a:pPr algn="r"/>
            <a:r>
              <a:rPr lang="en-US" sz="1000" spc="-16">
                <a:solidFill>
                  <a:srgbClr val="000000"/>
                </a:solidFill>
                <a:latin typeface="Montserrat" pitchFamily="2" charset="0"/>
              </a:rPr>
              <a:t>ROM</a:t>
            </a:r>
          </a:p>
        </p:txBody>
      </p:sp>
      <p:sp>
        <p:nvSpPr>
          <p:cNvPr id="97" name="OTLSHAPE_SLM_1698362d73e941149f7d04313bc24fd3_Date" hidden="1">
            <a:extLst>
              <a:ext uri="{FF2B5EF4-FFF2-40B4-BE49-F238E27FC236}">
                <a16:creationId xmlns:a16="http://schemas.microsoft.com/office/drawing/2014/main" id="{7CB8E734-288E-83B7-DD21-A3DBABF84017}"/>
              </a:ext>
            </a:extLst>
          </p:cNvPr>
          <p:cNvSpPr txBox="1"/>
          <p:nvPr>
            <p:custDataLst>
              <p:tags r:id="rId81"/>
            </p:custDataLst>
          </p:nvPr>
        </p:nvSpPr>
        <p:spPr>
          <a:xfrm>
            <a:off x="12700" y="-1002961"/>
            <a:ext cx="0" cy="0"/>
          </a:xfrm>
          <a:prstGeom prst="rect">
            <a:avLst/>
          </a:prstGeom>
          <a:noFill/>
        </p:spPr>
        <p:txBody>
          <a:bodyPr vert="horz" wrap="square" lIns="0" tIns="0" rIns="0" bIns="0" rtlCol="0" anchor="ctr" anchorCtr="0">
            <a:spAutoFit/>
          </a:bodyPr>
          <a:lstStyle/>
          <a:p>
            <a:pPr algn="r"/>
            <a:r>
              <a:rPr lang="en-US" sz="1000">
                <a:solidFill>
                  <a:srgbClr val="44546A"/>
                </a:solidFill>
                <a:latin typeface="Calibri" panose="020F0502020204030204" pitchFamily="34" charset="0"/>
              </a:rPr>
              <a:t>Mar 31</a:t>
            </a:r>
          </a:p>
        </p:txBody>
      </p:sp>
      <p:sp>
        <p:nvSpPr>
          <p:cNvPr id="84" name="OTLSHAPE_SLM_b444e56212324213b1f53a41af3af103_Title">
            <a:extLst>
              <a:ext uri="{FF2B5EF4-FFF2-40B4-BE49-F238E27FC236}">
                <a16:creationId xmlns:a16="http://schemas.microsoft.com/office/drawing/2014/main" id="{E98417A6-00AC-03C7-E222-AB44C10F4231}"/>
              </a:ext>
            </a:extLst>
          </p:cNvPr>
          <p:cNvSpPr txBox="1"/>
          <p:nvPr>
            <p:custDataLst>
              <p:tags r:id="rId82"/>
            </p:custDataLst>
          </p:nvPr>
        </p:nvSpPr>
        <p:spPr>
          <a:xfrm>
            <a:off x="7134096" y="3075911"/>
            <a:ext cx="279400" cy="154813"/>
          </a:xfrm>
          <a:prstGeom prst="rect">
            <a:avLst/>
          </a:prstGeom>
          <a:noFill/>
        </p:spPr>
        <p:txBody>
          <a:bodyPr vert="horz" wrap="square" lIns="0" tIns="0" rIns="0" bIns="0" rtlCol="0" anchor="ctr" anchorCtr="0">
            <a:spAutoFit/>
          </a:bodyPr>
          <a:lstStyle/>
          <a:p>
            <a:pPr algn="r"/>
            <a:r>
              <a:rPr lang="it-IT" sz="1000" spc="-20">
                <a:solidFill>
                  <a:srgbClr val="000000"/>
                </a:solidFill>
                <a:latin typeface="Montserrat" pitchFamily="2" charset="0"/>
              </a:rPr>
              <a:t>GRE</a:t>
            </a:r>
          </a:p>
        </p:txBody>
      </p:sp>
      <p:sp>
        <p:nvSpPr>
          <p:cNvPr id="86" name="OTLSHAPE_SLM_b444e56212324213b1f53a41af3af103_Date" hidden="1">
            <a:extLst>
              <a:ext uri="{FF2B5EF4-FFF2-40B4-BE49-F238E27FC236}">
                <a16:creationId xmlns:a16="http://schemas.microsoft.com/office/drawing/2014/main" id="{B2E6968F-8937-7AB1-6D35-9249EC935805}"/>
              </a:ext>
            </a:extLst>
          </p:cNvPr>
          <p:cNvSpPr txBox="1"/>
          <p:nvPr>
            <p:custDataLst>
              <p:tags r:id="rId83"/>
            </p:custDataLst>
          </p:nvPr>
        </p:nvSpPr>
        <p:spPr>
          <a:xfrm>
            <a:off x="12700" y="-233521"/>
            <a:ext cx="0" cy="0"/>
          </a:xfrm>
          <a:prstGeom prst="rect">
            <a:avLst/>
          </a:prstGeom>
          <a:noFill/>
        </p:spPr>
        <p:txBody>
          <a:bodyPr vert="horz" wrap="square" lIns="0" tIns="0" rIns="0" bIns="0" rtlCol="0" anchor="ctr" anchorCtr="0">
            <a:spAutoFit/>
          </a:bodyPr>
          <a:lstStyle/>
          <a:p>
            <a:pPr algn="r"/>
            <a:r>
              <a:rPr lang="it-IT" sz="1000">
                <a:solidFill>
                  <a:srgbClr val="44546A"/>
                </a:solidFill>
                <a:latin typeface="Calibri" panose="020F0502020204030204" pitchFamily="34" charset="0"/>
              </a:rPr>
              <a:t>Jul 30</a:t>
            </a:r>
          </a:p>
        </p:txBody>
      </p:sp>
      <p:cxnSp>
        <p:nvCxnSpPr>
          <p:cNvPr id="9" name="OTLSHAPE_TB_00000000000000000000000000000000_Separator1">
            <a:extLst>
              <a:ext uri="{FF2B5EF4-FFF2-40B4-BE49-F238E27FC236}">
                <a16:creationId xmlns:a16="http://schemas.microsoft.com/office/drawing/2014/main" id="{EFD5831D-AF89-96CA-D86B-1D55D97B873D}"/>
              </a:ext>
            </a:extLst>
          </p:cNvPr>
          <p:cNvCxnSpPr/>
          <p:nvPr>
            <p:custDataLst>
              <p:tags r:id="rId84"/>
            </p:custDataLst>
          </p:nvPr>
        </p:nvCxnSpPr>
        <p:spPr>
          <a:xfrm>
            <a:off x="2339464"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OTLSHAPE_TB_00000000000000000000000000000000_Separator2">
            <a:extLst>
              <a:ext uri="{FF2B5EF4-FFF2-40B4-BE49-F238E27FC236}">
                <a16:creationId xmlns:a16="http://schemas.microsoft.com/office/drawing/2014/main" id="{8A332A8E-63F6-4EBB-D92D-10028A5A33D7}"/>
              </a:ext>
            </a:extLst>
          </p:cNvPr>
          <p:cNvCxnSpPr/>
          <p:nvPr>
            <p:custDataLst>
              <p:tags r:id="rId85"/>
            </p:custDataLst>
          </p:nvPr>
        </p:nvCxnSpPr>
        <p:spPr>
          <a:xfrm>
            <a:off x="3319623"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3">
            <a:extLst>
              <a:ext uri="{FF2B5EF4-FFF2-40B4-BE49-F238E27FC236}">
                <a16:creationId xmlns:a16="http://schemas.microsoft.com/office/drawing/2014/main" id="{BF8ACE0D-C1B4-299C-172A-33FA1361C90D}"/>
              </a:ext>
            </a:extLst>
          </p:cNvPr>
          <p:cNvCxnSpPr/>
          <p:nvPr>
            <p:custDataLst>
              <p:tags r:id="rId86"/>
            </p:custDataLst>
          </p:nvPr>
        </p:nvCxnSpPr>
        <p:spPr>
          <a:xfrm>
            <a:off x="4310552"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OTLSHAPE_TB_00000000000000000000000000000000_Separator4">
            <a:extLst>
              <a:ext uri="{FF2B5EF4-FFF2-40B4-BE49-F238E27FC236}">
                <a16:creationId xmlns:a16="http://schemas.microsoft.com/office/drawing/2014/main" id="{8DC3ECB3-57F1-A953-A7F7-FAFBBAA43CE1}"/>
              </a:ext>
            </a:extLst>
          </p:cNvPr>
          <p:cNvCxnSpPr/>
          <p:nvPr>
            <p:custDataLst>
              <p:tags r:id="rId87"/>
            </p:custDataLst>
          </p:nvPr>
        </p:nvCxnSpPr>
        <p:spPr>
          <a:xfrm>
            <a:off x="5301482"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OTLSHAPE_TB_00000000000000000000000000000000_Separator5">
            <a:extLst>
              <a:ext uri="{FF2B5EF4-FFF2-40B4-BE49-F238E27FC236}">
                <a16:creationId xmlns:a16="http://schemas.microsoft.com/office/drawing/2014/main" id="{EBA773CC-CE1D-2F8F-0777-D6F294EF0E84}"/>
              </a:ext>
            </a:extLst>
          </p:cNvPr>
          <p:cNvCxnSpPr/>
          <p:nvPr>
            <p:custDataLst>
              <p:tags r:id="rId88"/>
            </p:custDataLst>
          </p:nvPr>
        </p:nvCxnSpPr>
        <p:spPr>
          <a:xfrm>
            <a:off x="6270870"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OTLSHAPE_TB_00000000000000000000000000000000_Separator6">
            <a:extLst>
              <a:ext uri="{FF2B5EF4-FFF2-40B4-BE49-F238E27FC236}">
                <a16:creationId xmlns:a16="http://schemas.microsoft.com/office/drawing/2014/main" id="{E940D4A9-711B-D382-42CC-ECB290088EFE}"/>
              </a:ext>
            </a:extLst>
          </p:cNvPr>
          <p:cNvCxnSpPr/>
          <p:nvPr>
            <p:custDataLst>
              <p:tags r:id="rId89"/>
            </p:custDataLst>
          </p:nvPr>
        </p:nvCxnSpPr>
        <p:spPr>
          <a:xfrm>
            <a:off x="7251029"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OTLSHAPE_TB_00000000000000000000000000000000_Separator7">
            <a:extLst>
              <a:ext uri="{FF2B5EF4-FFF2-40B4-BE49-F238E27FC236}">
                <a16:creationId xmlns:a16="http://schemas.microsoft.com/office/drawing/2014/main" id="{06640C08-726B-F0E0-381C-625F7D72D2AC}"/>
              </a:ext>
            </a:extLst>
          </p:cNvPr>
          <p:cNvCxnSpPr/>
          <p:nvPr>
            <p:custDataLst>
              <p:tags r:id="rId90"/>
            </p:custDataLst>
          </p:nvPr>
        </p:nvCxnSpPr>
        <p:spPr>
          <a:xfrm>
            <a:off x="8241958"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OTLSHAPE_TB_00000000000000000000000000000000_Separator8">
            <a:extLst>
              <a:ext uri="{FF2B5EF4-FFF2-40B4-BE49-F238E27FC236}">
                <a16:creationId xmlns:a16="http://schemas.microsoft.com/office/drawing/2014/main" id="{FE80505B-BFAE-9A3E-9CFA-3FE1E52DAFA2}"/>
              </a:ext>
            </a:extLst>
          </p:cNvPr>
          <p:cNvCxnSpPr/>
          <p:nvPr>
            <p:custDataLst>
              <p:tags r:id="rId91"/>
            </p:custDataLst>
          </p:nvPr>
        </p:nvCxnSpPr>
        <p:spPr>
          <a:xfrm>
            <a:off x="9232888"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OTLSHAPE_TB_00000000000000000000000000000000_Separator9">
            <a:extLst>
              <a:ext uri="{FF2B5EF4-FFF2-40B4-BE49-F238E27FC236}">
                <a16:creationId xmlns:a16="http://schemas.microsoft.com/office/drawing/2014/main" id="{677FCAD3-A574-6262-D80E-898584C71B04}"/>
              </a:ext>
            </a:extLst>
          </p:cNvPr>
          <p:cNvCxnSpPr/>
          <p:nvPr>
            <p:custDataLst>
              <p:tags r:id="rId92"/>
            </p:custDataLst>
          </p:nvPr>
        </p:nvCxnSpPr>
        <p:spPr>
          <a:xfrm>
            <a:off x="10202276" y="994317"/>
            <a:ext cx="0" cy="304800"/>
          </a:xfrm>
          <a:prstGeom prst="line">
            <a:avLst/>
          </a:prstGeom>
          <a:ln w="762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109446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72C6A-99C3-7045-5913-31A58E696406}"/>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865E95C7-D3B7-CF74-9079-414C4BEF3CF1}"/>
              </a:ext>
            </a:extLst>
          </p:cNvPr>
          <p:cNvSpPr txBox="1"/>
          <p:nvPr/>
        </p:nvSpPr>
        <p:spPr>
          <a:xfrm>
            <a:off x="654050" y="262213"/>
            <a:ext cx="6099348" cy="523220"/>
          </a:xfrm>
          <a:prstGeom prst="rect">
            <a:avLst/>
          </a:prstGeom>
          <a:noFill/>
        </p:spPr>
        <p:txBody>
          <a:bodyPr wrap="square" lIns="91440" tIns="45720" rIns="91440" bIns="45720" anchor="t">
            <a:spAutoFit/>
          </a:bodyPr>
          <a:lstStyle/>
          <a:p>
            <a:r>
              <a:rPr lang="it-IT" sz="2800" dirty="0">
                <a:solidFill>
                  <a:srgbClr val="00B0F0"/>
                </a:solidFill>
                <a:latin typeface="Montserrat"/>
              </a:rPr>
              <a:t>Protube – PTBSYS</a:t>
            </a:r>
            <a:endParaRPr lang="it-IT" sz="2800" dirty="0">
              <a:solidFill>
                <a:srgbClr val="00B0F0"/>
              </a:solidFill>
              <a:latin typeface="Montserrat" pitchFamily="2" charset="0"/>
            </a:endParaRPr>
          </a:p>
        </p:txBody>
      </p:sp>
      <p:sp>
        <p:nvSpPr>
          <p:cNvPr id="23" name="OTLSHAPE_SL2A_5a1e4072246a4b02ba3ddb06ceb96c97_BackgroundRectangle" hidden="1">
            <a:extLst>
              <a:ext uri="{FF2B5EF4-FFF2-40B4-BE49-F238E27FC236}">
                <a16:creationId xmlns:a16="http://schemas.microsoft.com/office/drawing/2014/main" id="{DE116D15-0C60-0029-D98F-6B64CADBC354}"/>
              </a:ext>
            </a:extLst>
          </p:cNvPr>
          <p:cNvSpPr/>
          <p:nvPr>
            <p:custDataLst>
              <p:tags r:id="rId2"/>
            </p:custDataLst>
          </p:nvPr>
        </p:nvSpPr>
        <p:spPr>
          <a:xfrm>
            <a:off x="1243076" y="1400717"/>
            <a:ext cx="9944100" cy="3342513"/>
          </a:xfrm>
          <a:prstGeom prst="rect">
            <a:avLst/>
          </a:prstGeom>
          <a:solidFill>
            <a:srgbClr val="5B9BD5">
              <a:alpha val="1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6" name="OTLSHAPE_SL2A_8668a44cc60942f19e673f9e9cbb4143_BackgroundRectangle" hidden="1">
            <a:extLst>
              <a:ext uri="{FF2B5EF4-FFF2-40B4-BE49-F238E27FC236}">
                <a16:creationId xmlns:a16="http://schemas.microsoft.com/office/drawing/2014/main" id="{B4019B4C-A1CC-1F29-045F-1E5BA49FBF32}"/>
              </a:ext>
            </a:extLst>
          </p:cNvPr>
          <p:cNvSpPr/>
          <p:nvPr>
            <p:custDataLst>
              <p:tags r:id="rId3"/>
            </p:custDataLst>
          </p:nvPr>
        </p:nvSpPr>
        <p:spPr>
          <a:xfrm>
            <a:off x="1243076" y="4768630"/>
            <a:ext cx="9944100" cy="1287526"/>
          </a:xfrm>
          <a:prstGeom prst="rect">
            <a:avLst/>
          </a:prstGeom>
          <a:solidFill>
            <a:srgbClr val="ED7D31">
              <a:alpha val="1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OTLSHAPE_TB_00000000000000000000000000000000_LeftEndCaps" hidden="1">
            <a:extLst>
              <a:ext uri="{FF2B5EF4-FFF2-40B4-BE49-F238E27FC236}">
                <a16:creationId xmlns:a16="http://schemas.microsoft.com/office/drawing/2014/main" id="{A5F06B04-F61F-0FA5-E9EB-3A67FB418C22}"/>
              </a:ext>
            </a:extLst>
          </p:cNvPr>
          <p:cNvSpPr txBox="1"/>
          <p:nvPr>
            <p:custDataLst>
              <p:tags r:id="rId4"/>
            </p:custDataLst>
          </p:nvPr>
        </p:nvSpPr>
        <p:spPr>
          <a:xfrm>
            <a:off x="-404080" y="-95023"/>
            <a:ext cx="825500" cy="508000"/>
          </a:xfrm>
          <a:prstGeom prst="rect">
            <a:avLst/>
          </a:prstGeom>
          <a:noFill/>
        </p:spPr>
        <p:txBody>
          <a:bodyPr vert="horz" wrap="none" lIns="0" tIns="0" rIns="0" bIns="0" rtlCol="0" anchor="ctr" anchorCtr="0">
            <a:spAutoFit/>
          </a:bodyPr>
          <a:lstStyle/>
          <a:p>
            <a:pPr algn="ctr"/>
            <a:r>
              <a:rPr lang="it-IT" sz="3200" b="1">
                <a:solidFill>
                  <a:srgbClr val="79A8A4"/>
                </a:solidFill>
                <a:latin typeface="Calibri" panose="020F0502020204030204" pitchFamily="34" charset="0"/>
              </a:rPr>
              <a:t>2025</a:t>
            </a:r>
          </a:p>
        </p:txBody>
      </p:sp>
      <p:sp>
        <p:nvSpPr>
          <p:cNvPr id="3" name="OTLSHAPE_TB_00000000000000000000000000000000_RightEndCaps" hidden="1">
            <a:extLst>
              <a:ext uri="{FF2B5EF4-FFF2-40B4-BE49-F238E27FC236}">
                <a16:creationId xmlns:a16="http://schemas.microsoft.com/office/drawing/2014/main" id="{6721388F-E69E-7C96-9CC4-C7C795684266}"/>
              </a:ext>
            </a:extLst>
          </p:cNvPr>
          <p:cNvSpPr txBox="1"/>
          <p:nvPr>
            <p:custDataLst>
              <p:tags r:id="rId5"/>
            </p:custDataLst>
          </p:nvPr>
        </p:nvSpPr>
        <p:spPr>
          <a:xfrm>
            <a:off x="11474534" y="1765469"/>
            <a:ext cx="449610" cy="279061"/>
          </a:xfrm>
          <a:prstGeom prst="rect">
            <a:avLst/>
          </a:prstGeom>
          <a:noFill/>
        </p:spPr>
        <p:txBody>
          <a:bodyPr vert="horz" wrap="none" lIns="0" tIns="0" rIns="0" bIns="0" rtlCol="0" anchor="ctr" anchorCtr="0">
            <a:spAutoFit/>
          </a:bodyPr>
          <a:lstStyle/>
          <a:p>
            <a:pPr algn="ctr"/>
            <a:r>
              <a:rPr lang="it-IT" b="1" spc="-44">
                <a:solidFill>
                  <a:srgbClr val="79A8A4"/>
                </a:solidFill>
                <a:latin typeface="Calibri" panose="020F0502020204030204" pitchFamily="34" charset="0"/>
              </a:rPr>
              <a:t>2027</a:t>
            </a:r>
          </a:p>
        </p:txBody>
      </p:sp>
      <p:sp>
        <p:nvSpPr>
          <p:cNvPr id="21" name="OTLSHAPE_SL2A_5a1e4072246a4b02ba3ddb06ceb96c97_HeaderRectangle" hidden="1">
            <a:extLst>
              <a:ext uri="{FF2B5EF4-FFF2-40B4-BE49-F238E27FC236}">
                <a16:creationId xmlns:a16="http://schemas.microsoft.com/office/drawing/2014/main" id="{F4CCFDA4-CA92-4C44-B020-93F07180EF00}"/>
              </a:ext>
            </a:extLst>
          </p:cNvPr>
          <p:cNvSpPr/>
          <p:nvPr>
            <p:custDataLst>
              <p:tags r:id="rId6"/>
            </p:custDataLst>
          </p:nvPr>
        </p:nvSpPr>
        <p:spPr>
          <a:xfrm>
            <a:off x="1243076" y="1400717"/>
            <a:ext cx="0" cy="0"/>
          </a:xfrm>
          <a:prstGeom prst="rect">
            <a:avLst/>
          </a:prstGeom>
          <a:solidFill>
            <a:srgbClr val="02B2EE">
              <a:alpha val="2470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OTLSHAPE_SL2A_8668a44cc60942f19e673f9e9cbb4143_HeaderRectangle" hidden="1">
            <a:extLst>
              <a:ext uri="{FF2B5EF4-FFF2-40B4-BE49-F238E27FC236}">
                <a16:creationId xmlns:a16="http://schemas.microsoft.com/office/drawing/2014/main" id="{92C9E6FE-1A9B-7836-65F1-3045F17A5F6B}"/>
              </a:ext>
            </a:extLst>
          </p:cNvPr>
          <p:cNvSpPr/>
          <p:nvPr>
            <p:custDataLst>
              <p:tags r:id="rId7"/>
            </p:custDataLst>
          </p:nvPr>
        </p:nvSpPr>
        <p:spPr>
          <a:xfrm>
            <a:off x="1243076" y="4768630"/>
            <a:ext cx="0" cy="0"/>
          </a:xfrm>
          <a:prstGeom prst="rect">
            <a:avLst/>
          </a:prstGeom>
          <a:solidFill>
            <a:srgbClr val="ED7D31">
              <a:alpha val="2470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OTLSHAPE_TB_00000000000000000000000000000000_ElapsedTime" hidden="1">
            <a:extLst>
              <a:ext uri="{FF2B5EF4-FFF2-40B4-BE49-F238E27FC236}">
                <a16:creationId xmlns:a16="http://schemas.microsoft.com/office/drawing/2014/main" id="{9BEEA49A-759B-7F9A-5136-25AC33D4AF98}"/>
              </a:ext>
            </a:extLst>
          </p:cNvPr>
          <p:cNvSpPr/>
          <p:nvPr>
            <p:custDataLst>
              <p:tags r:id="rId8"/>
            </p:custDataLst>
          </p:nvPr>
        </p:nvSpPr>
        <p:spPr>
          <a:xfrm>
            <a:off x="1204976" y="956217"/>
            <a:ext cx="0" cy="0"/>
          </a:xfrm>
          <a:prstGeom prst="round2DiagRect">
            <a:avLst>
              <a:gd name="adj1" fmla="val 100000"/>
              <a:gd name="adj2" fmla="val 0"/>
            </a:avLst>
          </a:prstGeom>
          <a:solidFill>
            <a:srgbClr val="FF0000">
              <a:alpha val="3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OTLSHAPE_SL2A_5a1e4072246a4b02ba3ddb06ceb96c97_Header" hidden="1">
            <a:extLst>
              <a:ext uri="{FF2B5EF4-FFF2-40B4-BE49-F238E27FC236}">
                <a16:creationId xmlns:a16="http://schemas.microsoft.com/office/drawing/2014/main" id="{FE1AB3B9-86D0-3070-FAF2-7EF9D5F8CB7E}"/>
              </a:ext>
            </a:extLst>
          </p:cNvPr>
          <p:cNvSpPr txBox="1"/>
          <p:nvPr>
            <p:custDataLst>
              <p:tags r:id="rId9"/>
            </p:custDataLst>
          </p:nvPr>
        </p:nvSpPr>
        <p:spPr>
          <a:xfrm>
            <a:off x="12700" y="-4557784"/>
            <a:ext cx="0" cy="0"/>
          </a:xfrm>
          <a:prstGeom prst="rect">
            <a:avLst/>
          </a:prstGeom>
          <a:noFill/>
        </p:spPr>
        <p:txBody>
          <a:bodyPr vert="horz" wrap="square" lIns="0" tIns="0" rIns="0" bIns="0" rtlCol="0" anchor="ctr" anchorCtr="0">
            <a:spAutoFit/>
          </a:bodyPr>
          <a:lstStyle/>
          <a:p>
            <a:endParaRPr lang="it-IT" sz="1200">
              <a:solidFill>
                <a:srgbClr val="000000"/>
              </a:solidFill>
              <a:latin typeface="Calibri" panose="020F0502020204030204" pitchFamily="34" charset="0"/>
            </a:endParaRPr>
          </a:p>
        </p:txBody>
      </p:sp>
      <p:sp>
        <p:nvSpPr>
          <p:cNvPr id="45" name="OTLSHAPE_SL2A_8668a44cc60942f19e673f9e9cbb4143_Header" hidden="1">
            <a:extLst>
              <a:ext uri="{FF2B5EF4-FFF2-40B4-BE49-F238E27FC236}">
                <a16:creationId xmlns:a16="http://schemas.microsoft.com/office/drawing/2014/main" id="{9504B6C4-443B-C242-B294-295A132A6CC7}"/>
              </a:ext>
            </a:extLst>
          </p:cNvPr>
          <p:cNvSpPr txBox="1"/>
          <p:nvPr>
            <p:custDataLst>
              <p:tags r:id="rId10"/>
            </p:custDataLst>
          </p:nvPr>
        </p:nvSpPr>
        <p:spPr>
          <a:xfrm>
            <a:off x="12700" y="-2726493"/>
            <a:ext cx="0" cy="169277"/>
          </a:xfrm>
          <a:prstGeom prst="rect">
            <a:avLst/>
          </a:prstGeom>
          <a:noFill/>
        </p:spPr>
        <p:txBody>
          <a:bodyPr vert="horz" wrap="square" lIns="0" tIns="0" rIns="0" bIns="0" rtlCol="0" anchor="ctr" anchorCtr="0">
            <a:spAutoFit/>
          </a:bodyPr>
          <a:lstStyle/>
          <a:p>
            <a:endParaRPr lang="it-IT" sz="1100">
              <a:solidFill>
                <a:srgbClr val="000000"/>
              </a:solidFill>
              <a:latin typeface="Calibri" panose="020F0502020204030204" pitchFamily="34" charset="0"/>
            </a:endParaRPr>
          </a:p>
        </p:txBody>
      </p:sp>
      <p:sp>
        <p:nvSpPr>
          <p:cNvPr id="6" name="OTLSHAPE_TB_00000000000000000000000000000000_TodayMarkerShape" hidden="1">
            <a:extLst>
              <a:ext uri="{FF2B5EF4-FFF2-40B4-BE49-F238E27FC236}">
                <a16:creationId xmlns:a16="http://schemas.microsoft.com/office/drawing/2014/main" id="{3578BB9B-C976-3731-01FA-3C7B81C4135A}"/>
              </a:ext>
            </a:extLst>
          </p:cNvPr>
          <p:cNvSpPr/>
          <p:nvPr>
            <p:custDataLst>
              <p:tags r:id="rId11"/>
            </p:custDataLst>
          </p:nvPr>
        </p:nvSpPr>
        <p:spPr>
          <a:xfrm>
            <a:off x="5912957" y="1337217"/>
            <a:ext cx="114300" cy="127000"/>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OTLSHAPE_TB_00000000000000000000000000000000_TodayMarkerText" hidden="1">
            <a:extLst>
              <a:ext uri="{FF2B5EF4-FFF2-40B4-BE49-F238E27FC236}">
                <a16:creationId xmlns:a16="http://schemas.microsoft.com/office/drawing/2014/main" id="{7479CF66-AE78-F81A-E651-CD195A026EA8}"/>
              </a:ext>
            </a:extLst>
          </p:cNvPr>
          <p:cNvSpPr txBox="1"/>
          <p:nvPr>
            <p:custDataLst>
              <p:tags r:id="rId12"/>
            </p:custDataLst>
          </p:nvPr>
        </p:nvSpPr>
        <p:spPr>
          <a:xfrm>
            <a:off x="-350668" y="-33467"/>
            <a:ext cx="0" cy="0"/>
          </a:xfrm>
          <a:prstGeom prst="rect">
            <a:avLst/>
          </a:prstGeom>
          <a:noFill/>
        </p:spPr>
        <p:txBody>
          <a:bodyPr vert="horz" wrap="none" lIns="0" tIns="0" rIns="0" bIns="0" rtlCol="0" anchor="ctr" anchorCtr="0">
            <a:spAutoFit/>
          </a:bodyPr>
          <a:lstStyle/>
          <a:p>
            <a:pPr algn="ctr"/>
            <a:r>
              <a:rPr lang="it-IT" sz="1200">
                <a:solidFill>
                  <a:srgbClr val="000000"/>
                </a:solidFill>
                <a:latin typeface="Calibri" panose="020F0502020204030204" pitchFamily="34" charset="0"/>
              </a:rPr>
              <a:t>Today</a:t>
            </a:r>
          </a:p>
        </p:txBody>
      </p:sp>
      <p:sp>
        <p:nvSpPr>
          <p:cNvPr id="25" name="OTLSHAPE_SLM_65669134d18a43e28959dc972ef27252_Date" hidden="1">
            <a:extLst>
              <a:ext uri="{FF2B5EF4-FFF2-40B4-BE49-F238E27FC236}">
                <a16:creationId xmlns:a16="http://schemas.microsoft.com/office/drawing/2014/main" id="{6CBD3E8B-55DE-FDD2-C3D2-188ED5225484}"/>
              </a:ext>
            </a:extLst>
          </p:cNvPr>
          <p:cNvSpPr txBox="1"/>
          <p:nvPr>
            <p:custDataLst>
              <p:tags r:id="rId13"/>
            </p:custDataLst>
          </p:nvPr>
        </p:nvSpPr>
        <p:spPr>
          <a:xfrm>
            <a:off x="2255189" y="493295"/>
            <a:ext cx="0" cy="0"/>
          </a:xfrm>
          <a:prstGeom prst="rect">
            <a:avLst/>
          </a:prstGeom>
          <a:noFill/>
        </p:spPr>
        <p:txBody>
          <a:bodyPr vert="horz" wrap="square" lIns="0" tIns="0" rIns="0" bIns="0" rtlCol="0" anchor="ctr" anchorCtr="0">
            <a:spAutoFit/>
          </a:bodyPr>
          <a:lstStyle/>
          <a:p>
            <a:pPr algn="r"/>
            <a:r>
              <a:rPr lang="it-IT" sz="1000" spc="-8">
                <a:solidFill>
                  <a:srgbClr val="44546A"/>
                </a:solidFill>
                <a:latin typeface="Calibri" panose="020F0502020204030204" pitchFamily="34" charset="0"/>
              </a:rPr>
              <a:t>May 15</a:t>
            </a:r>
          </a:p>
        </p:txBody>
      </p:sp>
      <p:sp>
        <p:nvSpPr>
          <p:cNvPr id="58" name="OTLSHAPE_SLM_98decca76fcc4f6682f074b95b4fdabb_Date" hidden="1">
            <a:extLst>
              <a:ext uri="{FF2B5EF4-FFF2-40B4-BE49-F238E27FC236}">
                <a16:creationId xmlns:a16="http://schemas.microsoft.com/office/drawing/2014/main" id="{02AA8C16-6F60-1556-30B1-8350DCCA4408}"/>
              </a:ext>
            </a:extLst>
          </p:cNvPr>
          <p:cNvSpPr txBox="1"/>
          <p:nvPr>
            <p:custDataLst>
              <p:tags r:id="rId14"/>
            </p:custDataLst>
          </p:nvPr>
        </p:nvSpPr>
        <p:spPr>
          <a:xfrm>
            <a:off x="9581665" y="4291179"/>
            <a:ext cx="0" cy="0"/>
          </a:xfrm>
          <a:prstGeom prst="rect">
            <a:avLst/>
          </a:prstGeom>
          <a:noFill/>
        </p:spPr>
        <p:txBody>
          <a:bodyPr vert="horz" wrap="square" lIns="0" tIns="0" rIns="0" bIns="0" rtlCol="0" anchor="ctr" anchorCtr="0">
            <a:spAutoFit/>
          </a:bodyPr>
          <a:lstStyle/>
          <a:p>
            <a:pPr algn="r"/>
            <a:endParaRPr lang="it-IT" sz="1000" spc="-6">
              <a:solidFill>
                <a:srgbClr val="44546A"/>
              </a:solidFill>
              <a:latin typeface="Calibri" panose="020F0502020204030204" pitchFamily="34" charset="0"/>
            </a:endParaRPr>
          </a:p>
        </p:txBody>
      </p:sp>
      <p:sp>
        <p:nvSpPr>
          <p:cNvPr id="60" name="OTLSHAPE_SLM_98a8ea9ba44f4db9b94041b42ab4f9ba_Date" hidden="1">
            <a:extLst>
              <a:ext uri="{FF2B5EF4-FFF2-40B4-BE49-F238E27FC236}">
                <a16:creationId xmlns:a16="http://schemas.microsoft.com/office/drawing/2014/main" id="{78330020-DB9D-DAA7-6715-BBA1DCC52918}"/>
              </a:ext>
            </a:extLst>
          </p:cNvPr>
          <p:cNvSpPr txBox="1"/>
          <p:nvPr>
            <p:custDataLst>
              <p:tags r:id="rId15"/>
            </p:custDataLst>
          </p:nvPr>
        </p:nvSpPr>
        <p:spPr>
          <a:xfrm>
            <a:off x="4469064" y="2827758"/>
            <a:ext cx="0" cy="0"/>
          </a:xfrm>
          <a:prstGeom prst="rect">
            <a:avLst/>
          </a:prstGeom>
          <a:noFill/>
        </p:spPr>
        <p:txBody>
          <a:bodyPr vert="horz" wrap="square" lIns="0" tIns="0" rIns="0" bIns="0" rtlCol="0" anchor="ctr" anchorCtr="0">
            <a:spAutoFit/>
          </a:bodyPr>
          <a:lstStyle/>
          <a:p>
            <a:pPr algn="r"/>
            <a:endParaRPr lang="it-IT" sz="1000" spc="-8">
              <a:solidFill>
                <a:srgbClr val="44546A"/>
              </a:solidFill>
              <a:latin typeface="Calibri" panose="020F0502020204030204" pitchFamily="34" charset="0"/>
            </a:endParaRPr>
          </a:p>
        </p:txBody>
      </p:sp>
      <p:sp>
        <p:nvSpPr>
          <p:cNvPr id="61" name="OTLSHAPE_SLM_7129e30a8cb145febe4bcf9da6b78466_Date" hidden="1">
            <a:extLst>
              <a:ext uri="{FF2B5EF4-FFF2-40B4-BE49-F238E27FC236}">
                <a16:creationId xmlns:a16="http://schemas.microsoft.com/office/drawing/2014/main" id="{1EFADA40-8422-F0CB-0AFD-4F1C4376ECC7}"/>
              </a:ext>
            </a:extLst>
          </p:cNvPr>
          <p:cNvSpPr txBox="1"/>
          <p:nvPr>
            <p:custDataLst>
              <p:tags r:id="rId16"/>
            </p:custDataLst>
          </p:nvPr>
        </p:nvSpPr>
        <p:spPr>
          <a:xfrm>
            <a:off x="4469064" y="3315565"/>
            <a:ext cx="0" cy="0"/>
          </a:xfrm>
          <a:prstGeom prst="rect">
            <a:avLst/>
          </a:prstGeom>
          <a:noFill/>
        </p:spPr>
        <p:txBody>
          <a:bodyPr vert="horz" wrap="square" lIns="0" tIns="0" rIns="0" bIns="0" rtlCol="0" anchor="ctr" anchorCtr="0">
            <a:spAutoFit/>
          </a:bodyPr>
          <a:lstStyle/>
          <a:p>
            <a:pPr algn="r"/>
            <a:endParaRPr lang="it-IT" sz="1000" spc="-8">
              <a:solidFill>
                <a:srgbClr val="44546A"/>
              </a:solidFill>
              <a:latin typeface="Calibri" panose="020F0502020204030204" pitchFamily="34" charset="0"/>
            </a:endParaRPr>
          </a:p>
        </p:txBody>
      </p:sp>
      <p:sp>
        <p:nvSpPr>
          <p:cNvPr id="62" name="OTLSHAPE_SLM_6c81c589a48347e19809fc82097075d9_Date" hidden="1">
            <a:extLst>
              <a:ext uri="{FF2B5EF4-FFF2-40B4-BE49-F238E27FC236}">
                <a16:creationId xmlns:a16="http://schemas.microsoft.com/office/drawing/2014/main" id="{3755ABFE-86D1-11BB-71E8-BC67A8A44BC5}"/>
              </a:ext>
            </a:extLst>
          </p:cNvPr>
          <p:cNvSpPr txBox="1"/>
          <p:nvPr>
            <p:custDataLst>
              <p:tags r:id="rId17"/>
            </p:custDataLst>
          </p:nvPr>
        </p:nvSpPr>
        <p:spPr>
          <a:xfrm>
            <a:off x="7147780" y="3803371"/>
            <a:ext cx="0" cy="0"/>
          </a:xfrm>
          <a:prstGeom prst="rect">
            <a:avLst/>
          </a:prstGeom>
          <a:noFill/>
        </p:spPr>
        <p:txBody>
          <a:bodyPr vert="horz" wrap="square" lIns="0" tIns="0" rIns="0" bIns="0" rtlCol="0" anchor="ctr" anchorCtr="0">
            <a:spAutoFit/>
          </a:bodyPr>
          <a:lstStyle/>
          <a:p>
            <a:pPr algn="r"/>
            <a:endParaRPr lang="it-IT" sz="1000" spc="-6">
              <a:solidFill>
                <a:srgbClr val="44546A"/>
              </a:solidFill>
              <a:latin typeface="Calibri" panose="020F0502020204030204" pitchFamily="34" charset="0"/>
            </a:endParaRPr>
          </a:p>
        </p:txBody>
      </p:sp>
      <p:sp>
        <p:nvSpPr>
          <p:cNvPr id="74" name="OTLSHAPE_SLM_b48ba570ef13417f86e42ad46c560e8c_Date" hidden="1">
            <a:extLst>
              <a:ext uri="{FF2B5EF4-FFF2-40B4-BE49-F238E27FC236}">
                <a16:creationId xmlns:a16="http://schemas.microsoft.com/office/drawing/2014/main" id="{F4CA39CB-31DB-80F6-36AA-65C5CEBCEB30}"/>
              </a:ext>
            </a:extLst>
          </p:cNvPr>
          <p:cNvSpPr txBox="1"/>
          <p:nvPr>
            <p:custDataLst>
              <p:tags r:id="rId18"/>
            </p:custDataLst>
          </p:nvPr>
        </p:nvSpPr>
        <p:spPr>
          <a:xfrm>
            <a:off x="10023953" y="3162274"/>
            <a:ext cx="0" cy="0"/>
          </a:xfrm>
          <a:prstGeom prst="rect">
            <a:avLst/>
          </a:prstGeom>
          <a:noFill/>
        </p:spPr>
        <p:txBody>
          <a:bodyPr vert="horz" wrap="square" lIns="0" tIns="0" rIns="0" bIns="0" rtlCol="0" anchor="ctr" anchorCtr="0">
            <a:spAutoFit/>
          </a:bodyPr>
          <a:lstStyle/>
          <a:p>
            <a:pPr algn="r"/>
            <a:r>
              <a:rPr lang="it-IT" sz="1000" spc="-10">
                <a:solidFill>
                  <a:srgbClr val="44546A"/>
                </a:solidFill>
                <a:latin typeface="Calibri" panose="020F0502020204030204" pitchFamily="34" charset="0"/>
              </a:rPr>
              <a:t>May 19</a:t>
            </a:r>
          </a:p>
        </p:txBody>
      </p:sp>
      <p:sp>
        <p:nvSpPr>
          <p:cNvPr id="70" name="OTLSHAPE_SLM_a9279f86f29f48b09aafd6f3fa115f7a_Date" hidden="1">
            <a:extLst>
              <a:ext uri="{FF2B5EF4-FFF2-40B4-BE49-F238E27FC236}">
                <a16:creationId xmlns:a16="http://schemas.microsoft.com/office/drawing/2014/main" id="{996326F8-65C6-164B-C3C3-105EC60DF49F}"/>
              </a:ext>
            </a:extLst>
          </p:cNvPr>
          <p:cNvSpPr txBox="1"/>
          <p:nvPr>
            <p:custDataLst>
              <p:tags r:id="rId19"/>
            </p:custDataLst>
          </p:nvPr>
        </p:nvSpPr>
        <p:spPr>
          <a:xfrm>
            <a:off x="1629968" y="1861868"/>
            <a:ext cx="0" cy="0"/>
          </a:xfrm>
          <a:prstGeom prst="rect">
            <a:avLst/>
          </a:prstGeom>
          <a:noFill/>
        </p:spPr>
        <p:txBody>
          <a:bodyPr vert="horz" wrap="square" lIns="0" tIns="0" rIns="0" bIns="0" rtlCol="0" anchor="ctr" anchorCtr="0">
            <a:spAutoFit/>
          </a:bodyPr>
          <a:lstStyle/>
          <a:p>
            <a:pPr algn="r"/>
            <a:r>
              <a:rPr lang="it-IT" sz="1000" spc="-4">
                <a:solidFill>
                  <a:srgbClr val="44546A"/>
                </a:solidFill>
                <a:latin typeface="Calibri" panose="020F0502020204030204" pitchFamily="34" charset="0"/>
              </a:rPr>
              <a:t>Mar 14</a:t>
            </a:r>
          </a:p>
        </p:txBody>
      </p:sp>
      <p:sp>
        <p:nvSpPr>
          <p:cNvPr id="75" name="OTLSHAPE_SLM_b541b7af131b431d935fc0d4e8029e51_Date" hidden="1">
            <a:extLst>
              <a:ext uri="{FF2B5EF4-FFF2-40B4-BE49-F238E27FC236}">
                <a16:creationId xmlns:a16="http://schemas.microsoft.com/office/drawing/2014/main" id="{F68E4AB9-E468-A2F5-A0D1-C2624BE138A8}"/>
              </a:ext>
            </a:extLst>
          </p:cNvPr>
          <p:cNvSpPr txBox="1"/>
          <p:nvPr>
            <p:custDataLst>
              <p:tags r:id="rId20"/>
            </p:custDataLst>
          </p:nvPr>
        </p:nvSpPr>
        <p:spPr>
          <a:xfrm>
            <a:off x="3300595" y="2112148"/>
            <a:ext cx="0" cy="0"/>
          </a:xfrm>
          <a:prstGeom prst="rect">
            <a:avLst/>
          </a:prstGeom>
          <a:noFill/>
        </p:spPr>
        <p:txBody>
          <a:bodyPr vert="horz" wrap="square" lIns="0" tIns="0" rIns="0" bIns="0" rtlCol="0" anchor="ctr" anchorCtr="0">
            <a:spAutoFit/>
          </a:bodyPr>
          <a:lstStyle/>
          <a:p>
            <a:pPr algn="r"/>
            <a:r>
              <a:rPr lang="it-IT" sz="1000" spc="-6">
                <a:solidFill>
                  <a:srgbClr val="44546A"/>
                </a:solidFill>
                <a:latin typeface="Calibri" panose="020F0502020204030204" pitchFamily="34" charset="0"/>
              </a:rPr>
              <a:t>Aug 14</a:t>
            </a:r>
          </a:p>
        </p:txBody>
      </p:sp>
      <p:sp>
        <p:nvSpPr>
          <p:cNvPr id="78" name="OTLSHAPE_SLM_ebd2c7eaab7748f69e5fdcedc84cf3d6_Date" hidden="1">
            <a:extLst>
              <a:ext uri="{FF2B5EF4-FFF2-40B4-BE49-F238E27FC236}">
                <a16:creationId xmlns:a16="http://schemas.microsoft.com/office/drawing/2014/main" id="{DAC54E09-00C5-4E9E-DF59-3FEAA8C975A0}"/>
              </a:ext>
            </a:extLst>
          </p:cNvPr>
          <p:cNvSpPr txBox="1"/>
          <p:nvPr>
            <p:custDataLst>
              <p:tags r:id="rId21"/>
            </p:custDataLst>
          </p:nvPr>
        </p:nvSpPr>
        <p:spPr>
          <a:xfrm>
            <a:off x="5272353" y="2517241"/>
            <a:ext cx="0" cy="0"/>
          </a:xfrm>
          <a:prstGeom prst="rect">
            <a:avLst/>
          </a:prstGeom>
          <a:noFill/>
        </p:spPr>
        <p:txBody>
          <a:bodyPr vert="horz" wrap="square" lIns="0" tIns="0" rIns="0" bIns="0" rtlCol="0" anchor="ctr" anchorCtr="0">
            <a:spAutoFit/>
          </a:bodyPr>
          <a:lstStyle/>
          <a:p>
            <a:pPr algn="r"/>
            <a:r>
              <a:rPr lang="it-IT" sz="1000" spc="-8">
                <a:solidFill>
                  <a:srgbClr val="44546A"/>
                </a:solidFill>
                <a:latin typeface="Calibri" panose="020F0502020204030204" pitchFamily="34" charset="0"/>
              </a:rPr>
              <a:t>May 30</a:t>
            </a:r>
          </a:p>
        </p:txBody>
      </p:sp>
      <p:sp>
        <p:nvSpPr>
          <p:cNvPr id="81" name="OTLSHAPE_SLM_7408216e719f4a45b7d4534fc7ebcd36_Date" hidden="1">
            <a:extLst>
              <a:ext uri="{FF2B5EF4-FFF2-40B4-BE49-F238E27FC236}">
                <a16:creationId xmlns:a16="http://schemas.microsoft.com/office/drawing/2014/main" id="{49C1B7BD-3FB3-21A1-60BA-5523A8DC8FBF}"/>
              </a:ext>
            </a:extLst>
          </p:cNvPr>
          <p:cNvSpPr txBox="1"/>
          <p:nvPr>
            <p:custDataLst>
              <p:tags r:id="rId22"/>
            </p:custDataLst>
          </p:nvPr>
        </p:nvSpPr>
        <p:spPr>
          <a:xfrm>
            <a:off x="6213294" y="3219461"/>
            <a:ext cx="0" cy="0"/>
          </a:xfrm>
          <a:prstGeom prst="rect">
            <a:avLst/>
          </a:prstGeom>
          <a:noFill/>
        </p:spPr>
        <p:txBody>
          <a:bodyPr vert="horz" wrap="square" lIns="0" tIns="0" rIns="0" bIns="0" rtlCol="0" anchor="ctr" anchorCtr="0">
            <a:spAutoFit/>
          </a:bodyPr>
          <a:lstStyle/>
          <a:p>
            <a:pPr algn="r"/>
            <a:r>
              <a:rPr lang="it-IT" sz="1000" spc="-8">
                <a:solidFill>
                  <a:srgbClr val="44546A"/>
                </a:solidFill>
                <a:latin typeface="Calibri" panose="020F0502020204030204" pitchFamily="34" charset="0"/>
              </a:rPr>
              <a:t>Aug 14</a:t>
            </a:r>
          </a:p>
        </p:txBody>
      </p:sp>
      <p:sp>
        <p:nvSpPr>
          <p:cNvPr id="93" name="OTLSHAPE_SLM_ad858e4d8eca4006852f5986a4f72d94_Date" hidden="1">
            <a:extLst>
              <a:ext uri="{FF2B5EF4-FFF2-40B4-BE49-F238E27FC236}">
                <a16:creationId xmlns:a16="http://schemas.microsoft.com/office/drawing/2014/main" id="{78C53CF3-414F-040D-7B1E-B8F6DFA4C766}"/>
              </a:ext>
            </a:extLst>
          </p:cNvPr>
          <p:cNvSpPr txBox="1"/>
          <p:nvPr>
            <p:custDataLst>
              <p:tags r:id="rId23"/>
            </p:custDataLst>
          </p:nvPr>
        </p:nvSpPr>
        <p:spPr>
          <a:xfrm>
            <a:off x="6616995" y="3530391"/>
            <a:ext cx="0" cy="0"/>
          </a:xfrm>
          <a:prstGeom prst="rect">
            <a:avLst/>
          </a:prstGeom>
          <a:noFill/>
        </p:spPr>
        <p:txBody>
          <a:bodyPr vert="horz" wrap="square" lIns="0" tIns="0" rIns="0" bIns="0" rtlCol="0" anchor="ctr" anchorCtr="0">
            <a:spAutoFit/>
          </a:bodyPr>
          <a:lstStyle/>
          <a:p>
            <a:pPr algn="r"/>
            <a:r>
              <a:rPr lang="en-US" sz="1000" spc="-6">
                <a:solidFill>
                  <a:srgbClr val="44546A"/>
                </a:solidFill>
                <a:latin typeface="Calibri" panose="020F0502020204030204" pitchFamily="34" charset="0"/>
              </a:rPr>
              <a:t>Dec 31</a:t>
            </a:r>
            <a:endParaRPr lang="en-US" sz="1000" spc="-6" dirty="0">
              <a:solidFill>
                <a:srgbClr val="44546A"/>
              </a:solidFill>
              <a:latin typeface="Calibri" panose="020F0502020204030204" pitchFamily="34" charset="0"/>
            </a:endParaRPr>
          </a:p>
        </p:txBody>
      </p:sp>
      <p:sp>
        <p:nvSpPr>
          <p:cNvPr id="87" name="OTLSHAPE_SLM_868ae7d7edab437486f2636b7b5da0d0_Date" hidden="1">
            <a:extLst>
              <a:ext uri="{FF2B5EF4-FFF2-40B4-BE49-F238E27FC236}">
                <a16:creationId xmlns:a16="http://schemas.microsoft.com/office/drawing/2014/main" id="{D77FDC19-22B6-5DC2-9000-04DAB2F97071}"/>
              </a:ext>
            </a:extLst>
          </p:cNvPr>
          <p:cNvSpPr txBox="1"/>
          <p:nvPr>
            <p:custDataLst>
              <p:tags r:id="rId24"/>
            </p:custDataLst>
          </p:nvPr>
        </p:nvSpPr>
        <p:spPr>
          <a:xfrm>
            <a:off x="12700" y="-926017"/>
            <a:ext cx="0" cy="0"/>
          </a:xfrm>
          <a:prstGeom prst="rect">
            <a:avLst/>
          </a:prstGeom>
          <a:noFill/>
        </p:spPr>
        <p:txBody>
          <a:bodyPr vert="horz" wrap="square" lIns="0" tIns="0" rIns="0" bIns="0" rtlCol="0" anchor="ctr" anchorCtr="0">
            <a:spAutoFit/>
          </a:bodyPr>
          <a:lstStyle/>
          <a:p>
            <a:pPr algn="r"/>
            <a:r>
              <a:rPr lang="en-US" sz="1000">
                <a:solidFill>
                  <a:srgbClr val="44546A"/>
                </a:solidFill>
                <a:latin typeface="Calibri" panose="020F0502020204030204" pitchFamily="34" charset="0"/>
              </a:rPr>
              <a:t>Nov 30</a:t>
            </a:r>
          </a:p>
        </p:txBody>
      </p:sp>
      <p:sp>
        <p:nvSpPr>
          <p:cNvPr id="97" name="OTLSHAPE_SLM_1698362d73e941149f7d04313bc24fd3_Date" hidden="1">
            <a:extLst>
              <a:ext uri="{FF2B5EF4-FFF2-40B4-BE49-F238E27FC236}">
                <a16:creationId xmlns:a16="http://schemas.microsoft.com/office/drawing/2014/main" id="{A4D838F7-EC04-EEE3-DE72-346F528042AF}"/>
              </a:ext>
            </a:extLst>
          </p:cNvPr>
          <p:cNvSpPr txBox="1"/>
          <p:nvPr>
            <p:custDataLst>
              <p:tags r:id="rId25"/>
            </p:custDataLst>
          </p:nvPr>
        </p:nvSpPr>
        <p:spPr>
          <a:xfrm>
            <a:off x="12700" y="-1002961"/>
            <a:ext cx="0" cy="0"/>
          </a:xfrm>
          <a:prstGeom prst="rect">
            <a:avLst/>
          </a:prstGeom>
          <a:noFill/>
        </p:spPr>
        <p:txBody>
          <a:bodyPr vert="horz" wrap="square" lIns="0" tIns="0" rIns="0" bIns="0" rtlCol="0" anchor="ctr" anchorCtr="0">
            <a:spAutoFit/>
          </a:bodyPr>
          <a:lstStyle/>
          <a:p>
            <a:pPr algn="r"/>
            <a:r>
              <a:rPr lang="en-US" sz="1000">
                <a:solidFill>
                  <a:srgbClr val="44546A"/>
                </a:solidFill>
                <a:latin typeface="Calibri" panose="020F0502020204030204" pitchFamily="34" charset="0"/>
              </a:rPr>
              <a:t>Mar 31</a:t>
            </a:r>
          </a:p>
        </p:txBody>
      </p:sp>
      <p:sp>
        <p:nvSpPr>
          <p:cNvPr id="86" name="OTLSHAPE_SLM_b444e56212324213b1f53a41af3af103_Date" hidden="1">
            <a:extLst>
              <a:ext uri="{FF2B5EF4-FFF2-40B4-BE49-F238E27FC236}">
                <a16:creationId xmlns:a16="http://schemas.microsoft.com/office/drawing/2014/main" id="{E455A6E0-B4F3-0EA7-1197-554EC9D7BAF6}"/>
              </a:ext>
            </a:extLst>
          </p:cNvPr>
          <p:cNvSpPr txBox="1"/>
          <p:nvPr>
            <p:custDataLst>
              <p:tags r:id="rId26"/>
            </p:custDataLst>
          </p:nvPr>
        </p:nvSpPr>
        <p:spPr>
          <a:xfrm>
            <a:off x="12700" y="-233521"/>
            <a:ext cx="0" cy="0"/>
          </a:xfrm>
          <a:prstGeom prst="rect">
            <a:avLst/>
          </a:prstGeom>
          <a:noFill/>
        </p:spPr>
        <p:txBody>
          <a:bodyPr vert="horz" wrap="square" lIns="0" tIns="0" rIns="0" bIns="0" rtlCol="0" anchor="ctr" anchorCtr="0">
            <a:spAutoFit/>
          </a:bodyPr>
          <a:lstStyle/>
          <a:p>
            <a:pPr algn="r"/>
            <a:r>
              <a:rPr lang="it-IT" sz="1000">
                <a:solidFill>
                  <a:srgbClr val="44546A"/>
                </a:solidFill>
                <a:latin typeface="Calibri" panose="020F0502020204030204" pitchFamily="34" charset="0"/>
              </a:rPr>
              <a:t>Jul 30</a:t>
            </a:r>
          </a:p>
        </p:txBody>
      </p:sp>
      <p:pic>
        <p:nvPicPr>
          <p:cNvPr id="1026" name="Picture 2">
            <a:extLst>
              <a:ext uri="{FF2B5EF4-FFF2-40B4-BE49-F238E27FC236}">
                <a16:creationId xmlns:a16="http://schemas.microsoft.com/office/drawing/2014/main" id="{C4654AE6-EEF1-124E-D250-856FAD84EF3F}"/>
              </a:ext>
            </a:extLst>
          </p:cNvPr>
          <p:cNvPicPr>
            <a:picLocks noChangeAspect="1" noChangeArrowheads="1"/>
          </p:cNvPicPr>
          <p:nvPr/>
        </p:nvPicPr>
        <p:blipFill rotWithShape="1">
          <a:blip r:embed="rId29">
            <a:extLst>
              <a:ext uri="{28A0092B-C50C-407E-A947-70E740481C1C}">
                <a14:useLocalDpi xmlns:a14="http://schemas.microsoft.com/office/drawing/2010/main" val="0"/>
              </a:ext>
            </a:extLst>
          </a:blip>
          <a:srcRect b="61549"/>
          <a:stretch>
            <a:fillRect/>
          </a:stretch>
        </p:blipFill>
        <p:spPr bwMode="auto">
          <a:xfrm>
            <a:off x="494257" y="1464217"/>
            <a:ext cx="10837399" cy="234401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76221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1E43BAF6-8EAE-C573-3B98-B0642AC2FE19}"/>
              </a:ext>
            </a:extLst>
          </p:cNvPr>
          <p:cNvSpPr txBox="1"/>
          <p:nvPr/>
        </p:nvSpPr>
        <p:spPr>
          <a:xfrm>
            <a:off x="654050" y="262213"/>
            <a:ext cx="6099348" cy="523220"/>
          </a:xfrm>
          <a:prstGeom prst="rect">
            <a:avLst/>
          </a:prstGeom>
          <a:noFill/>
        </p:spPr>
        <p:txBody>
          <a:bodyPr wrap="square" lIns="91440" tIns="45720" rIns="91440" bIns="45720" anchor="t">
            <a:spAutoFit/>
          </a:bodyPr>
          <a:lstStyle/>
          <a:p>
            <a:r>
              <a:rPr lang="it-IT" sz="2800" dirty="0" err="1">
                <a:solidFill>
                  <a:srgbClr val="00B0F0"/>
                </a:solidFill>
                <a:latin typeface="Montserrat"/>
              </a:rPr>
              <a:t>Protube</a:t>
            </a:r>
            <a:r>
              <a:rPr lang="it-IT" sz="2800" dirty="0">
                <a:solidFill>
                  <a:srgbClr val="00B0F0"/>
                </a:solidFill>
                <a:latin typeface="Montserrat"/>
              </a:rPr>
              <a:t> – PTBSYS</a:t>
            </a:r>
            <a:endParaRPr lang="it-IT" sz="2800" dirty="0">
              <a:solidFill>
                <a:srgbClr val="00B0F0"/>
              </a:solidFill>
              <a:latin typeface="Montserrat" pitchFamily="2" charset="0"/>
            </a:endParaRPr>
          </a:p>
        </p:txBody>
      </p:sp>
      <p:sp>
        <p:nvSpPr>
          <p:cNvPr id="73" name="TextBox 72">
            <a:extLst>
              <a:ext uri="{FF2B5EF4-FFF2-40B4-BE49-F238E27FC236}">
                <a16:creationId xmlns:a16="http://schemas.microsoft.com/office/drawing/2014/main" id="{0E683591-948C-E98D-F7B6-547C92E030E2}"/>
              </a:ext>
            </a:extLst>
          </p:cNvPr>
          <p:cNvSpPr txBox="1"/>
          <p:nvPr/>
        </p:nvSpPr>
        <p:spPr>
          <a:xfrm>
            <a:off x="0" y="4046130"/>
            <a:ext cx="11378698" cy="892552"/>
          </a:xfrm>
          <a:prstGeom prst="rect">
            <a:avLst/>
          </a:prstGeom>
          <a:noFill/>
        </p:spPr>
        <p:txBody>
          <a:bodyPr wrap="square">
            <a:spAutoFit/>
          </a:bodyPr>
          <a:lstStyle/>
          <a:p>
            <a:r>
              <a:rPr lang="it-IT" sz="1600" dirty="0">
                <a:solidFill>
                  <a:srgbClr val="00B0F0"/>
                </a:solidFill>
                <a:latin typeface="Montserrat" pitchFamily="2" charset="0"/>
              </a:rPr>
              <a:t>Note:</a:t>
            </a:r>
          </a:p>
          <a:p>
            <a:pPr marL="171450" indent="-171450">
              <a:buClr>
                <a:srgbClr val="00B0F0"/>
              </a:buClr>
              <a:buFont typeface="Arial" panose="020B0604020202020204" pitchFamily="34" charset="0"/>
              <a:buChar char="•"/>
            </a:pPr>
            <a:r>
              <a:rPr lang="en-US" sz="1200" dirty="0">
                <a:latin typeface="Montserrat" pitchFamily="2" charset="0"/>
              </a:rPr>
              <a:t>Brazil - Registration activities will start in 2025. The quarter has not been defined yet. SW and Manuals have Portuguese as a language option.</a:t>
            </a:r>
          </a:p>
          <a:p>
            <a:pPr marL="171450" indent="-171450">
              <a:buClr>
                <a:srgbClr val="00B0F0"/>
              </a:buClr>
              <a:buFont typeface="Arial" panose="020B0604020202020204" pitchFamily="34" charset="0"/>
              <a:buChar char="•"/>
            </a:pPr>
            <a:r>
              <a:rPr lang="en-US" sz="1200" dirty="0">
                <a:latin typeface="Montserrat" pitchFamily="2" charset="0"/>
              </a:rPr>
              <a:t>Canada - Registration activities have not been scheduled yet. French and English will be the languages used in the SW and manuals.</a:t>
            </a:r>
          </a:p>
          <a:p>
            <a:pPr marL="171450" indent="-171450">
              <a:buClr>
                <a:srgbClr val="00B0F0"/>
              </a:buClr>
              <a:buFont typeface="Arial" panose="020B0604020202020204" pitchFamily="34" charset="0"/>
              <a:buChar char="•"/>
            </a:pPr>
            <a:r>
              <a:rPr lang="en-US" sz="1200" dirty="0">
                <a:latin typeface="Montserrat" pitchFamily="2" charset="0"/>
              </a:rPr>
              <a:t>QAT/BH/SAU – The registration activities date has not been scheduled yet. The SW and manuals will be in Arabic.</a:t>
            </a:r>
            <a:endParaRPr lang="it-IT" sz="1200" dirty="0">
              <a:latin typeface="Montserrat" pitchFamily="2" charset="0"/>
            </a:endParaRPr>
          </a:p>
        </p:txBody>
      </p:sp>
      <p:sp>
        <p:nvSpPr>
          <p:cNvPr id="86" name="TextBox 85">
            <a:extLst>
              <a:ext uri="{FF2B5EF4-FFF2-40B4-BE49-F238E27FC236}">
                <a16:creationId xmlns:a16="http://schemas.microsoft.com/office/drawing/2014/main" id="{24727563-9895-C355-E6A4-11FA178A088D}"/>
              </a:ext>
            </a:extLst>
          </p:cNvPr>
          <p:cNvSpPr txBox="1"/>
          <p:nvPr/>
        </p:nvSpPr>
        <p:spPr>
          <a:xfrm>
            <a:off x="748187" y="2088769"/>
            <a:ext cx="10490083" cy="1869743"/>
          </a:xfrm>
          <a:prstGeom prst="rect">
            <a:avLst/>
          </a:prstGeom>
          <a:noFill/>
        </p:spPr>
        <p:txBody>
          <a:bodyPr wrap="square" rtlCol="0">
            <a:spAutoFit/>
          </a:bodyPr>
          <a:lstStyle>
            <a:defPPr>
              <a:defRPr lang="it-IT"/>
            </a:defPPr>
            <a:lvl1pPr>
              <a:defRPr sz="1050">
                <a:latin typeface="Montserrat" pitchFamily="2" charset="0"/>
              </a:defRPr>
            </a:lvl1pPr>
          </a:lstStyle>
          <a:p>
            <a:r>
              <a:rPr lang="it-IT" dirty="0"/>
              <a:t>SW </a:t>
            </a:r>
            <a:r>
              <a:rPr lang="it-IT" dirty="0" err="1"/>
              <a:t>Available</a:t>
            </a:r>
            <a:r>
              <a:rPr lang="it-IT" dirty="0"/>
              <a:t>, </a:t>
            </a:r>
            <a:r>
              <a:rPr lang="it-IT" dirty="0" err="1"/>
              <a:t>Manuals</a:t>
            </a:r>
            <a:r>
              <a:rPr lang="it-IT" dirty="0"/>
              <a:t> to be </a:t>
            </a:r>
            <a:r>
              <a:rPr lang="it-IT" dirty="0" err="1"/>
              <a:t>translated</a:t>
            </a:r>
            <a:r>
              <a:rPr lang="it-IT" dirty="0"/>
              <a:t> - FRA</a:t>
            </a:r>
          </a:p>
          <a:p>
            <a:endParaRPr lang="it-IT" dirty="0"/>
          </a:p>
          <a:p>
            <a:r>
              <a:rPr lang="it-IT" dirty="0"/>
              <a:t>SW and </a:t>
            </a:r>
            <a:r>
              <a:rPr lang="it-IT" dirty="0" err="1"/>
              <a:t>Manuals</a:t>
            </a:r>
            <a:r>
              <a:rPr lang="it-IT" dirty="0"/>
              <a:t>, </a:t>
            </a:r>
            <a:r>
              <a:rPr lang="it-IT" dirty="0" err="1"/>
              <a:t>available</a:t>
            </a:r>
            <a:r>
              <a:rPr lang="it-IT" dirty="0"/>
              <a:t> – ESP; ITA; US</a:t>
            </a:r>
          </a:p>
          <a:p>
            <a:endParaRPr lang="it-IT" dirty="0"/>
          </a:p>
          <a:p>
            <a:r>
              <a:rPr lang="it-IT" dirty="0"/>
              <a:t>To be </a:t>
            </a:r>
            <a:r>
              <a:rPr lang="it-IT" dirty="0" err="1"/>
              <a:t>translated</a:t>
            </a:r>
            <a:r>
              <a:rPr lang="it-IT" dirty="0"/>
              <a:t> SW and </a:t>
            </a:r>
            <a:r>
              <a:rPr lang="it-IT" dirty="0" err="1"/>
              <a:t>Manuals</a:t>
            </a:r>
            <a:r>
              <a:rPr lang="it-IT" dirty="0"/>
              <a:t> – LIT; POR; GER; ISR</a:t>
            </a:r>
          </a:p>
          <a:p>
            <a:endParaRPr lang="it-IT" dirty="0"/>
          </a:p>
          <a:p>
            <a:r>
              <a:rPr lang="it-IT" dirty="0" err="1"/>
              <a:t>Manuals</a:t>
            </a:r>
            <a:r>
              <a:rPr lang="it-IT" dirty="0"/>
              <a:t> </a:t>
            </a:r>
            <a:r>
              <a:rPr lang="it-IT" dirty="0" err="1"/>
              <a:t>Available</a:t>
            </a:r>
            <a:r>
              <a:rPr lang="it-IT" dirty="0"/>
              <a:t>, SW to be </a:t>
            </a:r>
            <a:r>
              <a:rPr lang="it-IT" dirty="0" err="1"/>
              <a:t>translated</a:t>
            </a:r>
            <a:r>
              <a:rPr lang="it-IT" dirty="0"/>
              <a:t> - ROM</a:t>
            </a:r>
          </a:p>
          <a:p>
            <a:endParaRPr lang="it-IT" dirty="0"/>
          </a:p>
          <a:p>
            <a:r>
              <a:rPr lang="it-IT" dirty="0"/>
              <a:t>Not </a:t>
            </a:r>
            <a:r>
              <a:rPr lang="it-IT" dirty="0" err="1"/>
              <a:t>Registered</a:t>
            </a:r>
            <a:r>
              <a:rPr lang="it-IT" dirty="0"/>
              <a:t> to be </a:t>
            </a:r>
            <a:r>
              <a:rPr lang="it-IT" dirty="0" err="1"/>
              <a:t>Translated</a:t>
            </a:r>
            <a:r>
              <a:rPr lang="it-IT" dirty="0"/>
              <a:t> SW and </a:t>
            </a:r>
            <a:r>
              <a:rPr lang="it-IT" dirty="0" err="1"/>
              <a:t>Manuals</a:t>
            </a:r>
            <a:r>
              <a:rPr lang="it-IT" dirty="0"/>
              <a:t> – UK; AUS; CAN</a:t>
            </a:r>
          </a:p>
          <a:p>
            <a:endParaRPr lang="it-IT" dirty="0"/>
          </a:p>
          <a:p>
            <a:r>
              <a:rPr lang="it-IT" dirty="0"/>
              <a:t>Not </a:t>
            </a:r>
            <a:r>
              <a:rPr lang="it-IT" dirty="0" err="1"/>
              <a:t>Registered</a:t>
            </a:r>
            <a:r>
              <a:rPr lang="it-IT" dirty="0"/>
              <a:t>, SW and Manuale </a:t>
            </a:r>
            <a:r>
              <a:rPr lang="it-IT" dirty="0" err="1"/>
              <a:t>already</a:t>
            </a:r>
            <a:r>
              <a:rPr lang="it-IT" dirty="0"/>
              <a:t> in the </a:t>
            </a:r>
            <a:r>
              <a:rPr lang="it-IT" dirty="0" err="1"/>
              <a:t>right</a:t>
            </a:r>
            <a:r>
              <a:rPr lang="it-IT" dirty="0"/>
              <a:t> </a:t>
            </a:r>
            <a:r>
              <a:rPr lang="it-IT" dirty="0" err="1"/>
              <a:t>language</a:t>
            </a:r>
            <a:r>
              <a:rPr lang="it-IT" dirty="0"/>
              <a:t> – BRA; SAU; QAT; BH</a:t>
            </a:r>
          </a:p>
        </p:txBody>
      </p:sp>
      <p:sp>
        <p:nvSpPr>
          <p:cNvPr id="91" name="TextBox 90">
            <a:extLst>
              <a:ext uri="{FF2B5EF4-FFF2-40B4-BE49-F238E27FC236}">
                <a16:creationId xmlns:a16="http://schemas.microsoft.com/office/drawing/2014/main" id="{F5C49761-DC51-11F4-D1AE-4CB6A8BEF87E}"/>
              </a:ext>
            </a:extLst>
          </p:cNvPr>
          <p:cNvSpPr txBox="1"/>
          <p:nvPr/>
        </p:nvSpPr>
        <p:spPr>
          <a:xfrm>
            <a:off x="317770" y="1200376"/>
            <a:ext cx="2442313" cy="253916"/>
          </a:xfrm>
          <a:prstGeom prst="rect">
            <a:avLst/>
          </a:prstGeom>
          <a:noFill/>
        </p:spPr>
        <p:txBody>
          <a:bodyPr wrap="square" rtlCol="0">
            <a:spAutoFit/>
          </a:bodyPr>
          <a:lstStyle/>
          <a:p>
            <a:r>
              <a:rPr lang="it-IT" sz="1050" b="1" u="sng">
                <a:latin typeface="Montserrat" pitchFamily="2" charset="0"/>
              </a:rPr>
              <a:t>Legend for </a:t>
            </a:r>
            <a:r>
              <a:rPr lang="it-IT" sz="1050" b="1" u="sng" err="1">
                <a:latin typeface="Montserrat" pitchFamily="2" charset="0"/>
              </a:rPr>
              <a:t>translation</a:t>
            </a:r>
            <a:endParaRPr lang="it-IT" sz="1050" b="1" u="sng">
              <a:latin typeface="Montserrat" pitchFamily="2" charset="0"/>
            </a:endParaRPr>
          </a:p>
        </p:txBody>
      </p:sp>
      <p:sp>
        <p:nvSpPr>
          <p:cNvPr id="2" name="OTLSHAPE_TB_00000000000000000000000000000000_LeftEndCaps" hidden="1">
            <a:extLst>
              <a:ext uri="{FF2B5EF4-FFF2-40B4-BE49-F238E27FC236}">
                <a16:creationId xmlns:a16="http://schemas.microsoft.com/office/drawing/2014/main" id="{2E3C6738-9C1B-F6D2-22A0-ECDC959E51CB}"/>
              </a:ext>
            </a:extLst>
          </p:cNvPr>
          <p:cNvSpPr txBox="1"/>
          <p:nvPr>
            <p:custDataLst>
              <p:tags r:id="rId2"/>
            </p:custDataLst>
          </p:nvPr>
        </p:nvSpPr>
        <p:spPr>
          <a:xfrm>
            <a:off x="-404080" y="-95023"/>
            <a:ext cx="825500" cy="508000"/>
          </a:xfrm>
          <a:prstGeom prst="rect">
            <a:avLst/>
          </a:prstGeom>
          <a:noFill/>
        </p:spPr>
        <p:txBody>
          <a:bodyPr vert="horz" wrap="none" lIns="0" tIns="0" rIns="0" bIns="0" rtlCol="0" anchor="ctr" anchorCtr="0">
            <a:spAutoFit/>
          </a:bodyPr>
          <a:lstStyle/>
          <a:p>
            <a:pPr algn="ctr"/>
            <a:r>
              <a:rPr lang="it-IT" sz="3200" b="1">
                <a:solidFill>
                  <a:srgbClr val="79A8A4"/>
                </a:solidFill>
                <a:latin typeface="Calibri" panose="020F0502020204030204" pitchFamily="34" charset="0"/>
              </a:rPr>
              <a:t>2024</a:t>
            </a:r>
          </a:p>
        </p:txBody>
      </p:sp>
      <p:sp>
        <p:nvSpPr>
          <p:cNvPr id="3" name="OTLSHAPE_TB_00000000000000000000000000000000_RightEndCaps" hidden="1">
            <a:extLst>
              <a:ext uri="{FF2B5EF4-FFF2-40B4-BE49-F238E27FC236}">
                <a16:creationId xmlns:a16="http://schemas.microsoft.com/office/drawing/2014/main" id="{171253F5-39A7-B59A-F127-F5FE737B8BC9}"/>
              </a:ext>
            </a:extLst>
          </p:cNvPr>
          <p:cNvSpPr txBox="1"/>
          <p:nvPr>
            <p:custDataLst>
              <p:tags r:id="rId3"/>
            </p:custDataLst>
          </p:nvPr>
        </p:nvSpPr>
        <p:spPr>
          <a:xfrm>
            <a:off x="11474534" y="1765469"/>
            <a:ext cx="449610" cy="279061"/>
          </a:xfrm>
          <a:prstGeom prst="rect">
            <a:avLst/>
          </a:prstGeom>
          <a:noFill/>
        </p:spPr>
        <p:txBody>
          <a:bodyPr vert="horz" wrap="none" lIns="0" tIns="0" rIns="0" bIns="0" rtlCol="0" anchor="ctr" anchorCtr="0">
            <a:spAutoFit/>
          </a:bodyPr>
          <a:lstStyle/>
          <a:p>
            <a:pPr algn="ctr"/>
            <a:r>
              <a:rPr lang="it-IT" b="1" spc="-44">
                <a:solidFill>
                  <a:srgbClr val="79A8A4"/>
                </a:solidFill>
                <a:latin typeface="Calibri" panose="020F0502020204030204" pitchFamily="34" charset="0"/>
              </a:rPr>
              <a:t>2024</a:t>
            </a:r>
          </a:p>
        </p:txBody>
      </p:sp>
      <p:sp>
        <p:nvSpPr>
          <p:cNvPr id="5" name="OTLSHAPE_TB_00000000000000000000000000000000_ElapsedTime" hidden="1">
            <a:extLst>
              <a:ext uri="{FF2B5EF4-FFF2-40B4-BE49-F238E27FC236}">
                <a16:creationId xmlns:a16="http://schemas.microsoft.com/office/drawing/2014/main" id="{7D6B6142-5A32-6BF3-63DB-BE059BA83D1D}"/>
              </a:ext>
            </a:extLst>
          </p:cNvPr>
          <p:cNvSpPr/>
          <p:nvPr>
            <p:custDataLst>
              <p:tags r:id="rId4"/>
            </p:custDataLst>
          </p:nvPr>
        </p:nvSpPr>
        <p:spPr>
          <a:xfrm>
            <a:off x="1204976" y="956217"/>
            <a:ext cx="0" cy="0"/>
          </a:xfrm>
          <a:prstGeom prst="round2DiagRect">
            <a:avLst>
              <a:gd name="adj1" fmla="val 100000"/>
              <a:gd name="adj2" fmla="val 0"/>
            </a:avLst>
          </a:prstGeom>
          <a:solidFill>
            <a:srgbClr val="FF0000">
              <a:alpha val="3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OTLSHAPE_TB_00000000000000000000000000000000_TodayMarkerShape" hidden="1">
            <a:extLst>
              <a:ext uri="{FF2B5EF4-FFF2-40B4-BE49-F238E27FC236}">
                <a16:creationId xmlns:a16="http://schemas.microsoft.com/office/drawing/2014/main" id="{B1687788-D4B6-61ED-17AE-401D9F6BD51E}"/>
              </a:ext>
            </a:extLst>
          </p:cNvPr>
          <p:cNvSpPr/>
          <p:nvPr>
            <p:custDataLst>
              <p:tags r:id="rId5"/>
            </p:custDataLst>
          </p:nvPr>
        </p:nvSpPr>
        <p:spPr>
          <a:xfrm>
            <a:off x="9956135" y="1337217"/>
            <a:ext cx="114300" cy="127000"/>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OTLSHAPE_TB_00000000000000000000000000000000_TodayMarkerText" hidden="1">
            <a:extLst>
              <a:ext uri="{FF2B5EF4-FFF2-40B4-BE49-F238E27FC236}">
                <a16:creationId xmlns:a16="http://schemas.microsoft.com/office/drawing/2014/main" id="{7E0AD29B-8B76-8CBC-9C15-E08B6A03C078}"/>
              </a:ext>
            </a:extLst>
          </p:cNvPr>
          <p:cNvSpPr txBox="1"/>
          <p:nvPr>
            <p:custDataLst>
              <p:tags r:id="rId6"/>
            </p:custDataLst>
          </p:nvPr>
        </p:nvSpPr>
        <p:spPr>
          <a:xfrm>
            <a:off x="-168984" y="58866"/>
            <a:ext cx="0" cy="0"/>
          </a:xfrm>
          <a:prstGeom prst="rect">
            <a:avLst/>
          </a:prstGeom>
          <a:noFill/>
        </p:spPr>
        <p:txBody>
          <a:bodyPr vert="horz" wrap="none" lIns="0" tIns="0" rIns="0" bIns="0" rtlCol="0" anchor="ctr" anchorCtr="0">
            <a:spAutoFit/>
          </a:bodyPr>
          <a:lstStyle/>
          <a:p>
            <a:pPr algn="ctr"/>
            <a:r>
              <a:rPr lang="it-IT" sz="1200">
                <a:solidFill>
                  <a:schemeClr val="dk1"/>
                </a:solidFill>
                <a:latin typeface="Calibri" panose="020F0502020204030204" pitchFamily="34" charset="0"/>
              </a:rPr>
              <a:t>Today</a:t>
            </a:r>
          </a:p>
        </p:txBody>
      </p:sp>
      <p:sp>
        <p:nvSpPr>
          <p:cNvPr id="87" name="Star: 5 Points 86">
            <a:extLst>
              <a:ext uri="{FF2B5EF4-FFF2-40B4-BE49-F238E27FC236}">
                <a16:creationId xmlns:a16="http://schemas.microsoft.com/office/drawing/2014/main" id="{BD304F5E-9903-512D-D55C-F993ACFC42E8}"/>
              </a:ext>
            </a:extLst>
          </p:cNvPr>
          <p:cNvSpPr/>
          <p:nvPr/>
        </p:nvSpPr>
        <p:spPr>
          <a:xfrm>
            <a:off x="317770" y="2433145"/>
            <a:ext cx="216000" cy="216000"/>
          </a:xfrm>
          <a:prstGeom prst="star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Star: 5 Points 88">
            <a:extLst>
              <a:ext uri="{FF2B5EF4-FFF2-40B4-BE49-F238E27FC236}">
                <a16:creationId xmlns:a16="http://schemas.microsoft.com/office/drawing/2014/main" id="{FC23BE52-B6C1-6B2E-A305-CE9E12D06A63}"/>
              </a:ext>
            </a:extLst>
          </p:cNvPr>
          <p:cNvSpPr/>
          <p:nvPr/>
        </p:nvSpPr>
        <p:spPr>
          <a:xfrm>
            <a:off x="319121" y="2088769"/>
            <a:ext cx="216000" cy="216000"/>
          </a:xfrm>
          <a:prstGeom prst="star5">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Star: 5 Points 94">
            <a:extLst>
              <a:ext uri="{FF2B5EF4-FFF2-40B4-BE49-F238E27FC236}">
                <a16:creationId xmlns:a16="http://schemas.microsoft.com/office/drawing/2014/main" id="{D055854B-2CFE-02E2-CBA0-7A487582548E}"/>
              </a:ext>
            </a:extLst>
          </p:cNvPr>
          <p:cNvSpPr/>
          <p:nvPr/>
        </p:nvSpPr>
        <p:spPr>
          <a:xfrm>
            <a:off x="317770" y="2754057"/>
            <a:ext cx="216000" cy="216000"/>
          </a:xfrm>
          <a:prstGeom prst="star5">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Oval 96">
            <a:extLst>
              <a:ext uri="{FF2B5EF4-FFF2-40B4-BE49-F238E27FC236}">
                <a16:creationId xmlns:a16="http://schemas.microsoft.com/office/drawing/2014/main" id="{471843DF-8412-4434-0E27-7BC4121C1B71}"/>
              </a:ext>
            </a:extLst>
          </p:cNvPr>
          <p:cNvSpPr/>
          <p:nvPr/>
        </p:nvSpPr>
        <p:spPr>
          <a:xfrm>
            <a:off x="341234" y="3429000"/>
            <a:ext cx="192536" cy="192536"/>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B47495A2-E54A-ED9D-47FB-26F792DC30E1}"/>
              </a:ext>
            </a:extLst>
          </p:cNvPr>
          <p:cNvSpPr/>
          <p:nvPr/>
        </p:nvSpPr>
        <p:spPr>
          <a:xfrm>
            <a:off x="340135" y="3751390"/>
            <a:ext cx="192536" cy="192536"/>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tar: 5 Points 3">
            <a:extLst>
              <a:ext uri="{FF2B5EF4-FFF2-40B4-BE49-F238E27FC236}">
                <a16:creationId xmlns:a16="http://schemas.microsoft.com/office/drawing/2014/main" id="{C9DCD8FA-3DF6-4C9C-8547-2EB729E522C6}"/>
              </a:ext>
            </a:extLst>
          </p:cNvPr>
          <p:cNvSpPr/>
          <p:nvPr/>
        </p:nvSpPr>
        <p:spPr>
          <a:xfrm>
            <a:off x="328403" y="3106610"/>
            <a:ext cx="216000" cy="216000"/>
          </a:xfrm>
          <a:prstGeom prst="star5">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663436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E0F-EB75-4569-8B92-A61D0C19DA88}"/>
              </a:ext>
            </a:extLst>
          </p:cNvPr>
          <p:cNvSpPr>
            <a:spLocks noGrp="1"/>
          </p:cNvSpPr>
          <p:nvPr>
            <p:ph type="title"/>
          </p:nvPr>
        </p:nvSpPr>
        <p:spPr/>
        <p:txBody>
          <a:bodyPr/>
          <a:lstStyle/>
          <a:p>
            <a:r>
              <a:rPr lang="it-IT" dirty="0"/>
              <a:t>Project Scope</a:t>
            </a:r>
          </a:p>
        </p:txBody>
      </p:sp>
      <p:sp>
        <p:nvSpPr>
          <p:cNvPr id="3" name="Slide Number Placeholder 2">
            <a:extLst>
              <a:ext uri="{FF2B5EF4-FFF2-40B4-BE49-F238E27FC236}">
                <a16:creationId xmlns:a16="http://schemas.microsoft.com/office/drawing/2014/main" id="{C5292BA2-8241-4CDC-9A67-2EFFDAD54B3A}"/>
              </a:ext>
            </a:extLst>
          </p:cNvPr>
          <p:cNvSpPr>
            <a:spLocks noGrp="1"/>
          </p:cNvSpPr>
          <p:nvPr>
            <p:ph type="sldNum" idx="4"/>
          </p:nvPr>
        </p:nvSpPr>
        <p:spPr/>
        <p:txBody>
          <a:bodyPr>
            <a:normAutofit fontScale="92500" lnSpcReduction="10000"/>
          </a:bodyPr>
          <a:lstStyle/>
          <a:p>
            <a:fld id="{00000000-1234-1234-1234-123412341234}" type="slidenum">
              <a:rPr lang="it-IT" smtClean="0"/>
              <a:pPr/>
              <a:t>11</a:t>
            </a:fld>
            <a:endParaRPr lang="it-IT" dirty="0"/>
          </a:p>
        </p:txBody>
      </p:sp>
      <p:sp>
        <p:nvSpPr>
          <p:cNvPr id="4" name="Date Placeholder 3">
            <a:extLst>
              <a:ext uri="{FF2B5EF4-FFF2-40B4-BE49-F238E27FC236}">
                <a16:creationId xmlns:a16="http://schemas.microsoft.com/office/drawing/2014/main" id="{346637F7-C718-46B2-A0C0-59ADBA23FA68}"/>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5A3EBD7D-6848-41F5-B0E5-FBC46E9A97B4}"/>
              </a:ext>
            </a:extLst>
          </p:cNvPr>
          <p:cNvSpPr>
            <a:spLocks noGrp="1"/>
          </p:cNvSpPr>
          <p:nvPr>
            <p:ph type="subTitle" idx="1"/>
          </p:nvPr>
        </p:nvSpPr>
        <p:spPr/>
        <p:txBody>
          <a:bodyPr/>
          <a:lstStyle/>
          <a:p>
            <a:r>
              <a:rPr lang="it-IT" dirty="0"/>
              <a:t>Project Scope</a:t>
            </a:r>
          </a:p>
        </p:txBody>
      </p:sp>
      <p:sp>
        <p:nvSpPr>
          <p:cNvPr id="6" name="TextBox 5">
            <a:extLst>
              <a:ext uri="{FF2B5EF4-FFF2-40B4-BE49-F238E27FC236}">
                <a16:creationId xmlns:a16="http://schemas.microsoft.com/office/drawing/2014/main" id="{9CAF6D73-6830-4B51-A47D-24685081CFE3}"/>
              </a:ext>
            </a:extLst>
          </p:cNvPr>
          <p:cNvSpPr txBox="1"/>
          <p:nvPr/>
        </p:nvSpPr>
        <p:spPr>
          <a:xfrm>
            <a:off x="745723" y="1271609"/>
            <a:ext cx="10611445" cy="4524315"/>
          </a:xfrm>
          <a:prstGeom prst="rect">
            <a:avLst/>
          </a:prstGeom>
          <a:noFill/>
        </p:spPr>
        <p:txBody>
          <a:bodyPr wrap="square" rtlCol="0">
            <a:spAutoFit/>
          </a:bodyPr>
          <a:lstStyle/>
          <a:p>
            <a:pPr algn="just"/>
            <a:r>
              <a:rPr lang="en-US" sz="1600" dirty="0">
                <a:solidFill>
                  <a:schemeClr val="bg2">
                    <a:lumMod val="10000"/>
                  </a:schemeClr>
                </a:solidFill>
                <a:latin typeface="Montserrat Light" pitchFamily="2" charset="0"/>
              </a:rPr>
              <a:t>PROJECT CONSTRAINTS</a:t>
            </a:r>
          </a:p>
          <a:p>
            <a:pPr algn="just"/>
            <a:r>
              <a:rPr lang="en-US" sz="1600" dirty="0">
                <a:solidFill>
                  <a:schemeClr val="bg2">
                    <a:lumMod val="10000"/>
                  </a:schemeClr>
                </a:solidFill>
                <a:latin typeface="Montserrat Light" pitchFamily="2" charset="0"/>
              </a:rPr>
              <a:t>This section contains information about the expected and known project constraints.  </a:t>
            </a:r>
          </a:p>
          <a:p>
            <a:pPr algn="just"/>
            <a:r>
              <a:rPr lang="en-US" sz="1600" dirty="0">
                <a:solidFill>
                  <a:schemeClr val="bg2">
                    <a:lumMod val="10000"/>
                  </a:schemeClr>
                </a:solidFill>
                <a:latin typeface="Montserrat Light" pitchFamily="2" charset="0"/>
              </a:rPr>
              <a:t>Below the list of possible constraints to be checked and detailed for the specific project to which this document refer to (the below listed constraints could be applicable or not and additional ones could be present for specific project development):</a:t>
            </a:r>
          </a:p>
          <a:p>
            <a:pPr marL="285750" indent="-285750" algn="just">
              <a:buFont typeface="Arial" panose="020B0604020202020204" pitchFamily="34" charset="0"/>
              <a:buChar char="•"/>
            </a:pPr>
            <a:r>
              <a:rPr lang="en-US" sz="1600" dirty="0">
                <a:solidFill>
                  <a:schemeClr val="bg2">
                    <a:lumMod val="10000"/>
                  </a:schemeClr>
                </a:solidFill>
                <a:latin typeface="Montserrat Light" pitchFamily="2" charset="0"/>
              </a:rPr>
              <a:t>Sample Tubes constraints:</a:t>
            </a:r>
          </a:p>
          <a:p>
            <a:pPr marL="742950" lvl="1" indent="-285750" algn="just">
              <a:buFont typeface="Arial" panose="020B0604020202020204" pitchFamily="34" charset="0"/>
              <a:buChar char="•"/>
            </a:pPr>
            <a:r>
              <a:rPr lang="en-US" sz="1600" dirty="0">
                <a:solidFill>
                  <a:schemeClr val="bg2">
                    <a:lumMod val="10000"/>
                  </a:schemeClr>
                </a:solidFill>
                <a:latin typeface="Montserrat Light" pitchFamily="2" charset="0"/>
              </a:rPr>
              <a:t>Any currently ProTube supported tubes already validated and included in TUC</a:t>
            </a:r>
          </a:p>
          <a:p>
            <a:pPr marL="285750" indent="-285750" algn="just">
              <a:buFont typeface="Arial" panose="020B0604020202020204" pitchFamily="34" charset="0"/>
              <a:buChar char="•"/>
            </a:pPr>
            <a:r>
              <a:rPr lang="en-US" sz="1600" dirty="0">
                <a:solidFill>
                  <a:schemeClr val="bg2">
                    <a:lumMod val="10000"/>
                  </a:schemeClr>
                </a:solidFill>
                <a:latin typeface="Montserrat Light" pitchFamily="2" charset="0"/>
              </a:rPr>
              <a:t>Barcode types constraints:</a:t>
            </a:r>
          </a:p>
          <a:p>
            <a:pPr marL="742950" lvl="1" indent="-285750" algn="just">
              <a:buFont typeface="Arial" panose="020B0604020202020204" pitchFamily="34" charset="0"/>
              <a:buChar char="•"/>
            </a:pPr>
            <a:r>
              <a:rPr lang="en-US" sz="1600" dirty="0">
                <a:solidFill>
                  <a:schemeClr val="bg2">
                    <a:lumMod val="10000"/>
                  </a:schemeClr>
                </a:solidFill>
                <a:latin typeface="Montserrat Light" pitchFamily="2" charset="0"/>
              </a:rPr>
              <a:t>Any Barcode symbology currently supported by ProTube </a:t>
            </a:r>
          </a:p>
          <a:p>
            <a:pPr marL="285750" indent="-285750" algn="just">
              <a:buFont typeface="Arial" panose="020B0604020202020204" pitchFamily="34" charset="0"/>
              <a:buChar char="•"/>
            </a:pPr>
            <a:r>
              <a:rPr lang="en-US" sz="1600" dirty="0">
                <a:solidFill>
                  <a:schemeClr val="bg2">
                    <a:lumMod val="10000"/>
                  </a:schemeClr>
                </a:solidFill>
                <a:latin typeface="Montserrat Light" pitchFamily="2" charset="0"/>
              </a:rPr>
              <a:t>Samples Workflow on board of automation constraints:</a:t>
            </a:r>
          </a:p>
          <a:p>
            <a:pPr marL="742950" lvl="1" indent="-285750" algn="just">
              <a:buFont typeface="Arial" panose="020B0604020202020204" pitchFamily="34" charset="0"/>
              <a:buChar char="•"/>
            </a:pPr>
            <a:r>
              <a:rPr lang="en-US" sz="1600" dirty="0">
                <a:solidFill>
                  <a:schemeClr val="bg2">
                    <a:lumMod val="10000"/>
                  </a:schemeClr>
                </a:solidFill>
                <a:latin typeface="Montserrat Light" pitchFamily="2" charset="0"/>
              </a:rPr>
              <a:t>N/A</a:t>
            </a:r>
          </a:p>
          <a:p>
            <a:pPr marL="285750" indent="-285750" algn="just">
              <a:buFont typeface="Arial" panose="020B0604020202020204" pitchFamily="34" charset="0"/>
              <a:buChar char="•"/>
            </a:pPr>
            <a:r>
              <a:rPr lang="en-US" sz="1600" dirty="0">
                <a:solidFill>
                  <a:schemeClr val="bg2">
                    <a:lumMod val="10000"/>
                  </a:schemeClr>
                </a:solidFill>
                <a:latin typeface="Montserrat Light" pitchFamily="2" charset="0"/>
              </a:rPr>
              <a:t>Lab workflow and/or special applications constraints:</a:t>
            </a:r>
          </a:p>
          <a:p>
            <a:pPr marL="742950" lvl="1" indent="-285750" algn="just">
              <a:buFont typeface="Arial" panose="020B0604020202020204" pitchFamily="34" charset="0"/>
              <a:buChar char="•"/>
            </a:pPr>
            <a:r>
              <a:rPr lang="en-US" sz="1600" dirty="0">
                <a:solidFill>
                  <a:schemeClr val="bg2">
                    <a:lumMod val="10000"/>
                  </a:schemeClr>
                </a:solidFill>
                <a:latin typeface="Montserrat Light" pitchFamily="2" charset="0"/>
              </a:rPr>
              <a:t>N/A</a:t>
            </a:r>
          </a:p>
          <a:p>
            <a:pPr marL="285750" indent="-285750" algn="just">
              <a:buFont typeface="Arial" panose="020B0604020202020204" pitchFamily="34" charset="0"/>
              <a:buChar char="•"/>
            </a:pPr>
            <a:r>
              <a:rPr lang="en-US" sz="1600" dirty="0">
                <a:solidFill>
                  <a:schemeClr val="bg2">
                    <a:lumMod val="10000"/>
                  </a:schemeClr>
                </a:solidFill>
                <a:latin typeface="Montserrat Light" pitchFamily="2" charset="0"/>
              </a:rPr>
              <a:t>Environment constraints:</a:t>
            </a:r>
          </a:p>
          <a:p>
            <a:pPr marL="742950" lvl="1" indent="-285750" algn="just">
              <a:buFont typeface="Arial" panose="020B0604020202020204" pitchFamily="34" charset="0"/>
              <a:buChar char="•"/>
            </a:pPr>
            <a:r>
              <a:rPr lang="en-US" sz="1600" dirty="0">
                <a:solidFill>
                  <a:schemeClr val="bg2">
                    <a:lumMod val="10000"/>
                  </a:schemeClr>
                </a:solidFill>
                <a:latin typeface="Montserrat Light" pitchFamily="2" charset="0"/>
              </a:rPr>
              <a:t>With reference to ProTube System: as per Operations Manual 2U00000025-en-US.02, paragraph 1.10</a:t>
            </a:r>
          </a:p>
          <a:p>
            <a:pPr marL="285750" indent="-285750" algn="just">
              <a:buFont typeface="Arial" panose="020B0604020202020204" pitchFamily="34" charset="0"/>
              <a:buChar char="•"/>
            </a:pPr>
            <a:r>
              <a:rPr lang="en-US" sz="1600" dirty="0">
                <a:solidFill>
                  <a:schemeClr val="bg2">
                    <a:lumMod val="10000"/>
                  </a:schemeClr>
                </a:solidFill>
                <a:latin typeface="Montserrat Light" pitchFamily="2" charset="0"/>
              </a:rPr>
              <a:t>Current Issues:</a:t>
            </a:r>
          </a:p>
          <a:p>
            <a:pPr marL="742950" lvl="1" indent="-285750" algn="just">
              <a:buFont typeface="Arial" panose="020B0604020202020204" pitchFamily="34" charset="0"/>
              <a:buChar char="•"/>
            </a:pPr>
            <a:r>
              <a:rPr lang="en-US" sz="1600" dirty="0">
                <a:solidFill>
                  <a:schemeClr val="bg2">
                    <a:lumMod val="10000"/>
                  </a:schemeClr>
                </a:solidFill>
                <a:latin typeface="Montserrat Light" pitchFamily="2" charset="0"/>
              </a:rPr>
              <a:t>N/A</a:t>
            </a:r>
          </a:p>
        </p:txBody>
      </p:sp>
      <p:sp>
        <p:nvSpPr>
          <p:cNvPr id="7" name="Titolo 14">
            <a:extLst>
              <a:ext uri="{FF2B5EF4-FFF2-40B4-BE49-F238E27FC236}">
                <a16:creationId xmlns:a16="http://schemas.microsoft.com/office/drawing/2014/main" id="{BB66E7FC-E58C-8F40-4880-6C798CB38FE9}"/>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760344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E0F-EB75-4569-8B92-A61D0C19DA88}"/>
              </a:ext>
            </a:extLst>
          </p:cNvPr>
          <p:cNvSpPr>
            <a:spLocks noGrp="1"/>
          </p:cNvSpPr>
          <p:nvPr>
            <p:ph type="title"/>
          </p:nvPr>
        </p:nvSpPr>
        <p:spPr/>
        <p:txBody>
          <a:bodyPr/>
          <a:lstStyle/>
          <a:p>
            <a:r>
              <a:rPr lang="it-IT" dirty="0"/>
              <a:t>Project Scope</a:t>
            </a:r>
          </a:p>
        </p:txBody>
      </p:sp>
      <p:sp>
        <p:nvSpPr>
          <p:cNvPr id="3" name="Slide Number Placeholder 2">
            <a:extLst>
              <a:ext uri="{FF2B5EF4-FFF2-40B4-BE49-F238E27FC236}">
                <a16:creationId xmlns:a16="http://schemas.microsoft.com/office/drawing/2014/main" id="{C5292BA2-8241-4CDC-9A67-2EFFDAD54B3A}"/>
              </a:ext>
            </a:extLst>
          </p:cNvPr>
          <p:cNvSpPr>
            <a:spLocks noGrp="1"/>
          </p:cNvSpPr>
          <p:nvPr>
            <p:ph type="sldNum" idx="4"/>
          </p:nvPr>
        </p:nvSpPr>
        <p:spPr/>
        <p:txBody>
          <a:bodyPr>
            <a:normAutofit fontScale="92500" lnSpcReduction="10000"/>
          </a:bodyPr>
          <a:lstStyle/>
          <a:p>
            <a:fld id="{00000000-1234-1234-1234-123412341234}" type="slidenum">
              <a:rPr lang="it-IT" smtClean="0"/>
              <a:pPr/>
              <a:t>12</a:t>
            </a:fld>
            <a:endParaRPr lang="it-IT" dirty="0"/>
          </a:p>
        </p:txBody>
      </p:sp>
      <p:sp>
        <p:nvSpPr>
          <p:cNvPr id="4" name="Date Placeholder 3">
            <a:extLst>
              <a:ext uri="{FF2B5EF4-FFF2-40B4-BE49-F238E27FC236}">
                <a16:creationId xmlns:a16="http://schemas.microsoft.com/office/drawing/2014/main" id="{346637F7-C718-46B2-A0C0-59ADBA23FA68}"/>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5A3EBD7D-6848-41F5-B0E5-FBC46E9A97B4}"/>
              </a:ext>
            </a:extLst>
          </p:cNvPr>
          <p:cNvSpPr>
            <a:spLocks noGrp="1"/>
          </p:cNvSpPr>
          <p:nvPr>
            <p:ph type="subTitle" idx="1"/>
          </p:nvPr>
        </p:nvSpPr>
        <p:spPr/>
        <p:txBody>
          <a:bodyPr/>
          <a:lstStyle/>
          <a:p>
            <a:r>
              <a:rPr lang="it-IT" dirty="0"/>
              <a:t>Project Scope</a:t>
            </a:r>
          </a:p>
        </p:txBody>
      </p:sp>
      <p:sp>
        <p:nvSpPr>
          <p:cNvPr id="6" name="TextBox 5">
            <a:extLst>
              <a:ext uri="{FF2B5EF4-FFF2-40B4-BE49-F238E27FC236}">
                <a16:creationId xmlns:a16="http://schemas.microsoft.com/office/drawing/2014/main" id="{9CAF6D73-6830-4B51-A47D-24685081CFE3}"/>
              </a:ext>
            </a:extLst>
          </p:cNvPr>
          <p:cNvSpPr txBox="1"/>
          <p:nvPr/>
        </p:nvSpPr>
        <p:spPr>
          <a:xfrm>
            <a:off x="735327" y="1377117"/>
            <a:ext cx="10611445" cy="1569660"/>
          </a:xfrm>
          <a:prstGeom prst="rect">
            <a:avLst/>
          </a:prstGeom>
          <a:noFill/>
        </p:spPr>
        <p:txBody>
          <a:bodyPr wrap="square" rtlCol="0">
            <a:spAutoFit/>
          </a:bodyPr>
          <a:lstStyle/>
          <a:p>
            <a:r>
              <a:rPr lang="en-US" sz="1600" dirty="0">
                <a:solidFill>
                  <a:schemeClr val="bg2">
                    <a:lumMod val="10000"/>
                  </a:schemeClr>
                </a:solidFill>
                <a:latin typeface="Montserrat Light" pitchFamily="2" charset="0"/>
              </a:rPr>
              <a:t>EXPECTED PRODUCT VOLUMES AND PRODUCT PRICE</a:t>
            </a:r>
          </a:p>
          <a:p>
            <a:endParaRPr lang="en-US" sz="1600" dirty="0">
              <a:solidFill>
                <a:schemeClr val="bg2">
                  <a:lumMod val="10000"/>
                </a:schemeClr>
              </a:solidFill>
              <a:latin typeface="Montserrat Light" pitchFamily="2" charset="0"/>
            </a:endParaRPr>
          </a:p>
          <a:p>
            <a:endParaRPr lang="en-US" sz="1600" dirty="0">
              <a:solidFill>
                <a:schemeClr val="bg2">
                  <a:lumMod val="10000"/>
                </a:schemeClr>
              </a:solidFill>
              <a:latin typeface="Montserrat Light" pitchFamily="2" charset="0"/>
            </a:endParaRPr>
          </a:p>
          <a:p>
            <a:pPr marL="285750" indent="-285750">
              <a:buFont typeface="Arial" panose="020B0604020202020204" pitchFamily="34" charset="0"/>
              <a:buChar char="•"/>
            </a:pPr>
            <a:r>
              <a:rPr lang="en-US" sz="1600" dirty="0">
                <a:solidFill>
                  <a:schemeClr val="bg2">
                    <a:lumMod val="10000"/>
                  </a:schemeClr>
                </a:solidFill>
                <a:latin typeface="Montserrat Light" pitchFamily="2" charset="0"/>
              </a:rPr>
              <a:t>2026 650 Units</a:t>
            </a:r>
          </a:p>
          <a:p>
            <a:pPr marL="285750" indent="-285750">
              <a:buFont typeface="Arial" panose="020B0604020202020204" pitchFamily="34" charset="0"/>
              <a:buChar char="•"/>
            </a:pPr>
            <a:r>
              <a:rPr lang="en-US" sz="1600" dirty="0">
                <a:solidFill>
                  <a:schemeClr val="bg2">
                    <a:lumMod val="10000"/>
                  </a:schemeClr>
                </a:solidFill>
                <a:latin typeface="Montserrat Light" pitchFamily="2" charset="0"/>
              </a:rPr>
              <a:t>2027 800 Units</a:t>
            </a:r>
          </a:p>
          <a:p>
            <a:pPr marL="285750" indent="-285750">
              <a:buFont typeface="Arial" panose="020B0604020202020204" pitchFamily="34" charset="0"/>
              <a:buChar char="•"/>
            </a:pPr>
            <a:r>
              <a:rPr lang="en-US" sz="1600" dirty="0">
                <a:solidFill>
                  <a:schemeClr val="bg2">
                    <a:lumMod val="10000"/>
                  </a:schemeClr>
                </a:solidFill>
                <a:latin typeface="Montserrat Light" pitchFamily="2" charset="0"/>
              </a:rPr>
              <a:t>2028 1000 Units</a:t>
            </a:r>
          </a:p>
        </p:txBody>
      </p:sp>
      <p:sp>
        <p:nvSpPr>
          <p:cNvPr id="7" name="Titolo 14">
            <a:extLst>
              <a:ext uri="{FF2B5EF4-FFF2-40B4-BE49-F238E27FC236}">
                <a16:creationId xmlns:a16="http://schemas.microsoft.com/office/drawing/2014/main" id="{BB66E7FC-E58C-8F40-4880-6C798CB38FE9}"/>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4211401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704F-3CAE-45ED-B826-3518DC8E06B1}"/>
              </a:ext>
            </a:extLst>
          </p:cNvPr>
          <p:cNvSpPr>
            <a:spLocks noGrp="1"/>
          </p:cNvSpPr>
          <p:nvPr>
            <p:ph type="title"/>
          </p:nvPr>
        </p:nvSpPr>
        <p:spPr/>
        <p:txBody>
          <a:bodyPr/>
          <a:lstStyle/>
          <a:p>
            <a:r>
              <a:rPr lang="it-IT" dirty="0"/>
              <a:t>Major Requirements</a:t>
            </a:r>
          </a:p>
        </p:txBody>
      </p:sp>
      <p:sp>
        <p:nvSpPr>
          <p:cNvPr id="3" name="Titolo 14">
            <a:extLst>
              <a:ext uri="{FF2B5EF4-FFF2-40B4-BE49-F238E27FC236}">
                <a16:creationId xmlns:a16="http://schemas.microsoft.com/office/drawing/2014/main" id="{D6BBD6E1-D7AE-76B6-2DEB-3EBD36D648AD}"/>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2460224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4E53F-C02F-4FFD-9905-CA34D0606428}"/>
              </a:ext>
            </a:extLst>
          </p:cNvPr>
          <p:cNvSpPr>
            <a:spLocks noGrp="1"/>
          </p:cNvSpPr>
          <p:nvPr>
            <p:ph type="title"/>
          </p:nvPr>
        </p:nvSpPr>
        <p:spPr/>
        <p:txBody>
          <a:bodyPr/>
          <a:lstStyle/>
          <a:p>
            <a:r>
              <a:rPr lang="it-IT" dirty="0"/>
              <a:t>Major Requirements</a:t>
            </a:r>
          </a:p>
        </p:txBody>
      </p:sp>
      <p:sp>
        <p:nvSpPr>
          <p:cNvPr id="3" name="Slide Number Placeholder 2">
            <a:extLst>
              <a:ext uri="{FF2B5EF4-FFF2-40B4-BE49-F238E27FC236}">
                <a16:creationId xmlns:a16="http://schemas.microsoft.com/office/drawing/2014/main" id="{6CB27310-092E-4CE4-A1E9-C82EC700E7E0}"/>
              </a:ext>
            </a:extLst>
          </p:cNvPr>
          <p:cNvSpPr>
            <a:spLocks noGrp="1"/>
          </p:cNvSpPr>
          <p:nvPr>
            <p:ph type="sldNum" idx="4"/>
          </p:nvPr>
        </p:nvSpPr>
        <p:spPr/>
        <p:txBody>
          <a:bodyPr>
            <a:normAutofit fontScale="92500" lnSpcReduction="10000"/>
          </a:bodyPr>
          <a:lstStyle/>
          <a:p>
            <a:fld id="{00000000-1234-1234-1234-123412341234}" type="slidenum">
              <a:rPr lang="it-IT" smtClean="0"/>
              <a:pPr/>
              <a:t>14</a:t>
            </a:fld>
            <a:endParaRPr lang="it-IT" dirty="0"/>
          </a:p>
        </p:txBody>
      </p:sp>
      <p:sp>
        <p:nvSpPr>
          <p:cNvPr id="4" name="Date Placeholder 3">
            <a:extLst>
              <a:ext uri="{FF2B5EF4-FFF2-40B4-BE49-F238E27FC236}">
                <a16:creationId xmlns:a16="http://schemas.microsoft.com/office/drawing/2014/main" id="{842D0879-B639-4914-BB0F-C8491544BD63}"/>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31F07E5C-7783-4B27-975A-04628A4C9C64}"/>
              </a:ext>
            </a:extLst>
          </p:cNvPr>
          <p:cNvSpPr>
            <a:spLocks noGrp="1"/>
          </p:cNvSpPr>
          <p:nvPr>
            <p:ph type="subTitle" idx="1"/>
          </p:nvPr>
        </p:nvSpPr>
        <p:spPr/>
        <p:txBody>
          <a:bodyPr/>
          <a:lstStyle/>
          <a:p>
            <a:r>
              <a:rPr lang="it-IT" dirty="0"/>
              <a:t>Major Requirements</a:t>
            </a:r>
          </a:p>
        </p:txBody>
      </p:sp>
      <p:graphicFrame>
        <p:nvGraphicFramePr>
          <p:cNvPr id="6" name="Diagram 5">
            <a:extLst>
              <a:ext uri="{FF2B5EF4-FFF2-40B4-BE49-F238E27FC236}">
                <a16:creationId xmlns:a16="http://schemas.microsoft.com/office/drawing/2014/main" id="{DF292BF0-F038-4832-A7BA-B8200FBC9527}"/>
              </a:ext>
            </a:extLst>
          </p:cNvPr>
          <p:cNvGraphicFramePr/>
          <p:nvPr>
            <p:extLst>
              <p:ext uri="{D42A27DB-BD31-4B8C-83A1-F6EECF244321}">
                <p14:modId xmlns:p14="http://schemas.microsoft.com/office/powerpoint/2010/main" val="2267740043"/>
              </p:ext>
            </p:extLst>
          </p:nvPr>
        </p:nvGraphicFramePr>
        <p:xfrm>
          <a:off x="305025" y="1355715"/>
          <a:ext cx="11719827" cy="5534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7" descr="Checklist">
            <a:extLst>
              <a:ext uri="{FF2B5EF4-FFF2-40B4-BE49-F238E27FC236}">
                <a16:creationId xmlns:a16="http://schemas.microsoft.com/office/drawing/2014/main" id="{D3C82DDC-413E-4C13-BAB4-29918EB89E1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34688" y="503984"/>
            <a:ext cx="914400" cy="914400"/>
          </a:xfrm>
          <a:prstGeom prst="rect">
            <a:avLst/>
          </a:prstGeom>
        </p:spPr>
      </p:pic>
      <p:sp>
        <p:nvSpPr>
          <p:cNvPr id="10" name="Titolo 14">
            <a:extLst>
              <a:ext uri="{FF2B5EF4-FFF2-40B4-BE49-F238E27FC236}">
                <a16:creationId xmlns:a16="http://schemas.microsoft.com/office/drawing/2014/main" id="{F3538269-66AB-26EB-77F3-3E3838675F89}"/>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1355181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DA6A-B3FF-4C5B-8C78-9FEB9A733ECC}"/>
              </a:ext>
            </a:extLst>
          </p:cNvPr>
          <p:cNvSpPr>
            <a:spLocks noGrp="1"/>
          </p:cNvSpPr>
          <p:nvPr>
            <p:ph type="title"/>
          </p:nvPr>
        </p:nvSpPr>
        <p:spPr/>
        <p:txBody>
          <a:bodyPr/>
          <a:lstStyle/>
          <a:p>
            <a:r>
              <a:rPr lang="it-IT" dirty="0"/>
              <a:t>Additional Info about Requirements</a:t>
            </a:r>
          </a:p>
        </p:txBody>
      </p:sp>
      <p:sp>
        <p:nvSpPr>
          <p:cNvPr id="3" name="Titolo 14">
            <a:extLst>
              <a:ext uri="{FF2B5EF4-FFF2-40B4-BE49-F238E27FC236}">
                <a16:creationId xmlns:a16="http://schemas.microsoft.com/office/drawing/2014/main" id="{586B15BA-51E3-05A4-E8D4-FAB9D43643F1}"/>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3605539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E0F-EB75-4569-8B92-A61D0C19DA88}"/>
              </a:ext>
            </a:extLst>
          </p:cNvPr>
          <p:cNvSpPr>
            <a:spLocks noGrp="1"/>
          </p:cNvSpPr>
          <p:nvPr>
            <p:ph type="title"/>
          </p:nvPr>
        </p:nvSpPr>
        <p:spPr/>
        <p:txBody>
          <a:bodyPr/>
          <a:lstStyle/>
          <a:p>
            <a:r>
              <a:rPr lang="it-IT" dirty="0"/>
              <a:t>Major Requirements</a:t>
            </a:r>
          </a:p>
        </p:txBody>
      </p:sp>
      <p:sp>
        <p:nvSpPr>
          <p:cNvPr id="3" name="Slide Number Placeholder 2">
            <a:extLst>
              <a:ext uri="{FF2B5EF4-FFF2-40B4-BE49-F238E27FC236}">
                <a16:creationId xmlns:a16="http://schemas.microsoft.com/office/drawing/2014/main" id="{C5292BA2-8241-4CDC-9A67-2EFFDAD54B3A}"/>
              </a:ext>
            </a:extLst>
          </p:cNvPr>
          <p:cNvSpPr>
            <a:spLocks noGrp="1"/>
          </p:cNvSpPr>
          <p:nvPr>
            <p:ph type="sldNum" idx="4"/>
          </p:nvPr>
        </p:nvSpPr>
        <p:spPr/>
        <p:txBody>
          <a:bodyPr>
            <a:normAutofit fontScale="92500" lnSpcReduction="10000"/>
          </a:bodyPr>
          <a:lstStyle/>
          <a:p>
            <a:fld id="{00000000-1234-1234-1234-123412341234}" type="slidenum">
              <a:rPr lang="it-IT" smtClean="0"/>
              <a:pPr/>
              <a:t>16</a:t>
            </a:fld>
            <a:endParaRPr lang="it-IT" dirty="0"/>
          </a:p>
        </p:txBody>
      </p:sp>
      <p:sp>
        <p:nvSpPr>
          <p:cNvPr id="4" name="Date Placeholder 3">
            <a:extLst>
              <a:ext uri="{FF2B5EF4-FFF2-40B4-BE49-F238E27FC236}">
                <a16:creationId xmlns:a16="http://schemas.microsoft.com/office/drawing/2014/main" id="{346637F7-C718-46B2-A0C0-59ADBA23FA68}"/>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5A3EBD7D-6848-41F5-B0E5-FBC46E9A97B4}"/>
              </a:ext>
            </a:extLst>
          </p:cNvPr>
          <p:cNvSpPr>
            <a:spLocks noGrp="1"/>
          </p:cNvSpPr>
          <p:nvPr>
            <p:ph type="subTitle" idx="1"/>
          </p:nvPr>
        </p:nvSpPr>
        <p:spPr/>
        <p:txBody>
          <a:bodyPr/>
          <a:lstStyle/>
          <a:p>
            <a:r>
              <a:rPr lang="it-IT" dirty="0"/>
              <a:t>Additional Info about requirements</a:t>
            </a:r>
          </a:p>
        </p:txBody>
      </p:sp>
      <p:sp>
        <p:nvSpPr>
          <p:cNvPr id="6" name="TextBox 5">
            <a:extLst>
              <a:ext uri="{FF2B5EF4-FFF2-40B4-BE49-F238E27FC236}">
                <a16:creationId xmlns:a16="http://schemas.microsoft.com/office/drawing/2014/main" id="{CA4BBDA9-8EB0-4EE4-98B9-6F450A4B6B37}"/>
              </a:ext>
            </a:extLst>
          </p:cNvPr>
          <p:cNvSpPr txBox="1"/>
          <p:nvPr/>
        </p:nvSpPr>
        <p:spPr>
          <a:xfrm>
            <a:off x="745724" y="1473693"/>
            <a:ext cx="9463596" cy="2339102"/>
          </a:xfrm>
          <a:prstGeom prst="rect">
            <a:avLst/>
          </a:prstGeom>
          <a:noFill/>
        </p:spPr>
        <p:txBody>
          <a:bodyPr wrap="square" lIns="91440" tIns="45720" rIns="91440" bIns="45720" rtlCol="0" anchor="t">
            <a:spAutoFit/>
          </a:bodyPr>
          <a:lstStyle/>
          <a:p>
            <a:r>
              <a:rPr lang="it-IT" sz="1600" dirty="0">
                <a:solidFill>
                  <a:srgbClr val="5B5754">
                    <a:hueOff val="0"/>
                    <a:satOff val="0"/>
                    <a:lumOff val="0"/>
                    <a:alphaOff val="0"/>
                  </a:srgbClr>
                </a:solidFill>
                <a:latin typeface="Montserrat Light" pitchFamily="2" charset="0"/>
              </a:rPr>
              <a:t>OPTIONAL SECTION TO INCLUDE, FOR EXAMPLE:</a:t>
            </a:r>
          </a:p>
          <a:p>
            <a:pPr marL="285750" indent="-285750">
              <a:buFont typeface="Arial" panose="020B0604020202020204" pitchFamily="34" charset="0"/>
              <a:buChar char="•"/>
            </a:pPr>
            <a:r>
              <a:rPr lang="it-IT" sz="1600" dirty="0">
                <a:solidFill>
                  <a:srgbClr val="5B5754">
                    <a:hueOff val="0"/>
                    <a:satOff val="0"/>
                    <a:lumOff val="0"/>
                    <a:alphaOff val="0"/>
                  </a:srgbClr>
                </a:solidFill>
                <a:latin typeface="Montserrat Light" pitchFamily="2" charset="0"/>
              </a:rPr>
              <a:t>Benchmarking analysis</a:t>
            </a:r>
          </a:p>
          <a:p>
            <a:pPr marL="285750" indent="-285750">
              <a:buFont typeface="Arial" panose="020B0604020202020204" pitchFamily="34" charset="0"/>
              <a:buChar char="•"/>
            </a:pPr>
            <a:r>
              <a:rPr lang="it-IT" sz="1600" dirty="0">
                <a:solidFill>
                  <a:srgbClr val="5B5754">
                    <a:hueOff val="0"/>
                    <a:satOff val="0"/>
                    <a:lumOff val="0"/>
                    <a:alphaOff val="0"/>
                  </a:srgbClr>
                </a:solidFill>
                <a:latin typeface="Montserrat Light" pitchFamily="2" charset="0"/>
              </a:rPr>
              <a:t>Specific goals related to target cost</a:t>
            </a:r>
          </a:p>
          <a:p>
            <a:pPr marL="285750" indent="-285750">
              <a:buFont typeface="Arial" panose="020B0604020202020204" pitchFamily="34" charset="0"/>
              <a:buChar char="•"/>
            </a:pPr>
            <a:r>
              <a:rPr lang="it-IT" sz="1600" dirty="0">
                <a:solidFill>
                  <a:srgbClr val="5B5754">
                    <a:hueOff val="0"/>
                    <a:satOff val="0"/>
                    <a:lumOff val="0"/>
                    <a:alphaOff val="0"/>
                  </a:srgbClr>
                </a:solidFill>
                <a:latin typeface="Montserrat Light" pitchFamily="2" charset="0"/>
              </a:rPr>
              <a:t>Details about one of the requirements (e.g. on the sw part)</a:t>
            </a:r>
          </a:p>
          <a:p>
            <a:pPr marL="285750" indent="-285750">
              <a:buFont typeface="Arial" panose="020B0604020202020204" pitchFamily="34" charset="0"/>
              <a:buChar char="•"/>
            </a:pPr>
            <a:r>
              <a:rPr lang="it-IT" sz="1600" dirty="0">
                <a:solidFill>
                  <a:srgbClr val="5B5754">
                    <a:hueOff val="0"/>
                    <a:satOff val="0"/>
                    <a:lumOff val="0"/>
                    <a:alphaOff val="0"/>
                  </a:srgbClr>
                </a:solidFill>
                <a:latin typeface="Montserrat Light" pitchFamily="2" charset="0"/>
              </a:rPr>
              <a:t>Possible targets about performances, coming from Commercial Excellence</a:t>
            </a:r>
          </a:p>
          <a:p>
            <a:pPr marL="285750" indent="-285750">
              <a:buFont typeface="Arial" panose="020B0604020202020204" pitchFamily="34" charset="0"/>
              <a:buChar char="•"/>
            </a:pPr>
            <a:r>
              <a:rPr lang="en-US" sz="1600" dirty="0">
                <a:solidFill>
                  <a:srgbClr val="5B5754">
                    <a:hueOff val="0"/>
                    <a:satOff val="0"/>
                    <a:lumOff val="0"/>
                    <a:alphaOff val="0"/>
                  </a:srgbClr>
                </a:solidFill>
                <a:latin typeface="Montserrat Light" pitchFamily="2" charset="0"/>
              </a:rPr>
              <a:t>Potential markets and consequent required translations, coming from Commercial Excellence and/or Regulatory.</a:t>
            </a:r>
            <a:endParaRPr lang="it-IT" sz="1600" dirty="0">
              <a:solidFill>
                <a:srgbClr val="5B5754">
                  <a:hueOff val="0"/>
                  <a:satOff val="0"/>
                  <a:lumOff val="0"/>
                  <a:alphaOff val="0"/>
                </a:srgbClr>
              </a:solidFill>
              <a:latin typeface="Montserrat Light" pitchFamily="2" charset="0"/>
            </a:endParaRPr>
          </a:p>
          <a:p>
            <a:pPr marL="285750" indent="-285750">
              <a:buFont typeface="Arial" panose="020B0604020202020204" pitchFamily="34" charset="0"/>
              <a:buChar char="•"/>
            </a:pPr>
            <a:r>
              <a:rPr lang="en-US" sz="1600" dirty="0">
                <a:solidFill>
                  <a:srgbClr val="5B5754">
                    <a:hueOff val="0"/>
                    <a:satOff val="0"/>
                    <a:lumOff val="0"/>
                    <a:alphaOff val="0"/>
                  </a:srgbClr>
                </a:solidFill>
                <a:latin typeface="Montserrat Light" pitchFamily="2" charset="0"/>
              </a:rPr>
              <a:t>Risks and Mitigation</a:t>
            </a:r>
          </a:p>
          <a:p>
            <a:pPr marL="285750" indent="-285750">
              <a:buFont typeface="Arial" panose="020B0604020202020204" pitchFamily="34" charset="0"/>
              <a:buChar char="•"/>
            </a:pPr>
            <a:endParaRPr lang="it-IT" dirty="0">
              <a:solidFill>
                <a:srgbClr val="FF0000"/>
              </a:solidFill>
              <a:latin typeface="Montserrat Light" pitchFamily="2" charset="0"/>
            </a:endParaRPr>
          </a:p>
        </p:txBody>
      </p:sp>
      <p:sp>
        <p:nvSpPr>
          <p:cNvPr id="7" name="Titolo 14">
            <a:extLst>
              <a:ext uri="{FF2B5EF4-FFF2-40B4-BE49-F238E27FC236}">
                <a16:creationId xmlns:a16="http://schemas.microsoft.com/office/drawing/2014/main" id="{159527B8-31C2-8953-34DD-8843BC9AC0BB}"/>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664477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5CC0-5EBE-4116-B3F8-0D3728613010}"/>
              </a:ext>
            </a:extLst>
          </p:cNvPr>
          <p:cNvSpPr>
            <a:spLocks noGrp="1"/>
          </p:cNvSpPr>
          <p:nvPr>
            <p:ph type="title"/>
          </p:nvPr>
        </p:nvSpPr>
        <p:spPr/>
        <p:txBody>
          <a:bodyPr/>
          <a:lstStyle/>
          <a:p>
            <a:r>
              <a:rPr lang="it-IT" dirty="0"/>
              <a:t>Product Line and P/N</a:t>
            </a:r>
          </a:p>
        </p:txBody>
      </p:sp>
      <p:sp>
        <p:nvSpPr>
          <p:cNvPr id="3" name="Titolo 14">
            <a:extLst>
              <a:ext uri="{FF2B5EF4-FFF2-40B4-BE49-F238E27FC236}">
                <a16:creationId xmlns:a16="http://schemas.microsoft.com/office/drawing/2014/main" id="{38800AA3-A022-740B-69E3-38372C376686}"/>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1305504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E0F-EB75-4569-8B92-A61D0C19DA88}"/>
              </a:ext>
            </a:extLst>
          </p:cNvPr>
          <p:cNvSpPr>
            <a:spLocks noGrp="1"/>
          </p:cNvSpPr>
          <p:nvPr>
            <p:ph type="title"/>
          </p:nvPr>
        </p:nvSpPr>
        <p:spPr/>
        <p:txBody>
          <a:bodyPr/>
          <a:lstStyle/>
          <a:p>
            <a:r>
              <a:rPr lang="it-IT" dirty="0"/>
              <a:t>Product Line</a:t>
            </a:r>
          </a:p>
        </p:txBody>
      </p:sp>
      <p:sp>
        <p:nvSpPr>
          <p:cNvPr id="3" name="Slide Number Placeholder 2">
            <a:extLst>
              <a:ext uri="{FF2B5EF4-FFF2-40B4-BE49-F238E27FC236}">
                <a16:creationId xmlns:a16="http://schemas.microsoft.com/office/drawing/2014/main" id="{C5292BA2-8241-4CDC-9A67-2EFFDAD54B3A}"/>
              </a:ext>
            </a:extLst>
          </p:cNvPr>
          <p:cNvSpPr>
            <a:spLocks noGrp="1"/>
          </p:cNvSpPr>
          <p:nvPr>
            <p:ph type="sldNum" idx="4"/>
          </p:nvPr>
        </p:nvSpPr>
        <p:spPr/>
        <p:txBody>
          <a:bodyPr>
            <a:normAutofit fontScale="92500" lnSpcReduction="10000"/>
          </a:bodyPr>
          <a:lstStyle/>
          <a:p>
            <a:fld id="{00000000-1234-1234-1234-123412341234}" type="slidenum">
              <a:rPr lang="it-IT" smtClean="0"/>
              <a:pPr/>
              <a:t>18</a:t>
            </a:fld>
            <a:endParaRPr lang="it-IT" dirty="0"/>
          </a:p>
        </p:txBody>
      </p:sp>
      <p:sp>
        <p:nvSpPr>
          <p:cNvPr id="4" name="Date Placeholder 3">
            <a:extLst>
              <a:ext uri="{FF2B5EF4-FFF2-40B4-BE49-F238E27FC236}">
                <a16:creationId xmlns:a16="http://schemas.microsoft.com/office/drawing/2014/main" id="{346637F7-C718-46B2-A0C0-59ADBA23FA68}"/>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5A3EBD7D-6848-41F5-B0E5-FBC46E9A97B4}"/>
              </a:ext>
            </a:extLst>
          </p:cNvPr>
          <p:cNvSpPr>
            <a:spLocks noGrp="1"/>
          </p:cNvSpPr>
          <p:nvPr>
            <p:ph type="subTitle" idx="1"/>
          </p:nvPr>
        </p:nvSpPr>
        <p:spPr/>
        <p:txBody>
          <a:bodyPr/>
          <a:lstStyle/>
          <a:p>
            <a:r>
              <a:rPr lang="it-IT" dirty="0"/>
              <a:t>Product Line</a:t>
            </a:r>
          </a:p>
        </p:txBody>
      </p:sp>
      <p:sp>
        <p:nvSpPr>
          <p:cNvPr id="6" name="Content Placeholder 2">
            <a:extLst>
              <a:ext uri="{FF2B5EF4-FFF2-40B4-BE49-F238E27FC236}">
                <a16:creationId xmlns:a16="http://schemas.microsoft.com/office/drawing/2014/main" id="{23E3C204-63F2-4A13-826B-612CF12837D4}"/>
              </a:ext>
            </a:extLst>
          </p:cNvPr>
          <p:cNvSpPr txBox="1">
            <a:spLocks/>
          </p:cNvSpPr>
          <p:nvPr/>
        </p:nvSpPr>
        <p:spPr>
          <a:xfrm>
            <a:off x="774964" y="1948243"/>
            <a:ext cx="10974124" cy="3836595"/>
          </a:xfrm>
          <a:prstGeom prst="rect">
            <a:avLst/>
          </a:prstGeom>
        </p:spPr>
        <p:txBody>
          <a:bodyPr anchor="ctr">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3800" b="0" i="0" kern="1200">
                <a:solidFill>
                  <a:schemeClr val="accent1"/>
                </a:solidFill>
                <a:latin typeface="Montserrat Light" pitchFamily="2"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endParaRPr lang="it-IT" sz="1100" dirty="0"/>
          </a:p>
          <a:p>
            <a:pPr marL="457200" indent="-457200">
              <a:lnSpc>
                <a:spcPct val="150000"/>
              </a:lnSpc>
              <a:buFont typeface="Wingdings" panose="05000000000000000000" pitchFamily="2" charset="2"/>
              <a:buChar char="q"/>
            </a:pPr>
            <a:r>
              <a:rPr lang="it-IT" sz="2000" b="1" dirty="0">
                <a:solidFill>
                  <a:srgbClr val="5B5754">
                    <a:hueOff val="0"/>
                    <a:satOff val="0"/>
                    <a:lumOff val="0"/>
                    <a:alphaOff val="0"/>
                  </a:srgbClr>
                </a:solidFill>
                <a:latin typeface="Montserrat" pitchFamily="2" charset="0"/>
                <a:sym typeface="Wingdings" panose="05000000000000000000" pitchFamily="2" charset="2"/>
              </a:rPr>
              <a:t>PTB-CLN.024</a:t>
            </a:r>
            <a:r>
              <a:rPr lang="it-IT" sz="2000" dirty="0">
                <a:solidFill>
                  <a:srgbClr val="5B5754">
                    <a:hueOff val="0"/>
                    <a:satOff val="0"/>
                    <a:lumOff val="0"/>
                    <a:alphaOff val="0"/>
                  </a:srgbClr>
                </a:solidFill>
                <a:latin typeface="Montserrat" pitchFamily="2" charset="0"/>
                <a:sym typeface="Wingdings" panose="05000000000000000000" pitchFamily="2" charset="2"/>
              </a:rPr>
              <a:t> (ProTube Phlebotomy Assistant SW) </a:t>
            </a:r>
          </a:p>
          <a:p>
            <a:pPr marL="914400" lvl="1" indent="-457200" algn="l">
              <a:lnSpc>
                <a:spcPct val="150000"/>
              </a:lnSpc>
              <a:buFont typeface="Wingdings" panose="05000000000000000000" pitchFamily="2" charset="2"/>
              <a:buChar char="§"/>
              <a:tabLst>
                <a:tab pos="712788" algn="l"/>
              </a:tabLst>
            </a:pPr>
            <a:r>
              <a:rPr lang="it-IT" dirty="0">
                <a:solidFill>
                  <a:srgbClr val="5B5754">
                    <a:hueOff val="0"/>
                    <a:satOff val="0"/>
                    <a:lumOff val="0"/>
                    <a:alphaOff val="0"/>
                  </a:srgbClr>
                </a:solidFill>
                <a:latin typeface="Montserrat" pitchFamily="2" charset="0"/>
                <a:sym typeface="Wingdings" panose="05000000000000000000" pitchFamily="2" charset="2"/>
              </a:rPr>
              <a:t>ProTube Smart Device App PSDA 4.4.0</a:t>
            </a:r>
          </a:p>
          <a:p>
            <a:pPr marL="457200" indent="-457200">
              <a:lnSpc>
                <a:spcPct val="150000"/>
              </a:lnSpc>
              <a:buFont typeface="Wingdings" panose="05000000000000000000" pitchFamily="2" charset="2"/>
              <a:buChar char="q"/>
            </a:pPr>
            <a:r>
              <a:rPr lang="it-IT" sz="2000" b="1" dirty="0">
                <a:solidFill>
                  <a:srgbClr val="5B5754">
                    <a:hueOff val="0"/>
                    <a:satOff val="0"/>
                    <a:lumOff val="0"/>
                    <a:alphaOff val="0"/>
                  </a:srgbClr>
                </a:solidFill>
                <a:latin typeface="Montserrat" pitchFamily="2" charset="0"/>
                <a:sym typeface="Wingdings" panose="05000000000000000000" pitchFamily="2" charset="2"/>
              </a:rPr>
              <a:t>PTB-SRV.020</a:t>
            </a:r>
            <a:r>
              <a:rPr lang="it-IT" sz="2000" dirty="0">
                <a:solidFill>
                  <a:srgbClr val="5B5754">
                    <a:hueOff val="0"/>
                    <a:satOff val="0"/>
                    <a:lumOff val="0"/>
                    <a:alphaOff val="0"/>
                  </a:srgbClr>
                </a:solidFill>
                <a:latin typeface="Montserrat" pitchFamily="2" charset="0"/>
                <a:sym typeface="Wingdings" panose="05000000000000000000" pitchFamily="2" charset="2"/>
              </a:rPr>
              <a:t> (ProTube System Server </a:t>
            </a:r>
            <a:r>
              <a:rPr lang="it-IT" sz="2000" dirty="0" err="1">
                <a:solidFill>
                  <a:srgbClr val="5B5754">
                    <a:hueOff val="0"/>
                    <a:satOff val="0"/>
                    <a:lumOff val="0"/>
                    <a:alphaOff val="0"/>
                  </a:srgbClr>
                </a:solidFill>
                <a:latin typeface="Montserrat" pitchFamily="2" charset="0"/>
                <a:sym typeface="Wingdings" panose="05000000000000000000" pitchFamily="2" charset="2"/>
              </a:rPr>
              <a:t>components</a:t>
            </a:r>
            <a:r>
              <a:rPr lang="it-IT" sz="2000" dirty="0">
                <a:solidFill>
                  <a:srgbClr val="5B5754">
                    <a:hueOff val="0"/>
                    <a:satOff val="0"/>
                    <a:lumOff val="0"/>
                    <a:alphaOff val="0"/>
                  </a:srgbClr>
                </a:solidFill>
                <a:latin typeface="Montserrat" pitchFamily="2" charset="0"/>
                <a:sym typeface="Wingdings" panose="05000000000000000000" pitchFamily="2" charset="2"/>
              </a:rPr>
              <a:t>)</a:t>
            </a:r>
          </a:p>
          <a:p>
            <a:pPr marL="914400" lvl="1" indent="-457200" algn="l">
              <a:lnSpc>
                <a:spcPct val="150000"/>
              </a:lnSpc>
              <a:buFont typeface="Wingdings" panose="05000000000000000000" pitchFamily="2" charset="2"/>
              <a:buChar char="§"/>
              <a:tabLst>
                <a:tab pos="895350" algn="l"/>
              </a:tabLst>
            </a:pPr>
            <a:r>
              <a:rPr lang="en-US" dirty="0">
                <a:solidFill>
                  <a:srgbClr val="5B5754">
                    <a:hueOff val="0"/>
                    <a:satOff val="0"/>
                    <a:lumOff val="0"/>
                    <a:alphaOff val="0"/>
                  </a:srgbClr>
                </a:solidFill>
                <a:latin typeface="Montserrat" pitchFamily="2" charset="0"/>
                <a:sym typeface="Wingdings" panose="05000000000000000000" pitchFamily="2" charset="2"/>
              </a:rPr>
              <a:t>ProTube Service 6.0.0</a:t>
            </a:r>
          </a:p>
          <a:p>
            <a:pPr marL="914400" lvl="1" indent="-457200" algn="l">
              <a:lnSpc>
                <a:spcPct val="150000"/>
              </a:lnSpc>
              <a:buFont typeface="Wingdings" panose="05000000000000000000" pitchFamily="2" charset="2"/>
              <a:buChar char="§"/>
              <a:tabLst>
                <a:tab pos="895350" algn="l"/>
              </a:tabLst>
            </a:pPr>
            <a:r>
              <a:rPr lang="en-US" dirty="0">
                <a:solidFill>
                  <a:srgbClr val="5B5754">
                    <a:hueOff val="0"/>
                    <a:satOff val="0"/>
                    <a:lumOff val="0"/>
                    <a:alphaOff val="0"/>
                  </a:srgbClr>
                </a:solidFill>
                <a:latin typeface="Montserrat" pitchFamily="2" charset="0"/>
                <a:sym typeface="Wingdings" panose="05000000000000000000" pitchFamily="2" charset="2"/>
              </a:rPr>
              <a:t>Queue Management Service 3.0.0</a:t>
            </a:r>
          </a:p>
          <a:p>
            <a:pPr marL="914400" lvl="1" indent="-457200" algn="l">
              <a:lnSpc>
                <a:spcPct val="150000"/>
              </a:lnSpc>
              <a:buFont typeface="Wingdings" panose="05000000000000000000" pitchFamily="2" charset="2"/>
              <a:buChar char="§"/>
              <a:tabLst>
                <a:tab pos="895350" algn="l"/>
              </a:tabLst>
            </a:pPr>
            <a:r>
              <a:rPr lang="en-US" dirty="0">
                <a:solidFill>
                  <a:srgbClr val="5B5754">
                    <a:hueOff val="0"/>
                    <a:satOff val="0"/>
                    <a:lumOff val="0"/>
                    <a:alphaOff val="0"/>
                  </a:srgbClr>
                </a:solidFill>
                <a:latin typeface="Montserrat" pitchFamily="2" charset="0"/>
                <a:sym typeface="Wingdings" panose="05000000000000000000" pitchFamily="2" charset="2"/>
              </a:rPr>
              <a:t>ProTube System Installer 4.0.0</a:t>
            </a:r>
          </a:p>
          <a:p>
            <a:pPr marL="457200" indent="-457200">
              <a:lnSpc>
                <a:spcPct val="150000"/>
              </a:lnSpc>
              <a:buFont typeface="Wingdings" panose="05000000000000000000" pitchFamily="2" charset="2"/>
              <a:buChar char="§"/>
              <a:tabLst>
                <a:tab pos="895350" algn="l"/>
              </a:tabLst>
            </a:pPr>
            <a:r>
              <a:rPr lang="en-US" sz="2100" b="1" dirty="0">
                <a:solidFill>
                  <a:srgbClr val="5B5754">
                    <a:hueOff val="0"/>
                    <a:satOff val="0"/>
                    <a:lumOff val="0"/>
                    <a:alphaOff val="0"/>
                  </a:srgbClr>
                </a:solidFill>
                <a:latin typeface="Montserrat" pitchFamily="2" charset="0"/>
                <a:sym typeface="Wingdings" panose="05000000000000000000" pitchFamily="2" charset="2"/>
              </a:rPr>
              <a:t>PTB-LCS.009</a:t>
            </a:r>
            <a:r>
              <a:rPr lang="en-US" sz="2100" dirty="0">
                <a:solidFill>
                  <a:srgbClr val="5B5754">
                    <a:hueOff val="0"/>
                    <a:satOff val="0"/>
                    <a:lumOff val="0"/>
                    <a:alphaOff val="0"/>
                  </a:srgbClr>
                </a:solidFill>
                <a:latin typeface="Montserrat" pitchFamily="2" charset="0"/>
                <a:sym typeface="Wingdings" panose="05000000000000000000" pitchFamily="2" charset="2"/>
              </a:rPr>
              <a:t> (ProTube Lab Check-in Station</a:t>
            </a:r>
          </a:p>
          <a:p>
            <a:pPr marL="914400" lvl="1" indent="-457200" algn="l">
              <a:lnSpc>
                <a:spcPct val="150000"/>
              </a:lnSpc>
              <a:buFont typeface="Wingdings" panose="05000000000000000000" pitchFamily="2" charset="2"/>
              <a:buChar char="§"/>
              <a:tabLst>
                <a:tab pos="895350" algn="l"/>
              </a:tabLst>
            </a:pPr>
            <a:r>
              <a:rPr lang="en-US" sz="2100" dirty="0">
                <a:solidFill>
                  <a:srgbClr val="5B5754">
                    <a:hueOff val="0"/>
                    <a:satOff val="0"/>
                    <a:lumOff val="0"/>
                    <a:alphaOff val="0"/>
                  </a:srgbClr>
                </a:solidFill>
                <a:latin typeface="Montserrat" pitchFamily="2" charset="0"/>
                <a:sym typeface="Wingdings" panose="05000000000000000000" pitchFamily="2" charset="2"/>
              </a:rPr>
              <a:t>ProTube Lab Check-in Station 3.1.0</a:t>
            </a:r>
          </a:p>
          <a:p>
            <a:pPr lvl="1">
              <a:lnSpc>
                <a:spcPct val="150000"/>
              </a:lnSpc>
              <a:tabLst>
                <a:tab pos="895350" algn="l"/>
              </a:tabLst>
            </a:pPr>
            <a:endParaRPr lang="en-US" sz="300" dirty="0">
              <a:solidFill>
                <a:srgbClr val="5B5754">
                  <a:hueOff val="0"/>
                  <a:satOff val="0"/>
                  <a:lumOff val="0"/>
                  <a:alphaOff val="0"/>
                </a:srgbClr>
              </a:solidFill>
              <a:latin typeface="Montserrat" pitchFamily="2" charset="0"/>
              <a:sym typeface="Wingdings" panose="05000000000000000000" pitchFamily="2" charset="2"/>
            </a:endParaRPr>
          </a:p>
        </p:txBody>
      </p:sp>
      <p:pic>
        <p:nvPicPr>
          <p:cNvPr id="7" name="Graphic 6" descr="Open folder">
            <a:extLst>
              <a:ext uri="{FF2B5EF4-FFF2-40B4-BE49-F238E27FC236}">
                <a16:creationId xmlns:a16="http://schemas.microsoft.com/office/drawing/2014/main" id="{537AA20C-EBE8-4147-9D96-F532A0EB71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34688" y="468681"/>
            <a:ext cx="914400" cy="914400"/>
          </a:xfrm>
          <a:prstGeom prst="rect">
            <a:avLst/>
          </a:prstGeom>
        </p:spPr>
      </p:pic>
      <p:sp>
        <p:nvSpPr>
          <p:cNvPr id="8" name="Titolo 14">
            <a:extLst>
              <a:ext uri="{FF2B5EF4-FFF2-40B4-BE49-F238E27FC236}">
                <a16:creationId xmlns:a16="http://schemas.microsoft.com/office/drawing/2014/main" id="{C5BB2B56-EE26-D5BB-7EE4-B993123ACAA8}"/>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
        <p:nvSpPr>
          <p:cNvPr id="11" name="TextBox 10">
            <a:extLst>
              <a:ext uri="{FF2B5EF4-FFF2-40B4-BE49-F238E27FC236}">
                <a16:creationId xmlns:a16="http://schemas.microsoft.com/office/drawing/2014/main" id="{13D4F30E-3D44-1FDC-BF93-0316B922D14F}"/>
              </a:ext>
            </a:extLst>
          </p:cNvPr>
          <p:cNvSpPr txBox="1"/>
          <p:nvPr/>
        </p:nvSpPr>
        <p:spPr>
          <a:xfrm>
            <a:off x="738451" y="1383081"/>
            <a:ext cx="6096000" cy="369332"/>
          </a:xfrm>
          <a:prstGeom prst="rect">
            <a:avLst/>
          </a:prstGeom>
          <a:noFill/>
        </p:spPr>
        <p:txBody>
          <a:bodyPr wrap="square">
            <a:spAutoFit/>
          </a:bodyPr>
          <a:lstStyle/>
          <a:p>
            <a:r>
              <a:rPr lang="it-IT" sz="1800" b="1" u="sng" dirty="0">
                <a:solidFill>
                  <a:schemeClr val="accent2"/>
                </a:solidFill>
                <a:latin typeface="Montserrat" pitchFamily="2" charset="0"/>
              </a:rPr>
              <a:t>P/N coding </a:t>
            </a:r>
            <a:r>
              <a:rPr lang="it-IT" sz="1800" b="1" u="sng" dirty="0" err="1">
                <a:solidFill>
                  <a:schemeClr val="accent2"/>
                </a:solidFill>
                <a:latin typeface="Montserrat" pitchFamily="2" charset="0"/>
              </a:rPr>
              <a:t>depending</a:t>
            </a:r>
            <a:r>
              <a:rPr lang="it-IT" sz="1800" b="1" u="sng" dirty="0">
                <a:solidFill>
                  <a:schemeClr val="accent2"/>
                </a:solidFill>
                <a:latin typeface="Montserrat" pitchFamily="2" charset="0"/>
              </a:rPr>
              <a:t> on the Product Line</a:t>
            </a:r>
            <a:r>
              <a:rPr lang="it-IT" sz="1800" dirty="0">
                <a:solidFill>
                  <a:schemeClr val="accent2"/>
                </a:solidFill>
                <a:latin typeface="Montserrat" pitchFamily="2" charset="0"/>
              </a:rPr>
              <a:t>: </a:t>
            </a:r>
          </a:p>
        </p:txBody>
      </p:sp>
    </p:spTree>
    <p:extLst>
      <p:ext uri="{BB962C8B-B14F-4D97-AF65-F5344CB8AC3E}">
        <p14:creationId xmlns:p14="http://schemas.microsoft.com/office/powerpoint/2010/main" val="4184781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D3F25-E404-4B79-AA6D-A8A62DBF7109}"/>
              </a:ext>
            </a:extLst>
          </p:cNvPr>
          <p:cNvSpPr>
            <a:spLocks noGrp="1"/>
          </p:cNvSpPr>
          <p:nvPr>
            <p:ph type="title"/>
          </p:nvPr>
        </p:nvSpPr>
        <p:spPr/>
        <p:txBody>
          <a:bodyPr/>
          <a:lstStyle/>
          <a:p>
            <a:r>
              <a:rPr lang="it-IT" dirty="0"/>
              <a:t>Preliminary Effort Estimation</a:t>
            </a:r>
          </a:p>
        </p:txBody>
      </p:sp>
      <p:sp>
        <p:nvSpPr>
          <p:cNvPr id="3" name="Titolo 14">
            <a:extLst>
              <a:ext uri="{FF2B5EF4-FFF2-40B4-BE49-F238E27FC236}">
                <a16:creationId xmlns:a16="http://schemas.microsoft.com/office/drawing/2014/main" id="{3562A7ED-6CD2-6E7D-5D1D-DBBFADF3449D}"/>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2501341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E0F-EB75-4569-8B92-A61D0C19DA88}"/>
              </a:ext>
            </a:extLst>
          </p:cNvPr>
          <p:cNvSpPr>
            <a:spLocks noGrp="1"/>
          </p:cNvSpPr>
          <p:nvPr>
            <p:ph type="title"/>
          </p:nvPr>
        </p:nvSpPr>
        <p:spPr>
          <a:xfrm>
            <a:off x="3698167" y="6408184"/>
            <a:ext cx="4633586" cy="365125"/>
          </a:xfrm>
        </p:spPr>
        <p:txBody>
          <a:bodyPr/>
          <a:lstStyle/>
          <a:p>
            <a:r>
              <a:rPr lang="it-IT" dirty="0"/>
              <a:t>Preliminari Effort Estimation</a:t>
            </a:r>
          </a:p>
        </p:txBody>
      </p:sp>
      <p:sp>
        <p:nvSpPr>
          <p:cNvPr id="3" name="Slide Number Placeholder 2">
            <a:extLst>
              <a:ext uri="{FF2B5EF4-FFF2-40B4-BE49-F238E27FC236}">
                <a16:creationId xmlns:a16="http://schemas.microsoft.com/office/drawing/2014/main" id="{C5292BA2-8241-4CDC-9A67-2EFFDAD54B3A}"/>
              </a:ext>
            </a:extLst>
          </p:cNvPr>
          <p:cNvSpPr>
            <a:spLocks noGrp="1"/>
          </p:cNvSpPr>
          <p:nvPr>
            <p:ph type="sldNum" idx="4"/>
          </p:nvPr>
        </p:nvSpPr>
        <p:spPr/>
        <p:txBody>
          <a:bodyPr>
            <a:normAutofit fontScale="92500" lnSpcReduction="10000"/>
          </a:bodyPr>
          <a:lstStyle/>
          <a:p>
            <a:fld id="{00000000-1234-1234-1234-123412341234}" type="slidenum">
              <a:rPr lang="it-IT" smtClean="0"/>
              <a:pPr/>
              <a:t>20</a:t>
            </a:fld>
            <a:endParaRPr lang="it-IT" dirty="0"/>
          </a:p>
        </p:txBody>
      </p:sp>
      <p:sp>
        <p:nvSpPr>
          <p:cNvPr id="4" name="Date Placeholder 3">
            <a:extLst>
              <a:ext uri="{FF2B5EF4-FFF2-40B4-BE49-F238E27FC236}">
                <a16:creationId xmlns:a16="http://schemas.microsoft.com/office/drawing/2014/main" id="{346637F7-C718-46B2-A0C0-59ADBA23FA68}"/>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5A3EBD7D-6848-41F5-B0E5-FBC46E9A97B4}"/>
              </a:ext>
            </a:extLst>
          </p:cNvPr>
          <p:cNvSpPr>
            <a:spLocks noGrp="1"/>
          </p:cNvSpPr>
          <p:nvPr>
            <p:ph type="subTitle" idx="1"/>
          </p:nvPr>
        </p:nvSpPr>
        <p:spPr/>
        <p:txBody>
          <a:bodyPr/>
          <a:lstStyle/>
          <a:p>
            <a:r>
              <a:rPr lang="it-IT" dirty="0"/>
              <a:t>Preliminary Effort Estimation</a:t>
            </a:r>
          </a:p>
        </p:txBody>
      </p:sp>
      <p:pic>
        <p:nvPicPr>
          <p:cNvPr id="8" name="Graphic 7" descr="Puzzle pieces">
            <a:extLst>
              <a:ext uri="{FF2B5EF4-FFF2-40B4-BE49-F238E27FC236}">
                <a16:creationId xmlns:a16="http://schemas.microsoft.com/office/drawing/2014/main" id="{BBF5400D-D4B9-4000-8EE7-73895F0522A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34688" y="468681"/>
            <a:ext cx="914400" cy="914400"/>
          </a:xfrm>
          <a:prstGeom prst="rect">
            <a:avLst/>
          </a:prstGeom>
        </p:spPr>
      </p:pic>
      <p:sp>
        <p:nvSpPr>
          <p:cNvPr id="10" name="TextBox 9">
            <a:extLst>
              <a:ext uri="{FF2B5EF4-FFF2-40B4-BE49-F238E27FC236}">
                <a16:creationId xmlns:a16="http://schemas.microsoft.com/office/drawing/2014/main" id="{2A1B2A51-8DBD-43B8-96DF-F28D3E03D152}"/>
              </a:ext>
            </a:extLst>
          </p:cNvPr>
          <p:cNvSpPr txBox="1"/>
          <p:nvPr/>
        </p:nvSpPr>
        <p:spPr>
          <a:xfrm>
            <a:off x="381000" y="1208356"/>
            <a:ext cx="10795519" cy="1600438"/>
          </a:xfrm>
          <a:prstGeom prst="rect">
            <a:avLst/>
          </a:prstGeom>
          <a:noFill/>
        </p:spPr>
        <p:txBody>
          <a:bodyPr wrap="square" rtlCol="0">
            <a:spAutoFit/>
          </a:bodyPr>
          <a:lstStyle/>
          <a:p>
            <a:r>
              <a:rPr lang="en-US" sz="1400" dirty="0">
                <a:solidFill>
                  <a:srgbClr val="5B5754">
                    <a:hueOff val="0"/>
                    <a:satOff val="0"/>
                    <a:lumOff val="0"/>
                    <a:alphaOff val="0"/>
                  </a:srgbClr>
                </a:solidFill>
                <a:latin typeface="Montserrat Light" pitchFamily="2" charset="0"/>
              </a:rPr>
              <a:t>For this increment it is expected the following effort</a:t>
            </a:r>
          </a:p>
          <a:p>
            <a:pPr marL="285750" indent="-285750">
              <a:buFont typeface="Arial" panose="020B0604020202020204" pitchFamily="34" charset="0"/>
              <a:buChar char="•"/>
            </a:pPr>
            <a:r>
              <a:rPr lang="en-US" sz="1400" dirty="0">
                <a:solidFill>
                  <a:srgbClr val="5B5754">
                    <a:hueOff val="0"/>
                    <a:satOff val="0"/>
                    <a:lumOff val="0"/>
                    <a:alphaOff val="0"/>
                  </a:srgbClr>
                </a:solidFill>
                <a:latin typeface="Montserrat Light" pitchFamily="2" charset="0"/>
              </a:rPr>
              <a:t>Project Management: 	118h</a:t>
            </a:r>
          </a:p>
          <a:p>
            <a:pPr marL="285750" indent="-285750">
              <a:buFont typeface="Arial" panose="020B0604020202020204" pitchFamily="34" charset="0"/>
              <a:buChar char="•"/>
            </a:pPr>
            <a:r>
              <a:rPr lang="en-US" sz="1400" dirty="0">
                <a:solidFill>
                  <a:srgbClr val="5B5754">
                    <a:hueOff val="0"/>
                    <a:satOff val="0"/>
                    <a:lumOff val="0"/>
                    <a:alphaOff val="0"/>
                  </a:srgbClr>
                </a:solidFill>
                <a:latin typeface="Montserrat Light" pitchFamily="2" charset="0"/>
              </a:rPr>
              <a:t>SW Development: 	1574h</a:t>
            </a:r>
          </a:p>
          <a:p>
            <a:pPr marL="285750" indent="-285750">
              <a:buFont typeface="Arial" panose="020B0604020202020204" pitchFamily="34" charset="0"/>
              <a:buChar char="•"/>
            </a:pPr>
            <a:r>
              <a:rPr lang="en-US" sz="1400" dirty="0">
                <a:solidFill>
                  <a:srgbClr val="5B5754">
                    <a:hueOff val="0"/>
                    <a:satOff val="0"/>
                    <a:lumOff val="0"/>
                    <a:alphaOff val="0"/>
                  </a:srgbClr>
                </a:solidFill>
                <a:latin typeface="Montserrat Light" pitchFamily="2" charset="0"/>
              </a:rPr>
              <a:t>SW testing: 		576h</a:t>
            </a:r>
          </a:p>
          <a:p>
            <a:pPr marL="285750" indent="-285750">
              <a:buFont typeface="Arial" panose="020B0604020202020204" pitchFamily="34" charset="0"/>
              <a:buChar char="•"/>
            </a:pPr>
            <a:r>
              <a:rPr lang="en-US" sz="1400" dirty="0">
                <a:solidFill>
                  <a:srgbClr val="5B5754">
                    <a:hueOff val="0"/>
                    <a:satOff val="0"/>
                    <a:lumOff val="0"/>
                    <a:alphaOff val="0"/>
                  </a:srgbClr>
                </a:solidFill>
                <a:latin typeface="Montserrat Light" pitchFamily="2" charset="0"/>
              </a:rPr>
              <a:t>System testing: 		132h</a:t>
            </a:r>
          </a:p>
          <a:p>
            <a:pPr marL="285750" indent="-285750">
              <a:buFont typeface="Arial" panose="020B0604020202020204" pitchFamily="34" charset="0"/>
              <a:buChar char="•"/>
            </a:pPr>
            <a:endParaRPr lang="en-US" sz="1400" dirty="0">
              <a:solidFill>
                <a:srgbClr val="5B5754">
                  <a:hueOff val="0"/>
                  <a:satOff val="0"/>
                  <a:lumOff val="0"/>
                  <a:alphaOff val="0"/>
                </a:srgbClr>
              </a:solidFill>
              <a:latin typeface="Montserrat Light" pitchFamily="2" charset="0"/>
            </a:endParaRPr>
          </a:p>
          <a:p>
            <a:pPr marL="285750" indent="-285750">
              <a:buFont typeface="Arial" panose="020B0604020202020204" pitchFamily="34" charset="0"/>
              <a:buChar char="•"/>
            </a:pPr>
            <a:r>
              <a:rPr lang="en-US" sz="1400" b="1" dirty="0">
                <a:solidFill>
                  <a:srgbClr val="5B5754">
                    <a:hueOff val="0"/>
                    <a:satOff val="0"/>
                    <a:lumOff val="0"/>
                    <a:alphaOff val="0"/>
                  </a:srgbClr>
                </a:solidFill>
                <a:latin typeface="Montserrat Light" pitchFamily="2" charset="0"/>
              </a:rPr>
              <a:t>Tot			2400h</a:t>
            </a:r>
          </a:p>
        </p:txBody>
      </p:sp>
      <p:sp>
        <p:nvSpPr>
          <p:cNvPr id="9" name="Titolo 14">
            <a:extLst>
              <a:ext uri="{FF2B5EF4-FFF2-40B4-BE49-F238E27FC236}">
                <a16:creationId xmlns:a16="http://schemas.microsoft.com/office/drawing/2014/main" id="{9AA6558F-310A-F809-46C5-9783494916CB}"/>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2267221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A664E-D89E-4EEE-A559-3C33909B845C}"/>
              </a:ext>
            </a:extLst>
          </p:cNvPr>
          <p:cNvSpPr>
            <a:spLocks noGrp="1"/>
          </p:cNvSpPr>
          <p:nvPr>
            <p:ph type="title"/>
          </p:nvPr>
        </p:nvSpPr>
        <p:spPr/>
        <p:txBody>
          <a:bodyPr/>
          <a:lstStyle/>
          <a:p>
            <a:r>
              <a:rPr lang="it-IT" dirty="0"/>
              <a:t>Timeline</a:t>
            </a:r>
          </a:p>
        </p:txBody>
      </p:sp>
      <p:sp>
        <p:nvSpPr>
          <p:cNvPr id="3" name="Titolo 14">
            <a:extLst>
              <a:ext uri="{FF2B5EF4-FFF2-40B4-BE49-F238E27FC236}">
                <a16:creationId xmlns:a16="http://schemas.microsoft.com/office/drawing/2014/main" id="{CCFEC597-6030-F15A-B88C-2C2B57C14D04}"/>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838873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78EE1-0C6F-4354-A078-88ED8298236F}"/>
              </a:ext>
            </a:extLst>
          </p:cNvPr>
          <p:cNvSpPr>
            <a:spLocks noGrp="1"/>
          </p:cNvSpPr>
          <p:nvPr>
            <p:ph type="title"/>
          </p:nvPr>
        </p:nvSpPr>
        <p:spPr/>
        <p:txBody>
          <a:bodyPr/>
          <a:lstStyle/>
          <a:p>
            <a:r>
              <a:rPr lang="it-IT" dirty="0"/>
              <a:t>Timeline</a:t>
            </a:r>
          </a:p>
        </p:txBody>
      </p:sp>
      <p:sp>
        <p:nvSpPr>
          <p:cNvPr id="3" name="Slide Number Placeholder 2">
            <a:extLst>
              <a:ext uri="{FF2B5EF4-FFF2-40B4-BE49-F238E27FC236}">
                <a16:creationId xmlns:a16="http://schemas.microsoft.com/office/drawing/2014/main" id="{99F3D099-3DD7-4036-8501-A09D491AC549}"/>
              </a:ext>
            </a:extLst>
          </p:cNvPr>
          <p:cNvSpPr>
            <a:spLocks noGrp="1"/>
          </p:cNvSpPr>
          <p:nvPr>
            <p:ph type="sldNum" idx="4"/>
          </p:nvPr>
        </p:nvSpPr>
        <p:spPr/>
        <p:txBody>
          <a:bodyPr>
            <a:normAutofit fontScale="92500" lnSpcReduction="10000"/>
          </a:bodyPr>
          <a:lstStyle/>
          <a:p>
            <a:fld id="{00000000-1234-1234-1234-123412341234}" type="slidenum">
              <a:rPr lang="it-IT" smtClean="0"/>
              <a:pPr/>
              <a:t>22</a:t>
            </a:fld>
            <a:endParaRPr lang="it-IT" dirty="0"/>
          </a:p>
        </p:txBody>
      </p:sp>
      <p:sp>
        <p:nvSpPr>
          <p:cNvPr id="4" name="Date Placeholder 3">
            <a:extLst>
              <a:ext uri="{FF2B5EF4-FFF2-40B4-BE49-F238E27FC236}">
                <a16:creationId xmlns:a16="http://schemas.microsoft.com/office/drawing/2014/main" id="{B3AC74BD-A371-4A64-BF4D-67B01FDBD9DF}"/>
              </a:ext>
            </a:extLst>
          </p:cNvPr>
          <p:cNvSpPr>
            <a:spLocks noGrp="1"/>
          </p:cNvSpPr>
          <p:nvPr>
            <p:ph type="dt" sz="half" idx="2"/>
          </p:nvPr>
        </p:nvSpPr>
        <p:spPr/>
        <p:txBody>
          <a:bodyPr/>
          <a:lstStyle/>
          <a:p>
            <a:fld id="{04010D5A-1A6C-6344-B1BF-6871A158CBE2}" type="datetime4">
              <a:rPr lang="it-IT" smtClean="0"/>
              <a:t>10 settembre 2026</a:t>
            </a:fld>
            <a:endParaRPr lang="it-IT" dirty="0"/>
          </a:p>
        </p:txBody>
      </p:sp>
      <p:sp>
        <p:nvSpPr>
          <p:cNvPr id="5" name="Subtitle 4">
            <a:extLst>
              <a:ext uri="{FF2B5EF4-FFF2-40B4-BE49-F238E27FC236}">
                <a16:creationId xmlns:a16="http://schemas.microsoft.com/office/drawing/2014/main" id="{2D69E046-57F0-4C7A-B8EC-887408128CB1}"/>
              </a:ext>
            </a:extLst>
          </p:cNvPr>
          <p:cNvSpPr>
            <a:spLocks noGrp="1"/>
          </p:cNvSpPr>
          <p:nvPr>
            <p:ph type="subTitle" idx="1"/>
          </p:nvPr>
        </p:nvSpPr>
        <p:spPr/>
        <p:txBody>
          <a:bodyPr anchor="ctr"/>
          <a:lstStyle/>
          <a:p>
            <a:r>
              <a:rPr lang="it-IT" dirty="0"/>
              <a:t>Project Timeline</a:t>
            </a:r>
          </a:p>
        </p:txBody>
      </p:sp>
      <p:pic>
        <p:nvPicPr>
          <p:cNvPr id="82" name="Graphic 81" descr="Stopwatch">
            <a:extLst>
              <a:ext uri="{FF2B5EF4-FFF2-40B4-BE49-F238E27FC236}">
                <a16:creationId xmlns:a16="http://schemas.microsoft.com/office/drawing/2014/main" id="{364CE0CF-13FB-416B-A1DD-4711BFF217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34688" y="486476"/>
            <a:ext cx="914400" cy="914400"/>
          </a:xfrm>
          <a:prstGeom prst="rect">
            <a:avLst/>
          </a:prstGeom>
        </p:spPr>
      </p:pic>
      <p:sp>
        <p:nvSpPr>
          <p:cNvPr id="84" name="Titolo 14">
            <a:extLst>
              <a:ext uri="{FF2B5EF4-FFF2-40B4-BE49-F238E27FC236}">
                <a16:creationId xmlns:a16="http://schemas.microsoft.com/office/drawing/2014/main" id="{1E497B60-22A9-6DBF-FEA4-3DAAF56AD7DB}"/>
              </a:ext>
            </a:extLst>
          </p:cNvPr>
          <p:cNvSpPr txBox="1">
            <a:spLocks/>
          </p:cNvSpPr>
          <p:nvPr/>
        </p:nvSpPr>
        <p:spPr>
          <a:xfrm>
            <a:off x="0" y="6534457"/>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
        <p:nvSpPr>
          <p:cNvPr id="132" name="TextBox 131">
            <a:extLst>
              <a:ext uri="{FF2B5EF4-FFF2-40B4-BE49-F238E27FC236}">
                <a16:creationId xmlns:a16="http://schemas.microsoft.com/office/drawing/2014/main" id="{137607C8-E93C-5A91-77E1-C9B92D974C2E}"/>
              </a:ext>
            </a:extLst>
          </p:cNvPr>
          <p:cNvSpPr txBox="1"/>
          <p:nvPr/>
        </p:nvSpPr>
        <p:spPr>
          <a:xfrm>
            <a:off x="496369" y="1321309"/>
            <a:ext cx="10795519" cy="1754326"/>
          </a:xfrm>
          <a:prstGeom prst="rect">
            <a:avLst/>
          </a:prstGeom>
          <a:noFill/>
        </p:spPr>
        <p:txBody>
          <a:bodyPr wrap="square" rtlCol="0">
            <a:spAutoFit/>
          </a:bodyPr>
          <a:lstStyle>
            <a:defPPr>
              <a:defRPr lang="it-IT"/>
            </a:defPPr>
            <a:lvl1pPr>
              <a:defRPr sz="1600">
                <a:solidFill>
                  <a:srgbClr val="5B5754">
                    <a:hueOff val="0"/>
                    <a:satOff val="0"/>
                    <a:lumOff val="0"/>
                    <a:alphaOff val="0"/>
                  </a:srgbClr>
                </a:solidFill>
                <a:latin typeface="Montserrat Light" pitchFamily="2" charset="0"/>
              </a:defRPr>
            </a:lvl1pPr>
          </a:lstStyle>
          <a:p>
            <a:r>
              <a:rPr lang="en-US" sz="1200" dirty="0"/>
              <a:t>Expected timeline is reported below:</a:t>
            </a:r>
          </a:p>
          <a:p>
            <a:endParaRPr lang="en-US" sz="1200" dirty="0"/>
          </a:p>
          <a:p>
            <a:pPr marL="285750" indent="-285750">
              <a:buFont typeface="Arial" panose="020B0604020202020204" pitchFamily="34" charset="0"/>
              <a:buChar char="•"/>
            </a:pPr>
            <a:r>
              <a:rPr lang="en-US" sz="1200" dirty="0"/>
              <a:t>Kick-off meeting: 	</a:t>
            </a:r>
            <a:r>
              <a:rPr lang="en-US" sz="1200" b="1" dirty="0"/>
              <a:t>within May ’26</a:t>
            </a:r>
          </a:p>
          <a:p>
            <a:pPr marL="285750" indent="-285750">
              <a:buFont typeface="Arial" panose="020B0604020202020204" pitchFamily="34" charset="0"/>
              <a:buChar char="•"/>
            </a:pPr>
            <a:endParaRPr lang="en-US" sz="1200" b="1" dirty="0"/>
          </a:p>
          <a:p>
            <a:pPr marL="285750" indent="-285750">
              <a:buFont typeface="Arial" panose="020B0604020202020204" pitchFamily="34" charset="0"/>
              <a:buChar char="•"/>
            </a:pPr>
            <a:r>
              <a:rPr lang="en-US" sz="1200" dirty="0"/>
              <a:t>Planning review: 	</a:t>
            </a:r>
            <a:r>
              <a:rPr lang="en-US" sz="1200" b="1" dirty="0"/>
              <a:t>within June ’26</a:t>
            </a:r>
          </a:p>
          <a:p>
            <a:pPr marL="285750" indent="-285750">
              <a:buFont typeface="Arial" panose="020B0604020202020204" pitchFamily="34" charset="0"/>
              <a:buChar char="•"/>
            </a:pPr>
            <a:endParaRPr lang="en-US" sz="1200" b="1" dirty="0"/>
          </a:p>
          <a:p>
            <a:pPr marL="285750" indent="-285750">
              <a:buFont typeface="Arial" panose="020B0604020202020204" pitchFamily="34" charset="0"/>
              <a:buChar char="•"/>
            </a:pPr>
            <a:r>
              <a:rPr lang="en-US" sz="1200" dirty="0"/>
              <a:t>Execution review: 	</a:t>
            </a:r>
            <a:r>
              <a:rPr lang="en-US" sz="1200" b="1" dirty="0"/>
              <a:t>within June ’26</a:t>
            </a:r>
          </a:p>
          <a:p>
            <a:pPr marL="285750" indent="-285750">
              <a:buFont typeface="Arial" panose="020B0604020202020204" pitchFamily="34" charset="0"/>
              <a:buChar char="•"/>
            </a:pPr>
            <a:endParaRPr lang="en-US" sz="1200" b="1" dirty="0"/>
          </a:p>
          <a:p>
            <a:pPr marL="285750" indent="-285750">
              <a:buFont typeface="Arial" panose="020B0604020202020204" pitchFamily="34" charset="0"/>
              <a:buChar char="•"/>
            </a:pPr>
            <a:r>
              <a:rPr lang="en-US" sz="1200" dirty="0"/>
              <a:t>Deployment review: </a:t>
            </a:r>
            <a:r>
              <a:rPr lang="en-US" sz="1200" b="1" dirty="0"/>
              <a:t>within June ‘26</a:t>
            </a:r>
          </a:p>
        </p:txBody>
      </p:sp>
      <p:sp>
        <p:nvSpPr>
          <p:cNvPr id="6" name="ProjectBarRectangle">
            <a:extLst>
              <a:ext uri="{FF2B5EF4-FFF2-40B4-BE49-F238E27FC236}">
                <a16:creationId xmlns:a16="http://schemas.microsoft.com/office/drawing/2014/main" id="{1C365D25-228E-6BEA-2E21-FE7489EFF2E3}"/>
              </a:ext>
            </a:extLst>
          </p:cNvPr>
          <p:cNvSpPr/>
          <p:nvPr/>
        </p:nvSpPr>
        <p:spPr>
          <a:xfrm>
            <a:off x="2390775" y="3790950"/>
            <a:ext cx="6686550" cy="942975"/>
          </a:xfrm>
          <a:prstGeom prst="rect">
            <a:avLst/>
          </a:prstGeom>
          <a:solidFill>
            <a:srgbClr val="FFFFFF">
              <a:alpha val="100000"/>
            </a:srgbClr>
          </a:solidFill>
          <a:ln w="12700">
            <a:solidFill>
              <a:srgbClr val="444444"/>
            </a:solid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7" name="ProjectBar-Left-Label">
            <a:extLst>
              <a:ext uri="{FF2B5EF4-FFF2-40B4-BE49-F238E27FC236}">
                <a16:creationId xmlns:a16="http://schemas.microsoft.com/office/drawing/2014/main" id="{E2C43A17-0E6B-A3E0-32A2-6F64FBC5FF3B}"/>
              </a:ext>
            </a:extLst>
          </p:cNvPr>
          <p:cNvSpPr txBox="1"/>
          <p:nvPr/>
        </p:nvSpPr>
        <p:spPr>
          <a:xfrm>
            <a:off x="1524000" y="3762375"/>
            <a:ext cx="809625" cy="3048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r" rtl="0"/>
            <a:r>
              <a:rPr lang="en-US" sz="800" b="0" i="0" dirty="0">
                <a:solidFill>
                  <a:srgbClr val="444444"/>
                </a:solidFill>
                <a:latin typeface="Segoe UI"/>
              </a:rPr>
              <a:t>Start</a:t>
            </a:r>
            <a:br/>
            <a:r>
              <a:rPr lang="en-US" sz="800" b="0" i="0" dirty="0">
                <a:solidFill>
                  <a:srgbClr val="444444"/>
                </a:solidFill>
                <a:latin typeface="Segoe UI"/>
              </a:rPr>
              <a:t>Mon 06/04/26</a:t>
            </a:r>
          </a:p>
        </p:txBody>
      </p:sp>
      <p:sp>
        <p:nvSpPr>
          <p:cNvPr id="8" name="ProjectBar-Right-Label">
            <a:extLst>
              <a:ext uri="{FF2B5EF4-FFF2-40B4-BE49-F238E27FC236}">
                <a16:creationId xmlns:a16="http://schemas.microsoft.com/office/drawing/2014/main" id="{F278B915-9228-B68E-A109-87C337FC5D71}"/>
              </a:ext>
            </a:extLst>
          </p:cNvPr>
          <p:cNvSpPr txBox="1"/>
          <p:nvPr/>
        </p:nvSpPr>
        <p:spPr>
          <a:xfrm>
            <a:off x="9134475" y="3762375"/>
            <a:ext cx="704850" cy="3048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l" rtl="0"/>
            <a:r>
              <a:rPr lang="en-US" sz="800" b="0" i="0" dirty="0">
                <a:solidFill>
                  <a:srgbClr val="444444"/>
                </a:solidFill>
                <a:latin typeface="Segoe UI"/>
              </a:rPr>
              <a:t>Finish</a:t>
            </a:r>
            <a:br/>
            <a:r>
              <a:rPr lang="en-US" sz="800" b="0" i="0" dirty="0">
                <a:solidFill>
                  <a:srgbClr val="444444"/>
                </a:solidFill>
                <a:latin typeface="Segoe UI"/>
              </a:rPr>
              <a:t>Mon 13/07/26</a:t>
            </a:r>
          </a:p>
        </p:txBody>
      </p:sp>
      <p:sp>
        <p:nvSpPr>
          <p:cNvPr id="9" name="ProjectBar-SummaryTask-Label">
            <a:extLst>
              <a:ext uri="{FF2B5EF4-FFF2-40B4-BE49-F238E27FC236}">
                <a16:creationId xmlns:a16="http://schemas.microsoft.com/office/drawing/2014/main" id="{5D62CA38-FF34-40F7-A6CB-D60CAAE16D90}"/>
              </a:ext>
            </a:extLst>
          </p:cNvPr>
          <p:cNvSpPr txBox="1"/>
          <p:nvPr/>
        </p:nvSpPr>
        <p:spPr>
          <a:xfrm>
            <a:off x="2390775" y="4762500"/>
            <a:ext cx="200025" cy="104775"/>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fontScale="40000" lnSpcReduction="20000"/>
          </a:bodyPr>
          <a:lstStyle/>
          <a:p>
            <a:pPr algn="l" rtl="0"/>
            <a:endParaRPr/>
          </a:p>
        </p:txBody>
      </p:sp>
      <p:sp>
        <p:nvSpPr>
          <p:cNvPr id="10" name="TimescaleTextBox">
            <a:extLst>
              <a:ext uri="{FF2B5EF4-FFF2-40B4-BE49-F238E27FC236}">
                <a16:creationId xmlns:a16="http://schemas.microsoft.com/office/drawing/2014/main" id="{8C2621F4-CDD7-47A7-8AFB-69BA87AA6540}"/>
              </a:ext>
            </a:extLst>
          </p:cNvPr>
          <p:cNvSpPr txBox="1"/>
          <p:nvPr/>
        </p:nvSpPr>
        <p:spPr>
          <a:xfrm>
            <a:off x="2838450" y="3619500"/>
            <a:ext cx="51435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0" i="0" dirty="0">
                <a:solidFill>
                  <a:srgbClr val="444444"/>
                </a:solidFill>
                <a:latin typeface="Segoe UI"/>
              </a:rPr>
              <a:t>13 Apr '26</a:t>
            </a:r>
          </a:p>
        </p:txBody>
      </p:sp>
      <p:cxnSp>
        <p:nvCxnSpPr>
          <p:cNvPr id="11" name="TimescaleLine">
            <a:extLst>
              <a:ext uri="{FF2B5EF4-FFF2-40B4-BE49-F238E27FC236}">
                <a16:creationId xmlns:a16="http://schemas.microsoft.com/office/drawing/2014/main" id="{9809E020-9D2F-7B66-827F-B763906924F9}"/>
              </a:ext>
            </a:extLst>
          </p:cNvPr>
          <p:cNvCxnSpPr/>
          <p:nvPr/>
        </p:nvCxnSpPr>
        <p:spPr>
          <a:xfrm flipH="1" flipV="1">
            <a:off x="2838450" y="3657600"/>
            <a:ext cx="0" cy="133350"/>
          </a:xfrm>
          <a:prstGeom prst="line">
            <a:avLst/>
          </a:prstGeom>
          <a:ln w="12700">
            <a:solidFill>
              <a:srgbClr val="444444"/>
            </a:solidFill>
          </a:ln>
        </p:spPr>
        <p:style>
          <a:lnRef idx="0">
            <a:scrgbClr r="0" g="0" b="0"/>
          </a:lnRef>
          <a:fillRef idx="0">
            <a:scrgbClr r="0" g="0" b="0"/>
          </a:fillRef>
          <a:effectRef idx="0">
            <a:scrgbClr r="0" g="0" b="0"/>
          </a:effectRef>
          <a:fontRef idx="none"/>
        </p:style>
      </p:cxnSp>
      <p:sp>
        <p:nvSpPr>
          <p:cNvPr id="12" name="TimescaleTextBox">
            <a:extLst>
              <a:ext uri="{FF2B5EF4-FFF2-40B4-BE49-F238E27FC236}">
                <a16:creationId xmlns:a16="http://schemas.microsoft.com/office/drawing/2014/main" id="{D0DF8DD2-E0EA-C064-D9B1-18DA6EFFF7C0}"/>
              </a:ext>
            </a:extLst>
          </p:cNvPr>
          <p:cNvSpPr txBox="1"/>
          <p:nvPr/>
        </p:nvSpPr>
        <p:spPr>
          <a:xfrm>
            <a:off x="3790950" y="3619500"/>
            <a:ext cx="51435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0" i="0" dirty="0">
                <a:solidFill>
                  <a:srgbClr val="444444"/>
                </a:solidFill>
                <a:latin typeface="Segoe UI"/>
              </a:rPr>
              <a:t>27 Apr '26</a:t>
            </a:r>
          </a:p>
        </p:txBody>
      </p:sp>
      <p:cxnSp>
        <p:nvCxnSpPr>
          <p:cNvPr id="13" name="TimescaleLine">
            <a:extLst>
              <a:ext uri="{FF2B5EF4-FFF2-40B4-BE49-F238E27FC236}">
                <a16:creationId xmlns:a16="http://schemas.microsoft.com/office/drawing/2014/main" id="{1C932570-B03E-5416-CEA9-E023D0F1CC83}"/>
              </a:ext>
            </a:extLst>
          </p:cNvPr>
          <p:cNvCxnSpPr/>
          <p:nvPr/>
        </p:nvCxnSpPr>
        <p:spPr>
          <a:xfrm flipH="1" flipV="1">
            <a:off x="3790950" y="3657600"/>
            <a:ext cx="0" cy="133350"/>
          </a:xfrm>
          <a:prstGeom prst="line">
            <a:avLst/>
          </a:prstGeom>
          <a:ln w="12700">
            <a:solidFill>
              <a:srgbClr val="444444"/>
            </a:solidFill>
          </a:ln>
        </p:spPr>
        <p:style>
          <a:lnRef idx="0">
            <a:scrgbClr r="0" g="0" b="0"/>
          </a:lnRef>
          <a:fillRef idx="0">
            <a:scrgbClr r="0" g="0" b="0"/>
          </a:fillRef>
          <a:effectRef idx="0">
            <a:scrgbClr r="0" g="0" b="0"/>
          </a:effectRef>
          <a:fontRef idx="none"/>
        </p:style>
      </p:cxnSp>
      <p:sp>
        <p:nvSpPr>
          <p:cNvPr id="14" name="TimescaleTextBox">
            <a:extLst>
              <a:ext uri="{FF2B5EF4-FFF2-40B4-BE49-F238E27FC236}">
                <a16:creationId xmlns:a16="http://schemas.microsoft.com/office/drawing/2014/main" id="{5A8CA091-FE3F-74CF-98D0-C5FB483760B4}"/>
              </a:ext>
            </a:extLst>
          </p:cNvPr>
          <p:cNvSpPr txBox="1"/>
          <p:nvPr/>
        </p:nvSpPr>
        <p:spPr>
          <a:xfrm>
            <a:off x="4743450" y="3619500"/>
            <a:ext cx="542925"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0" i="0" dirty="0">
                <a:solidFill>
                  <a:srgbClr val="444444"/>
                </a:solidFill>
                <a:latin typeface="Segoe UI"/>
              </a:rPr>
              <a:t>11 May '26</a:t>
            </a:r>
          </a:p>
        </p:txBody>
      </p:sp>
      <p:cxnSp>
        <p:nvCxnSpPr>
          <p:cNvPr id="15" name="TimescaleLine">
            <a:extLst>
              <a:ext uri="{FF2B5EF4-FFF2-40B4-BE49-F238E27FC236}">
                <a16:creationId xmlns:a16="http://schemas.microsoft.com/office/drawing/2014/main" id="{8FFB66DF-FC1B-CE7A-87CE-72429E8C9422}"/>
              </a:ext>
            </a:extLst>
          </p:cNvPr>
          <p:cNvCxnSpPr/>
          <p:nvPr/>
        </p:nvCxnSpPr>
        <p:spPr>
          <a:xfrm flipH="1" flipV="1">
            <a:off x="4743450" y="3657600"/>
            <a:ext cx="0" cy="133350"/>
          </a:xfrm>
          <a:prstGeom prst="line">
            <a:avLst/>
          </a:prstGeom>
          <a:ln w="12700">
            <a:solidFill>
              <a:srgbClr val="444444"/>
            </a:solidFill>
          </a:ln>
        </p:spPr>
        <p:style>
          <a:lnRef idx="0">
            <a:scrgbClr r="0" g="0" b="0"/>
          </a:lnRef>
          <a:fillRef idx="0">
            <a:scrgbClr r="0" g="0" b="0"/>
          </a:fillRef>
          <a:effectRef idx="0">
            <a:scrgbClr r="0" g="0" b="0"/>
          </a:effectRef>
          <a:fontRef idx="none"/>
        </p:style>
      </p:cxnSp>
      <p:sp>
        <p:nvSpPr>
          <p:cNvPr id="16" name="TimescaleTextBox">
            <a:extLst>
              <a:ext uri="{FF2B5EF4-FFF2-40B4-BE49-F238E27FC236}">
                <a16:creationId xmlns:a16="http://schemas.microsoft.com/office/drawing/2014/main" id="{71B34B3F-554C-A3C5-0033-2B8A77E7C889}"/>
              </a:ext>
            </a:extLst>
          </p:cNvPr>
          <p:cNvSpPr txBox="1"/>
          <p:nvPr/>
        </p:nvSpPr>
        <p:spPr>
          <a:xfrm>
            <a:off x="5695950" y="3619500"/>
            <a:ext cx="542925"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0" i="0" dirty="0">
                <a:solidFill>
                  <a:srgbClr val="444444"/>
                </a:solidFill>
                <a:latin typeface="Segoe UI"/>
              </a:rPr>
              <a:t>25 May '26</a:t>
            </a:r>
          </a:p>
        </p:txBody>
      </p:sp>
      <p:cxnSp>
        <p:nvCxnSpPr>
          <p:cNvPr id="17" name="TimescaleLine">
            <a:extLst>
              <a:ext uri="{FF2B5EF4-FFF2-40B4-BE49-F238E27FC236}">
                <a16:creationId xmlns:a16="http://schemas.microsoft.com/office/drawing/2014/main" id="{591DCE9E-7D4D-E487-66AD-DF5695822746}"/>
              </a:ext>
            </a:extLst>
          </p:cNvPr>
          <p:cNvCxnSpPr/>
          <p:nvPr/>
        </p:nvCxnSpPr>
        <p:spPr>
          <a:xfrm flipH="1" flipV="1">
            <a:off x="5695950" y="3657600"/>
            <a:ext cx="0" cy="133350"/>
          </a:xfrm>
          <a:prstGeom prst="line">
            <a:avLst/>
          </a:prstGeom>
          <a:ln w="12700">
            <a:solidFill>
              <a:srgbClr val="444444"/>
            </a:solidFill>
          </a:ln>
        </p:spPr>
        <p:style>
          <a:lnRef idx="0">
            <a:scrgbClr r="0" g="0" b="0"/>
          </a:lnRef>
          <a:fillRef idx="0">
            <a:scrgbClr r="0" g="0" b="0"/>
          </a:fillRef>
          <a:effectRef idx="0">
            <a:scrgbClr r="0" g="0" b="0"/>
          </a:effectRef>
          <a:fontRef idx="none"/>
        </p:style>
      </p:cxnSp>
      <p:sp>
        <p:nvSpPr>
          <p:cNvPr id="18" name="TimescaleTextBox">
            <a:extLst>
              <a:ext uri="{FF2B5EF4-FFF2-40B4-BE49-F238E27FC236}">
                <a16:creationId xmlns:a16="http://schemas.microsoft.com/office/drawing/2014/main" id="{E4655924-64C3-1309-0BFC-5632571488B8}"/>
              </a:ext>
            </a:extLst>
          </p:cNvPr>
          <p:cNvSpPr txBox="1"/>
          <p:nvPr/>
        </p:nvSpPr>
        <p:spPr>
          <a:xfrm>
            <a:off x="6648450" y="3619500"/>
            <a:ext cx="504825"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0" i="0" dirty="0">
                <a:solidFill>
                  <a:srgbClr val="444444"/>
                </a:solidFill>
                <a:latin typeface="Segoe UI"/>
              </a:rPr>
              <a:t>08 Jun '26</a:t>
            </a:r>
          </a:p>
        </p:txBody>
      </p:sp>
      <p:cxnSp>
        <p:nvCxnSpPr>
          <p:cNvPr id="19" name="TimescaleLine">
            <a:extLst>
              <a:ext uri="{FF2B5EF4-FFF2-40B4-BE49-F238E27FC236}">
                <a16:creationId xmlns:a16="http://schemas.microsoft.com/office/drawing/2014/main" id="{8A4A0656-A6C8-6AD9-6D72-8A3B24CA229A}"/>
              </a:ext>
            </a:extLst>
          </p:cNvPr>
          <p:cNvCxnSpPr/>
          <p:nvPr/>
        </p:nvCxnSpPr>
        <p:spPr>
          <a:xfrm flipH="1" flipV="1">
            <a:off x="6648450" y="3657600"/>
            <a:ext cx="0" cy="133350"/>
          </a:xfrm>
          <a:prstGeom prst="line">
            <a:avLst/>
          </a:prstGeom>
          <a:ln w="12700">
            <a:solidFill>
              <a:srgbClr val="444444"/>
            </a:solidFill>
          </a:ln>
        </p:spPr>
        <p:style>
          <a:lnRef idx="0">
            <a:scrgbClr r="0" g="0" b="0"/>
          </a:lnRef>
          <a:fillRef idx="0">
            <a:scrgbClr r="0" g="0" b="0"/>
          </a:fillRef>
          <a:effectRef idx="0">
            <a:scrgbClr r="0" g="0" b="0"/>
          </a:effectRef>
          <a:fontRef idx="none"/>
        </p:style>
      </p:cxnSp>
      <p:sp>
        <p:nvSpPr>
          <p:cNvPr id="20" name="TimescaleTextBox">
            <a:extLst>
              <a:ext uri="{FF2B5EF4-FFF2-40B4-BE49-F238E27FC236}">
                <a16:creationId xmlns:a16="http://schemas.microsoft.com/office/drawing/2014/main" id="{B6CC55FC-7CF5-B9D4-BB31-0F3668348DA8}"/>
              </a:ext>
            </a:extLst>
          </p:cNvPr>
          <p:cNvSpPr txBox="1"/>
          <p:nvPr/>
        </p:nvSpPr>
        <p:spPr>
          <a:xfrm>
            <a:off x="7600950" y="3619500"/>
            <a:ext cx="504825"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0" i="0" dirty="0">
                <a:solidFill>
                  <a:srgbClr val="444444"/>
                </a:solidFill>
                <a:latin typeface="Segoe UI"/>
              </a:rPr>
              <a:t>22 Jun '26</a:t>
            </a:r>
          </a:p>
        </p:txBody>
      </p:sp>
      <p:cxnSp>
        <p:nvCxnSpPr>
          <p:cNvPr id="21" name="TimescaleLine">
            <a:extLst>
              <a:ext uri="{FF2B5EF4-FFF2-40B4-BE49-F238E27FC236}">
                <a16:creationId xmlns:a16="http://schemas.microsoft.com/office/drawing/2014/main" id="{5AF2CEC2-E178-D908-872C-29BC4D779688}"/>
              </a:ext>
            </a:extLst>
          </p:cNvPr>
          <p:cNvCxnSpPr/>
          <p:nvPr/>
        </p:nvCxnSpPr>
        <p:spPr>
          <a:xfrm flipH="1" flipV="1">
            <a:off x="7600950" y="3657600"/>
            <a:ext cx="0" cy="133350"/>
          </a:xfrm>
          <a:prstGeom prst="line">
            <a:avLst/>
          </a:prstGeom>
          <a:ln w="12700">
            <a:solidFill>
              <a:srgbClr val="444444"/>
            </a:solidFill>
          </a:ln>
        </p:spPr>
        <p:style>
          <a:lnRef idx="0">
            <a:scrgbClr r="0" g="0" b="0"/>
          </a:lnRef>
          <a:fillRef idx="0">
            <a:scrgbClr r="0" g="0" b="0"/>
          </a:fillRef>
          <a:effectRef idx="0">
            <a:scrgbClr r="0" g="0" b="0"/>
          </a:effectRef>
          <a:fontRef idx="none"/>
        </p:style>
      </p:cxnSp>
      <p:sp>
        <p:nvSpPr>
          <p:cNvPr id="22" name="TimescaleTextBox">
            <a:extLst>
              <a:ext uri="{FF2B5EF4-FFF2-40B4-BE49-F238E27FC236}">
                <a16:creationId xmlns:a16="http://schemas.microsoft.com/office/drawing/2014/main" id="{0B54C9E3-1F13-7DF2-1F10-856CFC6CDE87}"/>
              </a:ext>
            </a:extLst>
          </p:cNvPr>
          <p:cNvSpPr txBox="1"/>
          <p:nvPr/>
        </p:nvSpPr>
        <p:spPr>
          <a:xfrm>
            <a:off x="8553450" y="3619500"/>
            <a:ext cx="466725"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0" i="0" dirty="0">
                <a:solidFill>
                  <a:srgbClr val="444444"/>
                </a:solidFill>
                <a:latin typeface="Segoe UI"/>
              </a:rPr>
              <a:t>06 Jul '26</a:t>
            </a:r>
          </a:p>
        </p:txBody>
      </p:sp>
      <p:cxnSp>
        <p:nvCxnSpPr>
          <p:cNvPr id="23" name="TimescaleLine">
            <a:extLst>
              <a:ext uri="{FF2B5EF4-FFF2-40B4-BE49-F238E27FC236}">
                <a16:creationId xmlns:a16="http://schemas.microsoft.com/office/drawing/2014/main" id="{42A5F9BB-6749-D5F0-2045-7DA3073EA060}"/>
              </a:ext>
            </a:extLst>
          </p:cNvPr>
          <p:cNvCxnSpPr/>
          <p:nvPr/>
        </p:nvCxnSpPr>
        <p:spPr>
          <a:xfrm flipH="1" flipV="1">
            <a:off x="8553450" y="3657600"/>
            <a:ext cx="0" cy="133350"/>
          </a:xfrm>
          <a:prstGeom prst="line">
            <a:avLst/>
          </a:prstGeom>
          <a:ln w="12700">
            <a:solidFill>
              <a:srgbClr val="444444"/>
            </a:solidFill>
          </a:ln>
        </p:spPr>
        <p:style>
          <a:lnRef idx="0">
            <a:scrgbClr r="0" g="0" b="0"/>
          </a:lnRef>
          <a:fillRef idx="0">
            <a:scrgbClr r="0" g="0" b="0"/>
          </a:fillRef>
          <a:effectRef idx="0">
            <a:scrgbClr r="0" g="0" b="0"/>
          </a:effectRef>
          <a:fontRef idx="none"/>
        </p:style>
      </p:cxnSp>
      <p:sp>
        <p:nvSpPr>
          <p:cNvPr id="24" name="Taskrect">
            <a:extLst>
              <a:ext uri="{FF2B5EF4-FFF2-40B4-BE49-F238E27FC236}">
                <a16:creationId xmlns:a16="http://schemas.microsoft.com/office/drawing/2014/main" id="{C0EF1C39-75E2-F4F4-9B33-23547D8A1C0A}"/>
              </a:ext>
            </a:extLst>
          </p:cNvPr>
          <p:cNvSpPr/>
          <p:nvPr/>
        </p:nvSpPr>
        <p:spPr>
          <a:xfrm>
            <a:off x="5153025" y="3800475"/>
            <a:ext cx="3038475" cy="3048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25" name="TaskProgressRect">
            <a:extLst>
              <a:ext uri="{FF2B5EF4-FFF2-40B4-BE49-F238E27FC236}">
                <a16:creationId xmlns:a16="http://schemas.microsoft.com/office/drawing/2014/main" id="{A7D0F436-3C15-EE77-F957-7229037AF445}"/>
              </a:ext>
            </a:extLst>
          </p:cNvPr>
          <p:cNvSpPr/>
          <p:nvPr/>
        </p:nvSpPr>
        <p:spPr>
          <a:xfrm>
            <a:off x="2466975" y="3800475"/>
            <a:ext cx="2686050" cy="304800"/>
          </a:xfrm>
          <a:prstGeom prst="rect">
            <a:avLst/>
          </a:prstGeom>
          <a:solidFill>
            <a:srgbClr val="A8C9E9">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26" name="Shape21">
            <a:extLst>
              <a:ext uri="{FF2B5EF4-FFF2-40B4-BE49-F238E27FC236}">
                <a16:creationId xmlns:a16="http://schemas.microsoft.com/office/drawing/2014/main" id="{1E2B435C-DA65-C1E3-B76B-E988F58272F7}"/>
              </a:ext>
            </a:extLst>
          </p:cNvPr>
          <p:cNvSpPr txBox="1"/>
          <p:nvPr/>
        </p:nvSpPr>
        <p:spPr>
          <a:xfrm>
            <a:off x="2466975" y="3800475"/>
            <a:ext cx="1371600" cy="3048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1" i="0" dirty="0">
                <a:solidFill>
                  <a:srgbClr val="444444"/>
                </a:solidFill>
                <a:latin typeface="Segoe UI"/>
              </a:rPr>
              <a:t>Project Management</a:t>
            </a:r>
            <a:br/>
            <a:r>
              <a:rPr lang="en-US" sz="800" b="0" i="0" dirty="0">
                <a:solidFill>
                  <a:srgbClr val="444444"/>
                </a:solidFill>
                <a:latin typeface="Segoe UI"/>
              </a:rPr>
              <a:t>Tue 07/04/26 - Tue 30/06/26</a:t>
            </a:r>
          </a:p>
        </p:txBody>
      </p:sp>
      <p:sp>
        <p:nvSpPr>
          <p:cNvPr id="27" name="Taskrect">
            <a:extLst>
              <a:ext uri="{FF2B5EF4-FFF2-40B4-BE49-F238E27FC236}">
                <a16:creationId xmlns:a16="http://schemas.microsoft.com/office/drawing/2014/main" id="{5CD2F58C-EB72-7B06-A750-B6D3397DF2B5}"/>
              </a:ext>
            </a:extLst>
          </p:cNvPr>
          <p:cNvSpPr/>
          <p:nvPr/>
        </p:nvSpPr>
        <p:spPr>
          <a:xfrm>
            <a:off x="5524500" y="4429125"/>
            <a:ext cx="1647825" cy="3048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28" name="TaskProgressRect">
            <a:extLst>
              <a:ext uri="{FF2B5EF4-FFF2-40B4-BE49-F238E27FC236}">
                <a16:creationId xmlns:a16="http://schemas.microsoft.com/office/drawing/2014/main" id="{F93D4FC8-A2B7-748E-C291-037D83EC5BC6}"/>
              </a:ext>
            </a:extLst>
          </p:cNvPr>
          <p:cNvSpPr/>
          <p:nvPr/>
        </p:nvSpPr>
        <p:spPr>
          <a:xfrm>
            <a:off x="4295775" y="4429125"/>
            <a:ext cx="1228725" cy="304800"/>
          </a:xfrm>
          <a:prstGeom prst="rect">
            <a:avLst/>
          </a:prstGeom>
          <a:solidFill>
            <a:srgbClr val="A8C9E9">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29" name="Shape24">
            <a:extLst>
              <a:ext uri="{FF2B5EF4-FFF2-40B4-BE49-F238E27FC236}">
                <a16:creationId xmlns:a16="http://schemas.microsoft.com/office/drawing/2014/main" id="{B1DFD6B0-5D64-86EB-E229-499A1A720A20}"/>
              </a:ext>
            </a:extLst>
          </p:cNvPr>
          <p:cNvSpPr txBox="1"/>
          <p:nvPr/>
        </p:nvSpPr>
        <p:spPr>
          <a:xfrm>
            <a:off x="4295775" y="4429125"/>
            <a:ext cx="2876550" cy="3048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fontScale="92500"/>
          </a:bodyPr>
          <a:lstStyle/>
          <a:p>
            <a:pPr algn="l" rtl="0"/>
            <a:r>
              <a:rPr lang="en-US" sz="800" b="1" i="0" dirty="0">
                <a:solidFill>
                  <a:srgbClr val="444444"/>
                </a:solidFill>
                <a:latin typeface="Segoe UI"/>
              </a:rPr>
              <a:t>PTIH-PT11 - Traceability SW Design - Cybersecurity Development</a:t>
            </a:r>
            <a:br/>
            <a:r>
              <a:rPr lang="en-US" sz="800" b="0" i="0" dirty="0">
                <a:solidFill>
                  <a:srgbClr val="444444"/>
                </a:solidFill>
                <a:latin typeface="Segoe UI"/>
              </a:rPr>
              <a:t>Mon 04/05/26 - Mon 15/06/26</a:t>
            </a:r>
          </a:p>
        </p:txBody>
      </p:sp>
      <p:sp>
        <p:nvSpPr>
          <p:cNvPr id="30" name="Taskrect">
            <a:extLst>
              <a:ext uri="{FF2B5EF4-FFF2-40B4-BE49-F238E27FC236}">
                <a16:creationId xmlns:a16="http://schemas.microsoft.com/office/drawing/2014/main" id="{C014F75F-BF0F-FC74-AA64-E79D461FF9C1}"/>
              </a:ext>
            </a:extLst>
          </p:cNvPr>
          <p:cNvSpPr/>
          <p:nvPr/>
        </p:nvSpPr>
        <p:spPr>
          <a:xfrm>
            <a:off x="5076825" y="4114800"/>
            <a:ext cx="2228850" cy="3048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1" name="TaskProgressRect">
            <a:extLst>
              <a:ext uri="{FF2B5EF4-FFF2-40B4-BE49-F238E27FC236}">
                <a16:creationId xmlns:a16="http://schemas.microsoft.com/office/drawing/2014/main" id="{5216DEC4-A992-7FB6-58A8-D790F5C6DB63}"/>
              </a:ext>
            </a:extLst>
          </p:cNvPr>
          <p:cNvSpPr/>
          <p:nvPr/>
        </p:nvSpPr>
        <p:spPr>
          <a:xfrm>
            <a:off x="2466975" y="4114800"/>
            <a:ext cx="2609850" cy="304800"/>
          </a:xfrm>
          <a:prstGeom prst="rect">
            <a:avLst/>
          </a:prstGeom>
          <a:solidFill>
            <a:srgbClr val="A8C9E9">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2" name="Shape27">
            <a:extLst>
              <a:ext uri="{FF2B5EF4-FFF2-40B4-BE49-F238E27FC236}">
                <a16:creationId xmlns:a16="http://schemas.microsoft.com/office/drawing/2014/main" id="{9D9302D9-E28B-AD3E-D8AD-BA7A8F7BA194}"/>
              </a:ext>
            </a:extLst>
          </p:cNvPr>
          <p:cNvSpPr txBox="1"/>
          <p:nvPr/>
        </p:nvSpPr>
        <p:spPr>
          <a:xfrm>
            <a:off x="2466975" y="4114800"/>
            <a:ext cx="1981200" cy="3048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800" b="1" i="0" dirty="0">
                <a:solidFill>
                  <a:srgbClr val="444444"/>
                </a:solidFill>
                <a:latin typeface="Segoe UI"/>
              </a:rPr>
              <a:t>PTIH-PT11 - Stories Refinement and TA</a:t>
            </a:r>
            <a:br/>
            <a:r>
              <a:rPr lang="en-US" sz="800" b="0" i="0" dirty="0">
                <a:solidFill>
                  <a:srgbClr val="444444"/>
                </a:solidFill>
                <a:latin typeface="Segoe UI"/>
              </a:rPr>
              <a:t>Tue 07/04/26 - Wed 17/06/26</a:t>
            </a:r>
          </a:p>
        </p:txBody>
      </p:sp>
      <p:sp>
        <p:nvSpPr>
          <p:cNvPr id="33" name="MilestoneMarker">
            <a:extLst>
              <a:ext uri="{FF2B5EF4-FFF2-40B4-BE49-F238E27FC236}">
                <a16:creationId xmlns:a16="http://schemas.microsoft.com/office/drawing/2014/main" id="{ABF14AA2-CAD3-D8E4-CB38-BBB50FB3C980}"/>
              </a:ext>
            </a:extLst>
          </p:cNvPr>
          <p:cNvSpPr/>
          <p:nvPr/>
        </p:nvSpPr>
        <p:spPr>
          <a:xfrm>
            <a:off x="5867400" y="4705350"/>
            <a:ext cx="114300" cy="114300"/>
          </a:xfrm>
          <a:prstGeom prst="diamond">
            <a:avLst/>
          </a:prstGeom>
          <a:solidFill>
            <a:srgbClr val="444444">
              <a:alpha val="100000"/>
            </a:srgbClr>
          </a:solidFill>
          <a:ln w="28575">
            <a:solidFill>
              <a:srgbClr val="FFFFFF"/>
            </a:solid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fontScale="25000" lnSpcReduction="20000"/>
          </a:bodyPr>
          <a:lstStyle/>
          <a:p>
            <a:pPr algn="ctr"/>
            <a:endParaRPr lang="en-US"/>
          </a:p>
        </p:txBody>
      </p:sp>
      <p:sp>
        <p:nvSpPr>
          <p:cNvPr id="34" name="FloatingTextBox29">
            <a:extLst>
              <a:ext uri="{FF2B5EF4-FFF2-40B4-BE49-F238E27FC236}">
                <a16:creationId xmlns:a16="http://schemas.microsoft.com/office/drawing/2014/main" id="{03A2BF66-507E-8F81-3BDD-9FBC2F09D3DE}"/>
              </a:ext>
            </a:extLst>
          </p:cNvPr>
          <p:cNvSpPr txBox="1"/>
          <p:nvPr/>
        </p:nvSpPr>
        <p:spPr>
          <a:xfrm>
            <a:off x="5600700" y="4981575"/>
            <a:ext cx="657225" cy="3429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rtl="0"/>
            <a:r>
              <a:rPr lang="en-US" sz="1000" b="0" i="0" dirty="0">
                <a:solidFill>
                  <a:srgbClr val="444444"/>
                </a:solidFill>
                <a:latin typeface="Segoe UI"/>
              </a:rPr>
              <a:t>✔Kick Off</a:t>
            </a:r>
            <a:br/>
            <a:r>
              <a:rPr lang="en-US" sz="800" b="0" i="0" dirty="0">
                <a:solidFill>
                  <a:srgbClr val="444444"/>
                </a:solidFill>
                <a:latin typeface="Segoe UI"/>
              </a:rPr>
              <a:t>Thu 28/05/26</a:t>
            </a:r>
          </a:p>
        </p:txBody>
      </p:sp>
      <p:cxnSp>
        <p:nvCxnSpPr>
          <p:cNvPr id="35" name="ConnectingLine30">
            <a:extLst>
              <a:ext uri="{FF2B5EF4-FFF2-40B4-BE49-F238E27FC236}">
                <a16:creationId xmlns:a16="http://schemas.microsoft.com/office/drawing/2014/main" id="{CADC72D6-F5DA-CC9B-21DC-6DAE7455320D}"/>
              </a:ext>
            </a:extLst>
          </p:cNvPr>
          <p:cNvCxnSpPr>
            <a:stCxn id="34" idx="0"/>
            <a:endCxn id="33" idx="2"/>
          </p:cNvCxnSpPr>
          <p:nvPr/>
        </p:nvCxnSpPr>
        <p:spPr>
          <a:xfrm flipH="1" flipV="1">
            <a:off x="5924550" y="4791075"/>
            <a:ext cx="0" cy="190500"/>
          </a:xfrm>
          <a:prstGeom prst="line">
            <a:avLst/>
          </a:prstGeom>
          <a:ln w="12700">
            <a:solidFill>
              <a:srgbClr val="000000"/>
            </a:solidFill>
          </a:ln>
        </p:spPr>
        <p:style>
          <a:lnRef idx="0">
            <a:scrgbClr r="0" g="0" b="0"/>
          </a:lnRef>
          <a:fillRef idx="0">
            <a:scrgbClr r="0" g="0" b="0"/>
          </a:fillRef>
          <a:effectRef idx="0">
            <a:scrgbClr r="0" g="0" b="0"/>
          </a:effectRef>
          <a:fontRef idx="none"/>
        </p:style>
      </p:cxnSp>
      <p:sp>
        <p:nvSpPr>
          <p:cNvPr id="36" name="MilestoneMarker">
            <a:extLst>
              <a:ext uri="{FF2B5EF4-FFF2-40B4-BE49-F238E27FC236}">
                <a16:creationId xmlns:a16="http://schemas.microsoft.com/office/drawing/2014/main" id="{397C289E-9D9E-AA96-1FC7-57C7DABC90EB}"/>
              </a:ext>
            </a:extLst>
          </p:cNvPr>
          <p:cNvSpPr/>
          <p:nvPr/>
        </p:nvSpPr>
        <p:spPr>
          <a:xfrm>
            <a:off x="6819900" y="4705350"/>
            <a:ext cx="114300" cy="114300"/>
          </a:xfrm>
          <a:prstGeom prst="diamond">
            <a:avLst/>
          </a:prstGeom>
          <a:solidFill>
            <a:srgbClr val="444444">
              <a:alpha val="100000"/>
            </a:srgbClr>
          </a:solidFill>
          <a:ln w="28575">
            <a:solidFill>
              <a:srgbClr val="FFFFFF"/>
            </a:solid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fontScale="25000" lnSpcReduction="20000"/>
          </a:bodyPr>
          <a:lstStyle/>
          <a:p>
            <a:pPr algn="ctr"/>
            <a:endParaRPr lang="en-US"/>
          </a:p>
        </p:txBody>
      </p:sp>
      <p:sp>
        <p:nvSpPr>
          <p:cNvPr id="37" name="FloatingTextBox32">
            <a:extLst>
              <a:ext uri="{FF2B5EF4-FFF2-40B4-BE49-F238E27FC236}">
                <a16:creationId xmlns:a16="http://schemas.microsoft.com/office/drawing/2014/main" id="{F29F214A-5DA7-6221-3773-9C62ED2809C3}"/>
              </a:ext>
            </a:extLst>
          </p:cNvPr>
          <p:cNvSpPr txBox="1"/>
          <p:nvPr/>
        </p:nvSpPr>
        <p:spPr>
          <a:xfrm>
            <a:off x="6553200" y="4981575"/>
            <a:ext cx="657225" cy="3429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rtl="0"/>
            <a:r>
              <a:rPr lang="en-US" sz="1000" b="0" i="0" dirty="0">
                <a:solidFill>
                  <a:srgbClr val="444444"/>
                </a:solidFill>
                <a:latin typeface="Segoe UI"/>
              </a:rPr>
              <a:t>Planning</a:t>
            </a:r>
            <a:br>
              <a:rPr dirty="0"/>
            </a:br>
            <a:r>
              <a:rPr lang="en-US" sz="800" b="0" i="0" dirty="0">
                <a:solidFill>
                  <a:srgbClr val="444444"/>
                </a:solidFill>
                <a:latin typeface="Segoe UI"/>
              </a:rPr>
              <a:t>Thu 18/06/26</a:t>
            </a:r>
          </a:p>
        </p:txBody>
      </p:sp>
      <p:cxnSp>
        <p:nvCxnSpPr>
          <p:cNvPr id="38" name="ConnectingLine33">
            <a:extLst>
              <a:ext uri="{FF2B5EF4-FFF2-40B4-BE49-F238E27FC236}">
                <a16:creationId xmlns:a16="http://schemas.microsoft.com/office/drawing/2014/main" id="{22C36941-F03C-54DF-2256-BE293FDC42D2}"/>
              </a:ext>
            </a:extLst>
          </p:cNvPr>
          <p:cNvCxnSpPr>
            <a:stCxn id="37" idx="0"/>
            <a:endCxn id="36" idx="2"/>
          </p:cNvCxnSpPr>
          <p:nvPr/>
        </p:nvCxnSpPr>
        <p:spPr>
          <a:xfrm flipH="1" flipV="1">
            <a:off x="6877050" y="4791075"/>
            <a:ext cx="0" cy="190500"/>
          </a:xfrm>
          <a:prstGeom prst="line">
            <a:avLst/>
          </a:prstGeom>
          <a:ln w="12700">
            <a:solidFill>
              <a:srgbClr val="000000"/>
            </a:solidFill>
          </a:ln>
        </p:spPr>
        <p:style>
          <a:lnRef idx="0">
            <a:scrgbClr r="0" g="0" b="0"/>
          </a:lnRef>
          <a:fillRef idx="0">
            <a:scrgbClr r="0" g="0" b="0"/>
          </a:fillRef>
          <a:effectRef idx="0">
            <a:scrgbClr r="0" g="0" b="0"/>
          </a:effectRef>
          <a:fontRef idx="none"/>
        </p:style>
      </p:cxnSp>
      <p:sp>
        <p:nvSpPr>
          <p:cNvPr id="42" name="MilestoneMarker">
            <a:extLst>
              <a:ext uri="{FF2B5EF4-FFF2-40B4-BE49-F238E27FC236}">
                <a16:creationId xmlns:a16="http://schemas.microsoft.com/office/drawing/2014/main" id="{BC7B9FE0-A2CB-1AE0-909A-FC8135BD4516}"/>
              </a:ext>
            </a:extLst>
          </p:cNvPr>
          <p:cNvSpPr/>
          <p:nvPr/>
        </p:nvSpPr>
        <p:spPr>
          <a:xfrm>
            <a:off x="8105775" y="4705350"/>
            <a:ext cx="114300" cy="114300"/>
          </a:xfrm>
          <a:prstGeom prst="diamond">
            <a:avLst/>
          </a:prstGeom>
          <a:solidFill>
            <a:srgbClr val="444444">
              <a:alpha val="100000"/>
            </a:srgbClr>
          </a:solidFill>
          <a:ln w="28575">
            <a:solidFill>
              <a:srgbClr val="FFFFFF"/>
            </a:solid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fontScale="25000" lnSpcReduction="20000"/>
          </a:bodyPr>
          <a:lstStyle/>
          <a:p>
            <a:pPr algn="ctr"/>
            <a:endParaRPr lang="en-US"/>
          </a:p>
        </p:txBody>
      </p:sp>
      <p:sp>
        <p:nvSpPr>
          <p:cNvPr id="43" name="FloatingTextBox38">
            <a:extLst>
              <a:ext uri="{FF2B5EF4-FFF2-40B4-BE49-F238E27FC236}">
                <a16:creationId xmlns:a16="http://schemas.microsoft.com/office/drawing/2014/main" id="{5C26A3B4-9512-FE90-CAA3-B16B9EFAA59A}"/>
              </a:ext>
            </a:extLst>
          </p:cNvPr>
          <p:cNvSpPr txBox="1"/>
          <p:nvPr/>
        </p:nvSpPr>
        <p:spPr>
          <a:xfrm>
            <a:off x="7839075" y="4981575"/>
            <a:ext cx="657225" cy="3429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rtl="0"/>
            <a:r>
              <a:rPr lang="en-US" sz="1000" b="0" i="0" dirty="0">
                <a:solidFill>
                  <a:srgbClr val="444444"/>
                </a:solidFill>
                <a:latin typeface="Segoe UI"/>
              </a:rPr>
              <a:t>Execution</a:t>
            </a:r>
            <a:br/>
            <a:r>
              <a:rPr lang="en-US" sz="800" b="0" i="0" dirty="0">
                <a:solidFill>
                  <a:srgbClr val="444444"/>
                </a:solidFill>
                <a:latin typeface="Segoe UI"/>
              </a:rPr>
              <a:t>Tue 30/06/26</a:t>
            </a:r>
          </a:p>
        </p:txBody>
      </p:sp>
      <p:cxnSp>
        <p:nvCxnSpPr>
          <p:cNvPr id="44" name="ConnectingLine39">
            <a:extLst>
              <a:ext uri="{FF2B5EF4-FFF2-40B4-BE49-F238E27FC236}">
                <a16:creationId xmlns:a16="http://schemas.microsoft.com/office/drawing/2014/main" id="{F4E0A176-95A5-83AF-278C-9E637473998B}"/>
              </a:ext>
            </a:extLst>
          </p:cNvPr>
          <p:cNvCxnSpPr>
            <a:stCxn id="43" idx="0"/>
            <a:endCxn id="42" idx="2"/>
          </p:cNvCxnSpPr>
          <p:nvPr/>
        </p:nvCxnSpPr>
        <p:spPr>
          <a:xfrm flipH="1" flipV="1">
            <a:off x="8162925" y="4791075"/>
            <a:ext cx="0" cy="190500"/>
          </a:xfrm>
          <a:prstGeom prst="line">
            <a:avLst/>
          </a:prstGeom>
          <a:ln w="12700">
            <a:solidFill>
              <a:srgbClr val="000000"/>
            </a:solidFill>
          </a:ln>
        </p:spPr>
        <p:style>
          <a:lnRef idx="0">
            <a:scrgbClr r="0" g="0" b="0"/>
          </a:lnRef>
          <a:fillRef idx="0">
            <a:scrgbClr r="0" g="0" b="0"/>
          </a:fillRef>
          <a:effectRef idx="0">
            <a:scrgbClr r="0" g="0" b="0"/>
          </a:effectRef>
          <a:fontRef idx="none"/>
        </p:style>
      </p:cxnSp>
      <p:sp>
        <p:nvSpPr>
          <p:cNvPr id="45" name="MilestoneMarker">
            <a:extLst>
              <a:ext uri="{FF2B5EF4-FFF2-40B4-BE49-F238E27FC236}">
                <a16:creationId xmlns:a16="http://schemas.microsoft.com/office/drawing/2014/main" id="{B9E84C71-2F7D-0B08-4DB7-765159584302}"/>
              </a:ext>
            </a:extLst>
          </p:cNvPr>
          <p:cNvSpPr/>
          <p:nvPr/>
        </p:nvSpPr>
        <p:spPr>
          <a:xfrm>
            <a:off x="9020175" y="4705350"/>
            <a:ext cx="114300" cy="114300"/>
          </a:xfrm>
          <a:prstGeom prst="diamond">
            <a:avLst/>
          </a:prstGeom>
          <a:solidFill>
            <a:srgbClr val="444444">
              <a:alpha val="100000"/>
            </a:srgbClr>
          </a:solidFill>
          <a:ln w="28575">
            <a:solidFill>
              <a:srgbClr val="FFFFFF"/>
            </a:solid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fontScale="25000" lnSpcReduction="20000"/>
          </a:bodyPr>
          <a:lstStyle/>
          <a:p>
            <a:pPr algn="ctr"/>
            <a:endParaRPr lang="en-US"/>
          </a:p>
        </p:txBody>
      </p:sp>
      <p:sp>
        <p:nvSpPr>
          <p:cNvPr id="46" name="FloatingTextBox41">
            <a:extLst>
              <a:ext uri="{FF2B5EF4-FFF2-40B4-BE49-F238E27FC236}">
                <a16:creationId xmlns:a16="http://schemas.microsoft.com/office/drawing/2014/main" id="{514F4F7D-31AE-7CB4-E05C-91B858382DE4}"/>
              </a:ext>
            </a:extLst>
          </p:cNvPr>
          <p:cNvSpPr txBox="1"/>
          <p:nvPr/>
        </p:nvSpPr>
        <p:spPr>
          <a:xfrm>
            <a:off x="8705850" y="4981575"/>
            <a:ext cx="752475" cy="3429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rtl="0"/>
            <a:r>
              <a:rPr lang="en-US" sz="1000" b="0" i="0" dirty="0">
                <a:solidFill>
                  <a:srgbClr val="444444"/>
                </a:solidFill>
                <a:latin typeface="Segoe UI"/>
              </a:rPr>
              <a:t>Deployment</a:t>
            </a:r>
            <a:br/>
            <a:r>
              <a:rPr lang="en-US" sz="800" b="0" i="0" dirty="0">
                <a:solidFill>
                  <a:srgbClr val="444444"/>
                </a:solidFill>
                <a:latin typeface="Segoe UI"/>
              </a:rPr>
              <a:t>Mon 13/07/26</a:t>
            </a:r>
          </a:p>
        </p:txBody>
      </p:sp>
      <p:cxnSp>
        <p:nvCxnSpPr>
          <p:cNvPr id="47" name="ConnectingLine42">
            <a:extLst>
              <a:ext uri="{FF2B5EF4-FFF2-40B4-BE49-F238E27FC236}">
                <a16:creationId xmlns:a16="http://schemas.microsoft.com/office/drawing/2014/main" id="{8071D0AC-C297-EF51-554C-467B8D3498A9}"/>
              </a:ext>
            </a:extLst>
          </p:cNvPr>
          <p:cNvCxnSpPr>
            <a:stCxn id="46" idx="0"/>
            <a:endCxn id="45" idx="2"/>
          </p:cNvCxnSpPr>
          <p:nvPr/>
        </p:nvCxnSpPr>
        <p:spPr>
          <a:xfrm flipH="1" flipV="1">
            <a:off x="9077325" y="4791075"/>
            <a:ext cx="0" cy="190500"/>
          </a:xfrm>
          <a:prstGeom prst="line">
            <a:avLst/>
          </a:prstGeom>
          <a:ln w="12700">
            <a:solidFill>
              <a:srgbClr val="000000"/>
            </a:solidFill>
          </a:ln>
        </p:spPr>
        <p:style>
          <a:lnRef idx="0">
            <a:scrgbClr r="0" g="0" b="0"/>
          </a:lnRef>
          <a:fillRef idx="0">
            <a:scrgbClr r="0" g="0" b="0"/>
          </a:fillRef>
          <a:effectRef idx="0">
            <a:scrgbClr r="0" g="0" b="0"/>
          </a:effectRef>
          <a:fontRef idx="none"/>
        </p:style>
      </p:cxnSp>
      <p:sp>
        <p:nvSpPr>
          <p:cNvPr id="48" name="TodayMarkerBackground">
            <a:extLst>
              <a:ext uri="{FF2B5EF4-FFF2-40B4-BE49-F238E27FC236}">
                <a16:creationId xmlns:a16="http://schemas.microsoft.com/office/drawing/2014/main" id="{CC92AE86-1B11-5B47-1C38-65B91F1C39CE}"/>
              </a:ext>
            </a:extLst>
          </p:cNvPr>
          <p:cNvSpPr/>
          <p:nvPr/>
        </p:nvSpPr>
        <p:spPr>
          <a:xfrm>
            <a:off x="5686425" y="3400425"/>
            <a:ext cx="476250" cy="152400"/>
          </a:xfrm>
          <a:prstGeom prst="rect">
            <a:avLst/>
          </a:prstGeom>
          <a:solidFill>
            <a:srgbClr val="31752F">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fontScale="62500" lnSpcReduction="20000"/>
          </a:bodyPr>
          <a:lstStyle/>
          <a:p>
            <a:pPr algn="ctr"/>
            <a:endParaRPr lang="en-US"/>
          </a:p>
        </p:txBody>
      </p:sp>
      <p:sp>
        <p:nvSpPr>
          <p:cNvPr id="49" name="TodayMarkerLabel">
            <a:extLst>
              <a:ext uri="{FF2B5EF4-FFF2-40B4-BE49-F238E27FC236}">
                <a16:creationId xmlns:a16="http://schemas.microsoft.com/office/drawing/2014/main" id="{1E5DB2B1-1B8E-2D5B-EB6F-1C84938159B9}"/>
              </a:ext>
            </a:extLst>
          </p:cNvPr>
          <p:cNvSpPr txBox="1"/>
          <p:nvPr/>
        </p:nvSpPr>
        <p:spPr>
          <a:xfrm>
            <a:off x="5686425" y="3400425"/>
            <a:ext cx="476250" cy="1524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rtl="0"/>
            <a:r>
              <a:rPr lang="en-US" sz="800" b="1" i="0" dirty="0">
                <a:solidFill>
                  <a:srgbClr val="FFFFFF"/>
                </a:solidFill>
                <a:latin typeface="Segoe UI"/>
              </a:rPr>
              <a:t>Today</a:t>
            </a:r>
          </a:p>
        </p:txBody>
      </p:sp>
      <p:cxnSp>
        <p:nvCxnSpPr>
          <p:cNvPr id="50" name="Shape45">
            <a:extLst>
              <a:ext uri="{FF2B5EF4-FFF2-40B4-BE49-F238E27FC236}">
                <a16:creationId xmlns:a16="http://schemas.microsoft.com/office/drawing/2014/main" id="{0CDF2F4F-5350-56AA-C5B0-3B2E573CCD7F}"/>
              </a:ext>
            </a:extLst>
          </p:cNvPr>
          <p:cNvCxnSpPr/>
          <p:nvPr/>
        </p:nvCxnSpPr>
        <p:spPr>
          <a:xfrm>
            <a:off x="5924550" y="3552825"/>
            <a:ext cx="0" cy="1190625"/>
          </a:xfrm>
          <a:prstGeom prst="line">
            <a:avLst/>
          </a:prstGeom>
          <a:ln w="12700">
            <a:solidFill>
              <a:srgbClr val="000000"/>
            </a:solidFill>
          </a:ln>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777936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4">
            <a:extLst>
              <a:ext uri="{FF2B5EF4-FFF2-40B4-BE49-F238E27FC236}">
                <a16:creationId xmlns:a16="http://schemas.microsoft.com/office/drawing/2014/main" id="{63E74438-5FDB-14E6-CF70-B5E8238F3497}"/>
              </a:ext>
            </a:extLst>
          </p:cNvPr>
          <p:cNvSpPr txBox="1">
            <a:spLocks/>
          </p:cNvSpPr>
          <p:nvPr/>
        </p:nvSpPr>
        <p:spPr>
          <a:xfrm>
            <a:off x="0" y="6524625"/>
            <a:ext cx="2980470" cy="365125"/>
          </a:xfrm>
          <a:prstGeom prst="rect">
            <a:avLst/>
          </a:prstGeom>
        </p:spPr>
        <p:txBody>
          <a:bodyPr anchor="ctr"/>
          <a:lstStyle>
            <a:lvl1pPr algn="ctr" defTabSz="914400" rtl="0" eaLnBrk="1" latinLnBrk="0" hangingPunct="1">
              <a:lnSpc>
                <a:spcPct val="90000"/>
              </a:lnSpc>
              <a:spcBef>
                <a:spcPct val="0"/>
              </a:spcBef>
              <a:buNone/>
              <a:defRPr sz="900" b="0" i="0" kern="1200">
                <a:solidFill>
                  <a:schemeClr val="tx1">
                    <a:lumMod val="40000"/>
                    <a:lumOff val="60000"/>
                  </a:schemeClr>
                </a:solidFill>
                <a:latin typeface="Montserrat Light" pitchFamily="2" charset="77"/>
                <a:ea typeface="+mj-ea"/>
                <a:cs typeface="+mj-cs"/>
              </a:defRPr>
            </a:lvl1pPr>
          </a:lstStyle>
          <a:p>
            <a:pPr algn="l"/>
            <a:r>
              <a:rPr lang="it-IT" dirty="0">
                <a:solidFill>
                  <a:schemeClr val="tx1">
                    <a:lumMod val="50000"/>
                  </a:schemeClr>
                </a:solidFill>
              </a:rPr>
              <a:t>MOD-KICK_OFF.1</a:t>
            </a:r>
          </a:p>
        </p:txBody>
      </p:sp>
    </p:spTree>
    <p:extLst>
      <p:ext uri="{BB962C8B-B14F-4D97-AF65-F5344CB8AC3E}">
        <p14:creationId xmlns:p14="http://schemas.microsoft.com/office/powerpoint/2010/main" val="832243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hOTI3OWY4Ni1mMjlmLTQ4YjAtOWFhZi1kNmYzZmExMTVmN2EiLCJJbmRleCI6MSwiR3JvdXBJZCI6bnVsbCwiVGl0bGUiOiJFU1AiLCJEYXRlVGltZSI6IjIwMjUtMDMtMTRUMjM6NTk6MDAiLCJQZXJjZW50YWdlQ29tcGxldGUiOm51bGwsIk5vdGUiOm51bGwsIlN0eWxlIjp7IiRpZCI6IjYiLCJUaXRsZVBvc2l0aW9uIjoiTGVmdCIsIkRhdGVQb3NpdGlvbiI6IkxlZnQiLCJTaGFwZVR5cGUiOjEzLCJTaGFwZVNpemUiOjEsIlNwYWNpbmciOjUsIlNoYXBlU3R5bGUiOnsiJGlkIjoiNyIsIk1hcmdpbiI6eyIkaWQiOiI4IiwiVG9wIjowLjAsIkxlZnQiOjAuMCwiUmlnaHQiOjAuMCwiQm90dG9tIjowLjB9LCJQYWRkaW5nIjp7IiRpZCI6IjkiLCJUb3AiOjAuMCwiTGVmdCI6MC4wLCJSaWdodCI6MC4wLCJCb3R0b20iOjAuMH0sIkJhY2tncm91bmQiOnsiJGlkIjoiMTAiLCJDb2xvciI6eyIkaWQiOiIxMSIsIkEiOjI1NSwiUiI6MjM3LCJHIjoxMjUsIkIiOjQ5fX0sIklzVmlzaWJsZSI6dHJ1ZSwiV2lkdGgiOjE4LjAsIkhlaWdodCI6MjAuMCwiQm9yZGVyU3R5bGUiOnsiJGlkIjoiMTIiLCJMaW5lQ29sb3IiOnsiJGlkIjoiMTMiLCIkdHlwZSI6Ik5MUkUuQ29tbW9uLkRvbS5Tb2xpZENvbG9yQnJ1c2gsIE5MUkUuQ29tbW9uIiwiQ29sb3IiOnsiJGlkIjoiMTQiLCJBIjoyNTUsIlIiOjI1NSwiRyI6MCwiQiI6MH19LCJMaW5lV2VpZ2h0IjowLjAsIkxpbmVUeXBlIjowLCJQYXJlbnRTdHlsZSI6bnVsbH0sIlBhcmVudFN0eWxlIjpudWxsfSwiVGl0bGVTdHlsZSI6eyIkaWQiOiIxNSIsIkZvbnRTZXR0aW5ncyI6eyIkaWQiOiIxNiIsIkZvbnRTaXplIjoxMCwiRm9udE5hbWUiOiJNb250c2VycmF0IiwiSXNCb2xkIjpmYWxz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g5LCJSIjowLCJHIjowLCJCIjowfX0sIklzVmlzaWJsZSI6dHJ1ZSwiV2lkdGgiOjAuMCwiSGVpZ2h0IjowLjAsIkJvcmRlclN0eWxlIjp7IiRpZCI6IjIzIiwiTGluZUNvbG9yIjpudWxsLCJMaW5lV2VpZ2h0IjowLjAsIkxpbmVUeXBlIjowLCJQYXJlbnRTdHlsZSI6bnVsbH0sIlBhcmVudFN0eWxlIjpudWxsfSwiRGF0ZVN0eWxlIjp7IiRpZCI6IjI0IiwiRm9udFNldHRpbmdzIjp7IiRpZCI6IjI1IiwiRm9udFNpemUiOjEwLCJGb250TmFtZSI6IkNhbGlicmkiLCJJc0JvbGQiOmZhbHNlLCJJc0l0YWxpYyI6ZmFsc2UsIklzVW5kZXJsaW5lZCI6ZmFsc2UsIlBhcmVudFN0eWxlIjpudWxsfSwiQXV0b1NpemUiOjAsIkZvcmVncm91bmQiOnsiJGlkIjoiMjYiLCJDb2xvciI6eyIkaWQiOiIy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giLCJUb3AiOjAuMCwiTGVmdCI6MC4wLCJSaWdodCI6MC4wLCJCb3R0b20iOjAuMH0sIlBhZGRpbmciOnsiJGlkIjoiMjkiLCJUb3AiOjAuMCwiTGVmdCI6MC4wLCJSaWdodCI6MC4wLCJCb3R0b20iOjAuMH0sIkJhY2tncm91bmQiOnsiJGlkIjoiMzAiLCJDb2xvciI6eyIkaWQiOiIzMSIsIkEiOjg5LCJSIjowLCJHIjowLCJCIjowfX0sIklzVmlzaWJsZSI6ZmFsc2UsIldpZHRoIjowLjAsIkhlaWdodCI6MC4wLCJCb3JkZXJTdHlsZSI6eyIkaWQiOiIzMiIsIkxpbmVDb2xvciI6bnVsbCwiTGluZVdlaWdodCI6MC4wLCJMaW5lVHlwZSI6MCwiUGFyZW50U3R5bGUiOm51bGx9LCJQYXJlbnRTdHlsZSI6bnVsbH0sIkRhdGVGb3JtYXQiOnsiJGlkIjoi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Q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zUiLCJfdGFza3MiOltdLCJfbWlsZXN0b25lcyI6W3siJGlkIjoiMzYiLCJJZCI6IjY1NjY5MTM0LWQxOGEtNDNlMi04OTU5LWRjOTcyZWYyNzI1MiIsIkluZGV4IjoyLCJHcm91cElkIjpudWxsLCJUaXRsZSI6IklUQSIsIkRhdGVUaW1lIjoiMjAyNS0wNS0xNVQyMzo1OTowMCIsIlBlcmNlbnRhZ2VDb21wbGV0ZSI6bnVsbCwiTm90ZSI6bnVsbCwiU3R5bGUiOnsiJGlkIjoiMzciLCJUaXRsZVBvc2l0aW9uIjoiTGVmdCIsIkRhdGVQb3NpdGlvbiI6IkxlZnQiLCJTaGFwZVR5cGUiOjEzLCJTaGFwZVNpemUiOjEsIlNwYWNpbmciOjUsIlNoYXBlU3R5bGUiOnsiJGlkIjoiMzgiLCJNYXJnaW4iOnsiJGlkIjoiMzkiLCJUb3AiOjAuMCwiTGVmdCI6MC4wLCJSaWdodCI6MC4wLCJCb3R0b20iOjAuMH0sIlBhZGRpbmciOnsiJGlkIjoiNDAiLCJUb3AiOjAuMCwiTGVmdCI6MC4wLCJSaWdodCI6MC4wLCJCb3R0b20iOjAuMH0sIkJhY2tncm91bmQiOnsiJGlkIjoiNDEiLCJDb2xvciI6eyIkaWQiOiI0MiIsIkEiOjI1NSwiUiI6MjM3LCJHIjoxMjUsIkIiOjQ5fX0sIklzVmlzaWJsZSI6dHJ1ZSwiV2lkdGgiOjE4LjAsIkhlaWdodCI6MjAuMCwiQm9yZGVyU3R5bGUiOnsiJGlkIjoiNDMiLCJMaW5lQ29sb3IiOm51bGwsIkxpbmVXZWlnaHQiOjAuMCwiTGluZVR5cGUiOjAsIlBhcmVudFN0eWxlIjpudWxsfSwiUGFyZW50U3R5bGUiOm51bGx9LCJUaXRsZVN0eWxlIjp7IiRpZCI6IjQ0IiwiRm9udFNldHRpbmdzIjp7IiRpZCI6IjQ1IiwiRm9udFNpemUiOjEwLCJGb250TmFtZSI6Ik1vbnRzZXJyYXQiLCJJc0JvbGQiOmZhbHNlLCJJc0l0YWxpYyI6ZmFsc2UsIklzVW5kZXJsaW5lZCI6ZmFsc2UsIlBhcmVudFN0eWxlIjpudWxsfSwiQXV0b1NpemUiOjAsIkZvcmVncm91bmQiOnsiJGlkIjoiNDYiLCJDb2xvciI6eyIkaWQiOiI0Ny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0OCIsIlRvcCI6MC4wLCJMZWZ0IjowLjAsIlJpZ2h0IjowLjAsIkJvdHRvbSI6MC4wfSwiUGFkZGluZyI6eyIkaWQiOiI0OSIsIlRvcCI6MC4wLCJMZWZ0IjowLjAsIlJpZ2h0IjowLjAsIkJvdHRvbSI6MC4wfSwiQmFja2dyb3VuZCI6eyIkaWQiOiI1MCIsIkNvbG9yIjp7IiRpZCI6IjUxIiwiQSI6ODksIlIiOjAsIkciOjAsIkIiOjB9fSwiSXNWaXNpYmxlIjp0cnVlLCJXaWR0aCI6MC4wLCJIZWlnaHQiOjAuMCwiQm9yZGVyU3R5bGUiOnsiJGlkIjoiNTIiLCJMaW5lQ29sb3IiOm51bGwsIkxpbmVXZWlnaHQiOjAuMCwiTGluZVR5cGUiOjAsIlBhcmVudFN0eWxlIjpudWxsfSwiUGFyZW50U3R5bGUiOm51bGx9LCJEYXRlU3R5bGUiOnsiJGlkIjoiNTMiLCJGb250U2V0dGluZ3MiOnsiJGlkIjoiNTQiLCJGb250U2l6ZSI6MTAsIkZvbnROYW1lIjoiQ2FsaWJyaSIsIklzQm9sZCI6ZmFsc2UsIklzSXRhbGljIjpmYWxzZSwiSXNVbmRlcmxpbmVkIjpmYWxzZSwiUGFyZW50U3R5bGUiOm51bGx9LCJBdXRvU2l6ZSI6MCwiRm9yZWdyb3VuZCI6eyIkaWQiOiI1NSIsIkNvbG9yIjp7IiRpZCI6IjU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yIsIlRvcCI6MC4wLCJMZWZ0IjowLjAsIlJpZ2h0IjowLjAsIkJvdHRvbSI6MC4wfSwiUGFkZGluZyI6eyIkaWQiOiI1OCIsIlRvcCI6MC4wLCJMZWZ0IjowLjAsIlJpZ2h0IjowLjAsIkJvdHRvbSI6MC4wfSwiQmFja2dyb3VuZCI6eyIkaWQiOiI1OSIsIkNvbG9yIjp7IiRpZCI6IjYwIiwiQSI6ODksIlIiOjAsIkciOjAsIkIiOjB9fSwiSXNWaXNpYmxlIjpmYWxzZSwiV2lkdGgiOjAuMCwiSGVpZ2h0IjowLjAsIkJvcmRlclN0eWxlIjp7IiRpZCI6IjYxIiwiTGluZUNvbG9yIjpudWxsLCJMaW5lV2VpZ2h0IjowLjAsIkxpbmVUeXBlIjowLCJQYXJlbnRTdHlsZSI6bnVsbH0sIlBhcmVudFN0eWxlIjpudWxsfSwiRGF0ZUZvcm1hdCI6eyIkaWQiOiI2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2NCIsIl90YXNrcyI6W10sIl9taWxlc3RvbmVzIjpbeyIkaWQiOiI2NSIsIklkIjoiYjU0MWI3YWYtMTMxYi00MzFkLTkzNWYtYzBkNGU4MDI5ZTUxIiwiSW5kZXgiOjMsIkdyb3VwSWQiOm51bGwsIlRpdGxlIjoiRlJBIiwiRGF0ZVRpbWUiOiIyMDI1LTA4LTE0VDIzOjU5OjAwIiwiUGVyY2VudGFnZUNvbXBsZXRlIjpudWxsLCJOb3RlIjpudWxsLCJTdHlsZSI6eyIkaWQiOiI2NiIsIlRpdGxlUG9zaXRpb24iOiJMZWZ0IiwiRGF0ZVBvc2l0aW9uIjoiTGVmdCIsIlNoYXBlVHlwZSI6MTMsIlNoYXBlU2l6ZSI6MSwiU3BhY2luZyI6NSwiU2hhcGVTdHlsZSI6eyIkaWQiOiI2NyIsIk1hcmdpbiI6eyIkaWQiOiI2OCIsIlRvcCI6MC4wLCJMZWZ0IjowLjAsIlJpZ2h0IjowLjAsIkJvdHRvbSI6MC4wfSwiUGFkZGluZyI6eyIkaWQiOiI2OSIsIlRvcCI6MC4wLCJMZWZ0IjowLjAsIlJpZ2h0IjowLjAsIkJvdHRvbSI6MC4wfSwiQmFja2dyb3VuZCI6eyIkaWQiOiI3MCIsIkNvbG9yIjp7IiRpZCI6IjcxIiwiQSI6MjU1LCJSIjoyNTUsIkciOjE5MiwiQiI6MH19LCJJc1Zpc2libGUiOnRydWUsIldpZHRoIjoxOC4wLCJIZWlnaHQiOjIwLjAsIkJvcmRlclN0eWxlIjp7IiRpZCI6IjcyIiwiTGluZUNvbG9yIjp7IiRpZCI6IjczIiwiJHR5cGUiOiJOTFJFLkNvbW1vbi5Eb20uU29saWRDb2xvckJydXNoLCBOTFJFLkNvbW1vbiIsIkNvbG9yIjp7IiRpZCI6Ijc0IiwiQSI6MjU1LCJSIjoyNTUsIkciOjAsIkIiOjB9fSwiTGluZVdlaWdodCI6MC4wLCJMaW5lVHlwZSI6MCwiUGFyZW50U3R5bGUiOm51bGx9LCJQYXJlbnRTdHlsZSI6bnVsbH0sIlRpdGxlU3R5bGUiOnsiJGlkIjoiNzUiLCJGb250U2V0dGluZ3MiOnsiJGlkIjoiNzYiLCJGb250U2l6ZSI6MTAsIkZvbnROYW1lIjoiTW9udHNlcnJhdCIsIklzQm9sZCI6ZmFsc2UsIklzSXRhbGljIjpmYWxzZSwiSXNVbmRlcmxpbmVkIjpmYWxzZSwiUGFyZW50U3R5bGUiOm51bGx9LCJBdXRvU2l6ZSI6MCwiRm9yZWdyb3VuZCI6eyIkaWQiOiI3NyIsIkNvbG9yIjp7IiRpZCI6Ijc4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c5IiwiVG9wIjowLjAsIkxlZnQiOjAuMCwiUmlnaHQiOjAuMCwiQm90dG9tIjowLjB9LCJQYWRkaW5nIjp7IiRpZCI6IjgwIiwiVG9wIjowLjAsIkxlZnQiOjAuMCwiUmlnaHQiOjAuMCwiQm90dG9tIjowLjB9LCJCYWNrZ3JvdW5kIjp7IiRpZCI6IjgxIiwiQ29sb3IiOnsiJGlkIjoiODIiLCJBIjo4OSwiUiI6MCwiRyI6MCwiQiI6MH19LCJJc1Zpc2libGUiOnRydWUsIldpZHRoIjowLjAsIkhlaWdodCI6MC4wLCJCb3JkZXJTdHlsZSI6eyIkaWQiOiI4MyIsIkxpbmVDb2xvciI6bnVsbCwiTGluZVdlaWdodCI6MC4wLCJMaW5lVHlwZSI6MCwiUGFyZW50U3R5bGUiOm51bGx9LCJQYXJlbnRTdHlsZSI6bnVsbH0sIkRh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4IiwiVG9wIjowLjAsIkxlZnQiOjAuMCwiUmlnaHQiOjAuMCwiQm90dG9tIjowLjB9LCJQYWRkaW5nIjp7IiRpZCI6Ijg5IiwiVG9wIjowLjAsIkxlZnQiOjAuMCwiUmlnaHQiOjAuMCwiQm90dG9tIjowLjB9LCJCYWNrZ3JvdW5kIjp7IiRpZCI6IjkwIiwiQ29sb3IiOnsiJGlkIjoiOTEiLCJBIjo4OSwiUiI6MCwiRyI6MCwiQiI6MH19LCJJc1Zpc2libGUiOmZhbHNlLCJXaWR0aCI6MC4wLCJIZWlnaHQiOjAuMCwiQm9yZGVyU3R5bGUiOnsiJGlkIjoiOTIiLCJMaW5lQ29sb3IiOm51bGwsIkxpbmVXZWlnaHQiOjAuMCwiTGluZVR5cGUiOjAsIlBhcmVudFN0eWxlIjpudWxsfSwiUGFyZW50U3R5bGUiOm51bGx9LCJEYXRlRm9ybWF0Ijp7IiRpZCI6Ijk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0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k1IiwiX3Rhc2tzIjpbXSwiX21pbGVzdG9uZXMiOlt7IiRpZCI6Ijk2IiwiSWQiOiI4NjhhZTdkNy1lZGFiLTQzNzQtODZmMi02MzZiN2I1ZGEwZDAiLCJJbmRleCI6NCwiR3JvdXBJZCI6bnVsbCwiVGl0bGUiOiJMSVQiLCJEYXRlVGltZSI6IjIwMjYtMTEtMzBUMjM6NTk6MDAiLCJQZXJjZW50YWdlQ29tcGxldGUiOm51bGwsIk5vdGUiOm51bGwsIlN0eWxlIjp7IiRpZCI6Ijk3IiwiVGl0bGVQb3NpdGlvbiI6IkxlZnQiLCJEYXRlUG9zaXRpb24iOiJMZWZ0IiwiU2hhcGVUeXBlIjoxMywiU2hhcGVTaXplIjoxLCJTcGFjaW5nIjo1LCJTaGFwZVN0eWxlIjp7IiRpZCI6Ijk4IiwiTWFyZ2luIjp7IiRpZCI6Ijk5IiwiVG9wIjowLjAsIkxlZnQiOjAuMCwiUmlnaHQiOjAuMCwiQm90dG9tIjowLjB9LCJQYWRkaW5nIjp7IiRpZCI6IjEwMCIsIlRvcCI6MC4wLCJMZWZ0IjowLjAsIlJpZ2h0IjowLjAsIkJvdHRvbSI6MC4wfSwiQmFja2dyb3VuZCI6eyIkaWQiOiIxMDEiLCJDb2xvciI6eyIkaWQiOiIxMDIiLCJBIjoyNTUsIlIiOjE2NSwiRyI6MTY1LCJCIjoxNjV9fSwiSXNWaXNpYmxlIjp0cnVlLCJXaWR0aCI6MTguMCwiSGVpZ2h0IjoyMC4wLCJCb3JkZXJTdHlsZSI6eyIkaWQiOiIxMDMiLCJMaW5lQ29sb3IiOnsiJGlkIjoiMTA0IiwiJHR5cGUiOiJOTFJFLkNvbW1vbi5Eb20uU29saWRDb2xvckJydXNoLCBOTFJFLkNvbW1vbiIsIkNvbG9yIjp7IiRpZCI6IjEwNSIsIkEiOjI1NSwiUiI6MjM0LCJHIjoyMiwiQiI6MzB9fSwiTGluZVdlaWdodCI6MC4wLCJMaW5lVHlwZSI6MCwiUGFyZW50U3R5bGUiOm51bGx9LCJQYXJlbnRTdHlsZSI6bnVsbH0sIlRpdGxlU3R5bGUiOnsiJGlkIjoiMTA2IiwiRm9udFNldHRpbmdzIjp7IiRpZCI6IjEwNyIsIkZvbnRTaXplIjoxMCwiRm9udE5hbWUiOiJNb250c2VycmF0IiwiSXNCb2xkIjpmYWxzZSwiSXNJdGFsaWMiOmZhbHNlLCJJc1VuZGVybGluZWQiOmZhbHNlLCJQYXJlbnRTdHlsZSI6bnVsbH0sIkF1dG9TaXplIjowLCJGb3JlZ3JvdW5kIjp7IiRpZCI6IjEwOCIsIkNvbG9yIjp7IiRpZCI6IjEwO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MTAiLCJUb3AiOjAuMCwiTGVmdCI6MC4wLCJSaWdodCI6MC4wLCJCb3R0b20iOjAuMH0sIlBhZGRpbmciOnsiJGlkIjoiMTExIiwiVG9wIjowLjAsIkxlZnQiOjAuMCwiUmlnaHQiOjAuMCwiQm90dG9tIjowLjB9LCJCYWNrZ3JvdW5kIjp7IiRpZCI6IjExMiIsIkNvbG9yIjp7IiRpZCI6IjExMyIsIkEiOjg5LCJSIjowLCJHIjowLCJCIjowfX0sIklzVmlzaWJsZSI6dHJ1ZSwiV2lkdGgiOjAuMCwiSGVpZ2h0IjowLjAsIkJvcmRlclN0eWxlIjp7IiRpZCI6IjExNCIsIkxpbmVDb2xvciI6bnVsbCwiTGluZVdlaWdodCI6MC4wLCJMaW5lVHlwZSI6MCwiUGFyZW50U3R5bGUiOm51bGx9LCJQYXJlbnRTdHlsZSI6bnVsbH0sIkRhdGVTdHlsZSI6eyIkaWQiOiIxMTUiLCJGb250U2V0dGluZ3MiOnsiJGlkIjoiMTE2IiwiRm9udFNpemUiOjEwLCJGb250TmFtZSI6IkNhbGlicmkiLCJJc0JvbGQiOmZhbHNlLCJJc0l0YWxpYyI6ZmFsc2UsIklzVW5kZXJsaW5lZCI6ZmFsc2UsIlBhcmVudFN0eWxlIjpudWxsfSwiQXV0b1NpemUiOjAsIkZvcmVncm91bmQiOnsiJGlkIjoiMTE3IiwiQ29sb3IiOnsiJGlkIjoiMTE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TkiLCJUb3AiOjAuMCwiTGVmdCI6MC4wLCJSaWdodCI6MC4wLCJCb3R0b20iOjAuMH0sIlBhZGRpbmciOnsiJGlkIjoiMTIwIiwiVG9wIjowLjAsIkxlZnQiOjAuMCwiUmlnaHQiOjAuMCwiQm90dG9tIjowLjB9LCJCYWNrZ3JvdW5kIjp7IiRpZCI6IjEyMSIsIkNvbG9yIjp7IiRpZCI6IjEyMiIsIkEiOjg5LCJSIjowLCJHIjowLCJCIjowfX0sIklzVmlzaWJsZSI6ZmFsc2UsIldpZHRoIjowLjAsIkhlaWdodCI6MC4wLCJCb3JkZXJTdHlsZSI6eyIkaWQiOiIxMjMiLCJMaW5lQ29sb3IiOm51bGwsIkxpbmVXZWlnaHQiOjAuMCwiTGluZVR5cGUiOjAsIlBhcmVudFN0eWxlIjpudWxsfSwiUGFyZW50U3R5bGUiOm51bGx9LCJEYXRlRm9ybWF0Ijp7IiRpZCI6IjE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U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I2IiwiX3Rhc2tzIjpbXSwiX21pbGVzdG9uZXMiOlt7IiRpZCI6IjEyNyIsIklkIjoiMTY5ODM2MmQtNzNlOS00MTE0LTlmN2QtMDQzMTNiYzI0ZmQzIiwiSW5kZXgiOjUsIkdyb3VwSWQiOm51bGwsIlRpdGxlIjoiUk9NIiwiRGF0ZVRpbWUiOiIyMDI2LTAzLTMxVDIzOjU5OjAwIiwiUGVyY2VudGFnZUNvbXBsZXRlIjpudWxsLCJOb3RlIjpudWxsLCJTdHlsZSI6eyIkaWQiOiIxMjgiLCJUaXRsZVBvc2l0aW9uIjoiTGVmdCIsIkRhdGVQb3NpdGlvbiI6IkxlZnQiLCJTaGFwZVR5cGUiOjEzLCJTaGFwZVNpemUiOjEsIlNwYWNpbmciOjUsIlNoYXBlU3R5bGUiOnsiJGlkIjoiMTI5IiwiTWFyZ2luIjp7IiRpZCI6IjEzMCIsIlRvcCI6MC4wLCJMZWZ0IjowLjAsIlJpZ2h0IjowLjAsIkJvdHRvbSI6MC4wfSwiUGFkZGluZyI6eyIkaWQiOiIxMzEiLCJUb3AiOjAuMCwiTGVmdCI6MC4wLCJSaWdodCI6MC4wLCJCb3R0b20iOjAuMH0sIkJhY2tncm91bmQiOnsiJGlkIjoiMTMyIiwiQ29sb3IiOnsiJGlkIjoiMTMzIiwiQSI6MjU1LCJSIjo5MSwiRyI6MTU1LCJCIjoyMTN9fSwiSXNWaXNpYmxlIjp0cnVlLCJXaWR0aCI6MTguMCwiSGVpZ2h0IjoyMC4wLCJCb3JkZXJTdHlsZSI6eyIkaWQiOiIxMzQiLCJMaW5lQ29sb3IiOnsiJGlkIjoiMTM1IiwiJHR5cGUiOiJOTFJFLkNvbW1vbi5Eb20uU29saWRDb2xvckJydXNoLCBOTFJFLkNvbW1vbiIsIkNvbG9yIjp7IiRpZCI6IjEzNiIsIkEiOjI1NSwiUiI6MjM0LCJHIjoyMiwiQiI6MzB9fSwiTGluZVdlaWdodCI6MC4wLCJMaW5lVHlwZSI6MCwiUGFyZW50U3R5bGUiOm51bGx9LCJQYXJlbnRTdHlsZSI6bnVsbH0sIlRpdGxlU3R5bGUiOnsiJGlkIjoiMTM3IiwiRm9udFNldHRpbmdzIjp7IiRpZCI6IjEzOCIsIkZvbnRTaXplIjoxMCwiRm9udE5hbWUiOiJNb250c2VycmF0IiwiSXNCb2xkIjpmYWxzZSwiSXNJdGFsaWMiOmZhbHNlLCJJc1VuZGVybGluZWQiOmZhbHNlLCJQYXJlbnRTdHlsZSI6bnVsbH0sIkF1dG9TaXplIjowLCJGb3JlZ3JvdW5kIjp7IiRpZCI6IjEzOSIsIkNvbG9yIjp7IiRpZCI6IjE0M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DEiLCJUb3AiOjAuMCwiTGVmdCI6MC4wLCJSaWdodCI6MC4wLCJCb3R0b20iOjAuMH0sIlBhZGRpbmciOnsiJGlkIjoiMTQyIiwiVG9wIjowLjAsIkxlZnQiOjAuMCwiUmlnaHQiOjAuMCwiQm90dG9tIjowLjB9LCJCYWNrZ3JvdW5kIjp7IiRpZCI6IjE0MyIsIkNvbG9yIjp7IiRpZCI6IjE0NCIsIkEiOjg5LCJSIjowLCJHIjowLCJCIjowfX0sIklzVmlzaWJsZSI6dHJ1ZSwiV2lkdGgiOjAuMCwiSGVpZ2h0IjowLjAsIkJvcmRlclN0eWxlIjp7IiRpZCI6IjE0NSIsIkxpbmVDb2xvciI6bnVsbCwiTGluZVdlaWdodCI6MC4wLCJMaW5lVHlwZSI6MCwiUGFyZW50U3R5bGUiOm51bGx9LCJQYXJlbnRTdHlsZSI6bnVsbH0sIkRhdGVTdHlsZSI6eyIkaWQiOiIxNDYiLCJGb250U2V0dGluZ3MiOnsiJGlkIjoiMTQ3IiwiRm9udFNpemUiOjEwLCJGb250TmFtZSI6IkNhbGlicmkiLCJJc0JvbGQiOmZhbHNlLCJJc0l0YWxpYyI6ZmFsc2UsIklzVW5kZXJsaW5lZCI6ZmFsc2UsIlBhcmVudFN0eWxlIjpudWxsfSwiQXV0b1NpemUiOjAsIkZvcmVncm91bmQiOnsiJGlkIjoiMTQ4IiwiQ29sb3IiOnsiJGlkIjoiMTQ5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g5LCJSIjowLCJHIjowLCJCIjowfX0sIklzVmlzaWJsZSI6ZmFsc2UsIldpZHRoIjowLjAsIkhlaWdodCI6MC4wLCJCb3JkZXJTdHlsZSI6eyIkaWQiOiIxNTQiLCJMaW5lQ29sb3IiOm51bGwsIkxpbmVXZWlnaHQiOjAuMCwiTGluZVR5cGUiOjAsIlBhcmVudFN0eWxlIjpudWxsfSwiUGFyZW50U3R5bGUiOm51bGx9LCJEYXRlRm9ybWF0Ijp7IiRpZCI6IjE1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Y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U3IiwiX3Rhc2tzIjpbXSwiX21pbGVzdG9uZXMiOlt7IiRpZCI6IjE1OCIsIklkIjoiYjQ0NGU1NjItMTIzMi00MjEzLWIxZjUtM2E0MWFmM2FmMTAzIiwiSW5kZXgiOjYsIkdyb3VwSWQiOm51bGwsIlRpdGxlIjoiR1JFIiwiRGF0ZVRpbWUiOiIyMDI2LTA3LTMwVDIzOjU5OjAwIiwiUGVyY2VudGFnZUNvbXBsZXRlIjpudWxsLCJOb3RlIjpudWxsLCJTdHlsZSI6eyIkaWQiOiIxNTkiLCJUaXRsZVBvc2l0aW9uIjoiTGVmdCIsIkRhdGVQb3NpdGlvbiI6IkxlZnQiLCJTaGFwZVR5cGUiOjEzLCJTaGFwZVNpemUiOjEsIlNwYWNpbmciOjUsIlNoYXBlU3R5bGUiOnsiJGlkIjoiMTYwIiwiTWFyZ2luIjp7IiRpZCI6IjE2MSIsIlRvcCI6MC4wLCJMZWZ0IjowLjAsIlJpZ2h0IjowLjAsIkJvdHRvbSI6MC4wfSwiUGFkZGluZyI6eyIkaWQiOiIxNjIiLCJUb3AiOjAuMCwiTGVmdCI6MC4wLCJSaWdodCI6MC4wLCJCb3R0b20iOjAuMH0sIkJhY2tncm91bmQiOnsiJGlkIjoiMTYzIiwiQ29sb3IiOnsiJGlkIjoiMTY0IiwiQSI6MjU1LCJSIjoyMzcsIkciOjEyNSwiQiI6NDl9fSwiSXNWaXNpYmxlIjp0cnVlLCJXaWR0aCI6MTguMCwiSGVpZ2h0IjoyMC4wLCJCb3JkZXJTdHlsZSI6eyIkaWQiOiIxNjUiLCJMaW5lQ29sb3IiOnsiJGlkIjoiMTY2IiwiJHR5cGUiOiJOTFJFLkNvbW1vbi5Eb20uU29saWRDb2xvckJydXNoLCBOTFJFLkNvbW1vbiIsIkNvbG9yIjp7IiRpZCI6IjE2NyIsIkEiOjI1NSwiUiI6MjM0LCJHIjoyMiwiQiI6MzB9fSwiTGluZVdlaWdodCI6MC4wLCJMaW5lVHlwZSI6MCwiUGFyZW50U3R5bGUiOm51bGx9LCJQYXJlbnRTdHlsZSI6bnVsbH0sIlRpdGxlU3R5bGUiOnsiJGlkIjoiMTY4IiwiRm9udFNldHRpbmdzIjp7IiRpZCI6IjE2OSIsIkZvbnRTaXplIjoxMCwiRm9udE5hbWUiOiJNb250c2VycmF0IiwiSXNCb2xkIjpmYWxzZSwiSXNJdGFsaWMiOmZhbHNlLCJJc1VuZGVybGluZWQiOmZhbHNlLCJQYXJlbnRTdHlsZSI6bnVsbH0sIkF1dG9TaXplIjowLCJGb3JlZ3JvdW5kIjp7IiRpZCI6IjE3MCIsIkNvbG9yIjp7IiRpZCI6IjE3M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zIiLCJUb3AiOjAuMCwiTGVmdCI6MC4wLCJSaWdodCI6MC4wLCJCb3R0b20iOjAuMH0sIlBhZGRpbmciOnsiJGlkIjoiMTczIiwiVG9wIjowLjAsIkxlZnQiOjAuMCwiUmlnaHQiOjAuMCwiQm90dG9tIjowLjB9LCJCYWNrZ3JvdW5kIjp7IiRpZCI6IjE3NCIsIkNvbG9yIjp7IiRpZCI6IjE3NSIsIkEiOjg5LCJSIjowLCJHIjowLCJCIjowfX0sIklzVmlzaWJsZSI6dHJ1ZSwiV2lkdGgiOjAuMCwiSGVpZ2h0IjowLjAsIkJvcmRlclN0eWxlIjp7IiRpZCI6IjE3NiIsIkxpbmVDb2xvciI6bnVsbCwiTGluZVdlaWdodCI6MC4wLCJMaW5lVHlwZSI6MCwiUGFyZW50U3R5bGUiOm51bGx9LCJQYXJlbnRTdHlsZSI6bnVsbH0sIkRhdGVTdHlsZSI6eyIkaWQiOiIxNzciLCJGb250U2V0dGluZ3MiOnsiJGlkIjoiMTc4IiwiRm9udFNpemUiOjEwLCJGb250TmFtZSI6IkNhbGlicmkiLCJJc0JvbGQiOmZhbHNlLCJJc0l0YWxpYyI6ZmFsc2UsIklzVW5kZXJsaW5lZCI6ZmFsc2UsIlBhcmVudFN0eWxlIjpudWxsfSwiQXV0b1NpemUiOjAsIkZvcmVncm91bmQiOnsiJGlkIjoiMTc5IiwiQ29sb3IiOnsiJGlkIjoiMTg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ODEiLCJUb3AiOjAuMCwiTGVmdCI6MC4wLCJSaWdodCI6MC4wLCJCb3R0b20iOjAuMH0sIlBhZGRpbmciOnsiJGlkIjoiMTgyIiwiVG9wIjowLjAsIkxlZnQiOjAuMCwiUmlnaHQiOjAuMCwiQm90dG9tIjowLjB9LCJCYWNrZ3JvdW5kIjp7IiRpZCI6IjE4MyIsIkNvbG9yIjp7IiRpZCI6IjE4NCIsIkEiOjg5LCJSIjowLCJHIjowLCJCIjowfX0sIklzVmlzaWJsZSI6ZmFsc2UsIldpZHRoIjowLjAsIkhlaWdodCI6MC4wLCJCb3JkZXJTdHlsZSI6eyIkaWQiOiIxODUiLCJMaW5lQ29sb3IiOm51bGwsIkxpbmVXZWlnaHQiOjAuMCwiTGluZVR5cGUiOjAsIlBhcmVudFN0eWxlIjpudWxsfSwiUGFyZW50U3R5bGUiOm51bGx9LCJEYXRlRm9ybWF0Ijp7IiRpZCI6IjE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c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g4IiwiX3Rhc2tzIjpbXSwiX21pbGVzdG9uZXMiOlt7IiRpZCI6IjE4OSIsIklkIjoiOThhOGVhOWItYTQ0Zi00ZGI5LWI5NDAtNDFiNDJhYjRmOWJhIiwiSW5kZXgiOjcsIkdyb3VwSWQiOm51bGwsIlRpdGxlIjoiVVMiLCJEYXRlVGltZSI6IjIwMjUtMTEtMTVUMjM6NTk6MDAiLCJQZXJjZW50YWdlQ29tcGxldGUiOm51bGwsIk5vdGUiOm51bGwsIlN0eWxlIjp7IiRpZCI6IjE5MCIsIlRpdGxlUG9zaXRpb24iOiJBYm92ZSIsIkRhdGVQb3NpdGlvbiI6IkxlZnQiLCJTaGFwZVR5cGUiOjEzLCJTaGFwZVNpemUiOjEsIlNwYWNpbmciOjUsIlNoYXBlU3R5bGUiOnsiJGlkIjoiMTkxIiwiTWFyZ2luIjp7IiRpZCI6IjE5MiIsIlRvcCI6MC4wLCJMZWZ0IjowLjAsIlJpZ2h0IjowLjAsIkJvdHRvbSI6MC4wfSwiUGFkZGluZyI6eyIkaWQiOiIxOTMiLCJUb3AiOjAuMCwiTGVmdCI6MC4wLCJSaWdodCI6MC4wLCJCb3R0b20iOjAuMH0sIkJhY2tncm91bmQiOnsiJGlkIjoiMTk0IiwiQ29sb3IiOnsiJGlkIjoiMTk1IiwiQSI6MjU1LCJSIjoyMzcsIkciOjEyNSwiQiI6NDl9fSwiSXNWaXNpYmxlIjp0cnVlLCJXaWR0aCI6MTguMCwiSGVpZ2h0IjoyMC4wLCJCb3JkZXJTdHlsZSI6eyIkaWQiOiIxOTYiLCJMaW5lQ29sb3IiOnsiJGlkIjoiMTk3IiwiJHR5cGUiOiJOTFJFLkNvbW1vbi5Eb20uU29saWRDb2xvckJydXNoLCBOTFJFLkNvbW1vbiIsIkNvbG9yIjp7IiRpZCI6IjE5OCIsIkEiOjI1NSwiUiI6MjU1LCJHIjowLCJCIjowfX0sIkxpbmVXZWlnaHQiOjAuMCwiTGluZVR5cGUiOjAsIlBhcmVudFN0eWxlIjpudWxsfSwiUGFyZW50U3R5bGUiOm51bGx9LCJUaXRsZVN0eWxlIjp7IiRpZCI6IjE5OSIsIkZvbnRTZXR0aW5ncyI6eyIkaWQiOiIyMDAiLCJGb250U2l6ZSI6MTAsIkZvbnROYW1lIjoiTW9udHNlcnJhdCIsIklzQm9sZCI6ZmFsc2UsIklzSXRhbGljIjpmYWxzZSwiSXNVbmRlcmxpbmVkIjpmYWxzZSwiUGFyZW50U3R5bGUiOm51bGx9LCJBdXRvU2l6ZSI6MCwiRm9yZWdyb3VuZCI6eyIkaWQiOiIyMDEiLCJDb2xvciI6eyIkaWQiOiIy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AzIiwiVG9wIjowLjAsIkxlZnQiOjAuMCwiUmlnaHQiOjAuMCwiQm90dG9tIjowLjB9LCJQYWRkaW5nIjp7IiRpZCI6IjIwNCIsIlRvcCI6MC4wLCJMZWZ0IjowLjAsIlJpZ2h0IjowLjAsIkJvdHRvbSI6MC4wfSwiQmFja2dyb3VuZCI6eyIkaWQiOiIyMDUiLCJDb2xvciI6eyIkaWQiOiIyMDYiLCJBIjo4OSwiUiI6MCwiRyI6MCwiQiI6MH19LCJJc1Zpc2libGUiOnRydWUsIldpZHRoIjowLjAsIkhlaWdodCI6MC4wLCJCb3JkZXJTdHlsZSI6eyIkaWQiOiIyMDciLCJMaW5lQ29sb3IiOm51bGwsIkxpbmVXZWlnaHQiOjAuMCwiTGluZVR5cGUiOjAsIlBhcmVudFN0eWxlIjpudWxsfSwiUGFyZW50U3R5bGUiOm51bGx9LCJEYXRlU3R5bGUiOnsiJGlkIjoiMjA4IiwiRm9udFNldHRpbmdzIjp7IiRpZCI6IjIwOSIsIkZvbnRTaXplIjoxMCwiRm9udE5hbWUiOiJDYWxpYnJpIiwiSXNCb2xkIjpmYWxzZSwiSXNJdGFsaWMiOmZhbHNlLCJJc1VuZGVybGluZWQiOmZhbHNlLCJQYXJlbnRTdHlsZSI6bnVsbH0sIkF1dG9TaXplIjowLCJGb3JlZ3JvdW5kIjp7IiRpZCI6IjIxMCIsIkNvbG9yIjp7IiRpZCI6IjI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yIiwiVG9wIjowLjAsIkxlZnQiOjAuMCwiUmlnaHQiOjAuMCwiQm90dG9tIjowLjB9LCJQYWRkaW5nIjp7IiRpZCI6IjIxMyIsIlRvcCI6MC4wLCJMZWZ0IjowLjAsIlJpZ2h0IjowLjAsIkJvdHRvbSI6MC4wfSwiQmFja2dyb3VuZCI6eyIkaWQiOiIyMTQiLCJDb2xvciI6eyIkaWQiOiIyMTUiLCJBIjo4OSwiUiI6MCwiRyI6MCwiQiI6MH19LCJJc1Zpc2libGUiOmZhbHNlLCJXaWR0aCI6MC4wLCJIZWlnaHQiOjAuMCwiQm9yZGVyU3R5bGUiOnsiJGlkIjoiMjE2IiwiTGluZUNvbG9yIjpudWxsLCJMaW5lV2VpZ2h0IjowLjAsIkxpbmVUeXBlIjowLCJQYXJlbnRTdHlsZSI6bnVsbH0sIlBhcmVudFN0eWxlIjpudWxsfSwiRGF0ZUZvcm1hdCI6eyIkaWQiOiIyMTc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MjE4IiwiRGF0ZVBhcnRJc1Zpc2libGUiOnRydWUsIlRpbWVQYXJ0SXNWaXNpYmxlIjpmYWxzZX19LCJXZWVrTnVtYmVyaW5nIjp7IiRpZCI6IjIxOS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yMjAiLCJfdGFza3MiOltdLCJfbWlsZXN0b25lcyI6W3siJGlkIjoiMjIxIiwiSWQiOiJlYmQyYzdlYS1hYjc3LTQ4ZjYtOWU1Zi1kY2VkYzg0Y2YzZDYiLCJJbmRleCI6OCwiR3JvdXBJZCI6bnVsbCwiVGl0bGUiOiJQT1IiLCJEYXRlVGltZSI6IjIwMjYtMDUtMzBUMjM6NTk6MDAiLCJQZXJjZW50YWdlQ29tcGxldGUiOm51bGwsIk5vdGUiOm51bGwsIlN0eWxlIjp7IiRpZCI6IjIyMiIsIlRpdGxlUG9zaXRpb24iOiJMZWZ0IiwiRGF0ZVBvc2l0aW9uIjoiTGVmdCIsIlNoYXBlVHlwZSI6MTMsIlNoYXBlU2l6ZSI6MSwiU3BhY2luZyI6NSwiU2hhcGVTdHlsZSI6eyIkaWQiOiIyMjMiLCJNYXJnaW4iOnsiJGlkIjoiMjI0IiwiVG9wIjowLjAsIkxlZnQiOjAuMCwiUmlnaHQiOjAuMCwiQm90dG9tIjowLjB9LCJQYWRkaW5nIjp7IiRpZCI6IjIyNSIsIlRvcCI6MC4wLCJMZWZ0IjowLjAsIlJpZ2h0IjowLjAsIkJvdHRvbSI6MC4wfSwiQmFja2dyb3VuZCI6eyIkaWQiOiIyMjYiLCJDb2xvciI6eyIkaWQiOiIyMjciLCJBIjoyNTUsIlIiOjE2NSwiRyI6MTY1LCJCIjoxNjV9fSwiSXNWaXNpYmxlIjp0cnVlLCJXaWR0aCI6MTguMCwiSGVpZ2h0IjoyMC4wLCJCb3JkZXJTdHlsZSI6eyIkaWQiOiIyMjgiLCJMaW5lQ29sb3IiOnsiJGlkIjoiMjI5IiwiJHR5cGUiOiJOTFJFLkNvbW1vbi5Eb20uU29saWRDb2xvckJydXNoLCBOTFJFLkNvbW1vbiIsIkNvbG9yIjp7IiRpZCI6IjIzMCIsIkEiOjI1NSwiUiI6MjU1LCJHIjowLCJCIjowfX0sIkxpbmVXZWlnaHQiOjAuMCwiTGluZVR5cGUiOjAsIlBhcmVudFN0eWxlIjpudWxsfSwiUGFyZW50U3R5bGUiOm51bGx9LCJUaXRsZVN0eWxlIjp7IiRpZCI6IjIzMSIsIkZvbnRTZXR0aW5ncyI6eyIkaWQiOiIyMzIiLCJGb250U2l6ZSI6MTAsIkZvbnROYW1lIjoiTW9udHNlcnJhdCIsIklzQm9sZCI6ZmFsc2UsIklzSXRhbGljIjpmYWxzZSwiSXNVbmRlcmxpbmVkIjpmYWxzZSwiUGFyZW50U3R5bGUiOm51bGx9LCJBdXRvU2l6ZSI6MCwiRm9yZWdyb3VuZCI6eyIkaWQiOiIyMzMiLCJDb2xvciI6eyIkaWQiOiIyMz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M1IiwiVG9wIjowLjAsIkxlZnQiOjAuMCwiUmlnaHQiOjAuMCwiQm90dG9tIjowLjB9LCJQYWRkaW5nIjp7IiRpZCI6IjIzNiIsIlRvcCI6MC4wLCJMZWZ0IjowLjAsIlJpZ2h0IjowLjAsIkJvdHRvbSI6MC4wfSwiQmFja2dyb3VuZCI6eyIkaWQiOiIyMzciLCJDb2xvciI6eyIkaWQiOiIyMzgiLCJBIjo4OSwiUiI6MCwiRyI6MCwiQiI6MH19LCJJc1Zpc2libGUiOnRydWUsIldpZHRoIjowLjAsIkhlaWdodCI6MC4wLCJCb3JkZXJTdHlsZSI6eyIkaWQiOiIyMzkiLCJMaW5lQ29sb3IiOm51bGwsIkxpbmVXZWlnaHQiOjAuMCwiTGluZVR5cGUiOjAsIlBhcmVudFN0eWxlIjpudWxsfSwiUGFyZW50U3R5bGUiOm51bGx9LCJEYXRlU3R5bGUiOnsiJGlkIjoiMjQwIiwiRm9udFNldHRpbmdzIjp7IiRpZCI6IjI0MSIsIkZvbnRTaXplIjoxMCwiRm9udE5hbWUiOiJDYWxpYnJpIiwiSXNCb2xkIjpmYWxzZSwiSXNJdGFsaWMiOmZhbHNlLCJJc1VuZGVybGluZWQiOmZhbHNlLCJQYXJlbnRTdHlsZSI6bnVsbH0sIkF1dG9TaXplIjowLCJGb3JlZ3JvdW5kIjp7IiRpZCI6IjI0MiIsIkNvbG9yIjp7IiRpZCI6IjI0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Q0IiwiVG9wIjowLjAsIkxlZnQiOjAuMCwiUmlnaHQiOjAuMCwiQm90dG9tIjowLjB9LCJQYWRkaW5nIjp7IiRpZCI6IjI0NSIsIlRvcCI6MC4wLCJMZWZ0IjowLjAsIlJpZ2h0IjowLjAsIkJvdHRvbSI6MC4wfSwiQmFja2dyb3VuZCI6eyIkaWQiOiIyNDYiLCJDb2xvciI6eyIkaWQiOiIyNDciLCJBIjo4OSwiUiI6MCwiRyI6MCwiQiI6MH19LCJJc1Zpc2libGUiOmZhbHNlLCJXaWR0aCI6MC4wLCJIZWlnaHQiOjAuMCwiQm9yZGVyU3R5bGUiOnsiJGlkIjoiMjQ4IiwiTGluZUNvbG9yIjpudWxsLCJMaW5lV2VpZ2h0IjowLjAsIkxpbmVUeXBlIjowLCJQYXJlbnRTdHlsZSI6bnVsbH0sIlBhcmVudFN0eWxlIjpudWxsfSwiRGF0ZUZvcm1hdCI6eyIkaWQiOiIyN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w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I1MSIsIl90YXNrcyI6W10sIl9taWxlc3RvbmVzIjpbeyIkaWQiOiIyNTIiLCJJZCI6Ijc0MDgyMTZlLTcxOWYtNGE0NS1iN2Q0LTUzNGZjN2ViY2QzNiIsIkluZGV4Ijo5LCJHcm91cElkIjpudWxsLCJUaXRsZSI6IkdFUiIsIkRhdGVUaW1lIjoiMjAyNi0wOC0xNFQyMzo1OTowMCIsIlBlcmNlbnRhZ2VDb21wbGV0ZSI6bnVsbCwiTm90ZSI6bnVsbCwiU3R5bGUiOnsiJGlkIjoiMjUzIiwiVGl0bGVQb3NpdGlvbiI6IkxlZnQiLCJEYXRlUG9zaXRpb24iOiJMZWZ0IiwiU2hhcGVUeXBlIjoxMywiU2hhcGVTaXplIjoxLCJTcGFjaW5nIjo1LCJTaGFwZVN0eWxlIjp7IiRpZCI6IjI1NCIsIk1hcmdpbiI6eyIkaWQiOiIyNTUiLCJUb3AiOjAuMCwiTGVmdCI6MC4wLCJSaWdodCI6MC4wLCJCb3R0b20iOjAuMH0sIlBhZGRpbmciOnsiJGlkIjoiMjU2IiwiVG9wIjowLjAsIkxlZnQiOjAuMCwiUmlnaHQiOjAuMCwiQm90dG9tIjowLjB9LCJCYWNrZ3JvdW5kIjp7IiRpZCI6IjI1NyIsIkNvbG9yIjp7IiRpZCI6IjI1OCIsIkEiOjI1NSwiUiI6MTY1LCJHIjoxNjUsIkIiOjE2NX19LCJJc1Zpc2libGUiOnRydWUsIldpZHRoIjoxOC4wLCJIZWlnaHQiOjIwLjAsIkJvcmRlclN0eWxlIjp7IiRpZCI6IjI1OSIsIkxpbmVDb2xvciI6eyIkaWQiOiIyNjAiLCIkdHlwZSI6Ik5MUkUuQ29tbW9uLkRvbS5Tb2xpZENvbG9yQnJ1c2gsIE5MUkUuQ29tbW9uIiwiQ29sb3IiOnsiJGlkIjoiMjYxIiwiQSI6MjU1LCJSIjoyNTUsIkciOjAsIkIiOjB9fSwiTGluZVdlaWdodCI6MC4wLCJMaW5lVHlwZSI6MCwiUGFyZW50U3R5bGUiOm51bGx9LCJQYXJlbnRTdHlsZSI6bnVsbH0sIlRpdGxlU3R5bGUiOnsiJGlkIjoiMjYyIiwiRm9udFNldHRpbmdzIjp7IiRpZCI6IjI2MyIsIkZvbnRTaXplIjoxMCwiRm9udE5hbWUiOiJNb250c2VycmF0IiwiSXNCb2xkIjpmYWxzZSwiSXNJdGFsaWMiOmZhbHNlLCJJc1VuZGVybGluZWQiOmZhbHNlLCJQYXJlbnRTdHlsZSI6bnVsbH0sIkF1dG9TaXplIjowLCJGb3JlZ3JvdW5kIjp7IiRpZCI6IjI2NCIsIkNvbG9yIjp7IiRpZCI6IjI2N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yNjYiLCJUb3AiOjAuMCwiTGVmdCI6MC4wLCJSaWdodCI6MC4wLCJCb3R0b20iOjAuMH0sIlBhZGRpbmciOnsiJGlkIjoiMjY3IiwiVG9wIjowLjAsIkxlZnQiOjAuMCwiUmlnaHQiOjAuMCwiQm90dG9tIjowLjB9LCJCYWNrZ3JvdW5kIjp7IiRpZCI6IjI2OCIsIkNvbG9yIjp7IiRpZCI6IjI2OSIsIkEiOjg5LCJSIjowLCJHIjowLCJCIjowfX0sIklzVmlzaWJsZSI6dHJ1ZSwiV2lkdGgiOjAuMCwiSGVpZ2h0IjowLjAsIkJvcmRlclN0eWxlIjp7IiRpZCI6IjI3MCIsIkxpbmVDb2xvciI6bnVsbCwiTGluZVdlaWdodCI6MC4wLCJMaW5lVHlwZSI6MCwiUGFyZW50U3R5bGUiOm51bGx9LCJQYXJlbnRTdHlsZSI6bnVsbH0sIkRhdGVTdHlsZSI6eyIkaWQiOiIyNzEiLCJGb250U2V0dGluZ3MiOnsiJGlkIjoiMjcyIiwiRm9udFNpemUiOjEwLCJGb250TmFtZSI6IkNhbGlicmkiLCJJc0JvbGQiOmZhbHNlLCJJc0l0YWxpYyI6ZmFsc2UsIklzVW5kZXJsaW5lZCI6ZmFsc2UsIlBhcmVudFN0eWxlIjpudWxsfSwiQXV0b1NpemUiOjAsIkZvcmVncm91bmQiOnsiJGlkIjoiMjczIiwiQ29sb3IiOnsiJGlkIjoiMjc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zUiLCJUb3AiOjAuMCwiTGVmdCI6MC4wLCJSaWdodCI6MC4wLCJCb3R0b20iOjAuMH0sIlBhZGRpbmciOnsiJGlkIjoiMjc2IiwiVG9wIjowLjAsIkxlZnQiOjAuMCwiUmlnaHQiOjAuMCwiQm90dG9tIjowLjB9LCJCYWNrZ3JvdW5kIjp7IiRpZCI6IjI3NyIsIkNvbG9yIjp7IiRpZCI6IjI3OCIsIkEiOjg5LCJSIjowLCJHIjowLCJCIjowfX0sIklzVmlzaWJsZSI6ZmFsc2UsIldpZHRoIjowLjAsIkhlaWdodCI6MC4wLCJCb3JkZXJTdHlsZSI6eyIkaWQiOiIyNzkiLCJMaW5lQ29sb3IiOm51bGwsIkxpbmVXZWlnaHQiOjAuMCwiTGluZVR5cGUiOjAsIlBhcmVudFN0eWxlIjpudWxsfSwiUGFyZW50U3R5bGUiOm51bGx9LCJEYXRlRm9ybWF0Ijp7IiRpZCI6IjI4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E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jgyIiwiX3Rhc2tzIjpbXSwiX21pbGVzdG9uZXMiOlt7IiRpZCI6IjI4MyIsIklkIjoiNmM4MWM1ODktYTQ4My00N2UxLTk4MDktZmM4MjA5NzA3NWQ5IiwiSW5kZXgiOjEwLCJHcm91cElkIjpudWxsLCJUaXRsZSI6IklTUiIsIkRhdGVUaW1lIjoiMjAyNi0xMC0zMFQyMzo1OTowMCIsIlBlcmNlbnRhZ2VDb21wbGV0ZSI6bnVsbCwiTm90ZSI6bnVsbCwiU3R5bGUiOnsiJGlkIjoiMjg0IiwiVGl0bGVQb3NpdGlvbiI6IkxlZnQiLCJEYXRlUG9zaXRpb24iOiJMZWZ0IiwiU2hhcGVUeXBlIjoxMywiU2hhcGVTaXplIjoxLCJTcGFjaW5nIjo1LCJTaGFwZVN0eWxlIjp7IiRpZCI6IjI4NSIsIk1hcmdpbiI6eyIkaWQiOiIyODYiLCJUb3AiOjAuMCwiTGVmdCI6MC4wLCJSaWdodCI6MC4wLCJCb3R0b20iOjAuMH0sIlBhZGRpbmciOnsiJGlkIjoiMjg3IiwiVG9wIjowLjAsIkxlZnQiOjAuMCwiUmlnaHQiOjAuMCwiQm90dG9tIjowLjB9LCJCYWNrZ3JvdW5kIjp7IiRpZCI6IjI4OCIsIkNvbG9yIjp7IiRpZCI6IjI4OSIsIkEiOjI1NSwiUiI6MTY1LCJHIjoxNjUsIkIiOjE2NX19LCJJc1Zpc2libGUiOnRydWUsIldpZHRoIjoxOC4wLCJIZWlnaHQiOjIwLjAsIkJvcmRlclN0eWxlIjp7IiRpZCI6IjI5MCIsIkxpbmVDb2xvciI6eyIkaWQiOiIyOTEiLCIkdHlwZSI6Ik5MUkUuQ29tbW9uLkRvbS5Tb2xpZENvbG9yQnJ1c2gsIE5MUkUuQ29tbW9uIiwiQ29sb3IiOnsiJGlkIjoiMjkyIiwiQSI6MjU1LCJSIjoyNTUsIkciOjAsIkIiOjB9fSwiTGluZVdlaWdodCI6MC4wLCJMaW5lVHlwZSI6MCwiUGFyZW50U3R5bGUiOm51bGx9LCJQYXJlbnRTdHlsZSI6bnVsbH0sIlRpdGxlU3R5bGUiOnsiJGlkIjoiMjkzIiwiRm9udFNldHRpbmdzIjp7IiRpZCI6IjI5NCIsIkZvbnRTaXplIjoxMCwiRm9udE5hbWUiOiJNb250c2VycmF0IiwiSXNCb2xkIjpmYWxzZSwiSXNJdGFsaWMiOmZhbHNlLCJJc1VuZGVybGluZWQiOmZhbHNlLCJQYXJlbnRTdHlsZSI6bnVsbH0sIkF1dG9TaXplIjowLCJGb3JlZ3JvdW5kIjp7IiRpZCI6IjI5NSIsIkNvbG9yIjp7IiRpZCI6IjI5Ni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yOTciLCJUb3AiOjAuMCwiTGVmdCI6MC4wLCJSaWdodCI6MC4wLCJCb3R0b20iOjAuMH0sIlBhZGRpbmciOnsiJGlkIjoiMjk4IiwiVG9wIjowLjAsIkxlZnQiOjAuMCwiUmlnaHQiOjAuMCwiQm90dG9tIjowLjB9LCJCYWNrZ3JvdW5kIjp7IiRpZCI6IjI5OSIsIkNvbG9yIjp7IiRpZCI6IjMwMCIsIkEiOjg5LCJSIjowLCJHIjowLCJCIjowfX0sIklzVmlzaWJsZSI6dHJ1ZSwiV2lkdGgiOjAuMCwiSGVpZ2h0IjowLjAsIkJvcmRlclN0eWxlIjp7IiRpZCI6IjMwMSIsIkxpbmVDb2xvciI6bnVsbCwiTGluZVdlaWdodCI6MC4wLCJMaW5lVHlwZSI6MCwiUGFyZW50U3R5bGUiOm51bGx9LCJQYXJlbnRTdHlsZSI6bnVsbH0sIkRhdGVTdHlsZSI6eyIkaWQiOiIzMDIiLCJGb250U2V0dGluZ3MiOnsiJGlkIjoiMzAzIiwiRm9udFNpemUiOjEwLCJGb250TmFtZSI6IkNhbGlicmkiLCJJc0JvbGQiOmZhbHNlLCJJc0l0YWxpYyI6ZmFsc2UsIklzVW5kZXJsaW5lZCI6ZmFsc2UsIlBhcmVudFN0eWxlIjpudWxsfSwiQXV0b1NpemUiOjAsIkZvcmVncm91bmQiOnsiJGlkIjoiMzA0IiwiQ29sb3IiOnsiJGlkIjoiMz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DYiLCJUb3AiOjAuMCwiTGVmdCI6MC4wLCJSaWdodCI6MC4wLCJCb3R0b20iOjAuMH0sIlBhZGRpbmciOnsiJGlkIjoiMzA3IiwiVG9wIjowLjAsIkxlZnQiOjAuMCwiUmlnaHQiOjAuMCwiQm90dG9tIjowLjB9LCJCYWNrZ3JvdW5kIjp7IiRpZCI6IjMwOCIsIkNvbG9yIjp7IiRpZCI6IjMwOSIsIkEiOjg5LCJSIjowLCJHIjowLCJCIjowfX0sIklzVmlzaWJsZSI6ZmFsc2UsIldpZHRoIjowLjAsIkhlaWdodCI6MC4wLCJCb3JkZXJTdHlsZSI6eyIkaWQiOiIzMTAiLCJMaW5lQ29sb3IiOm51bGwsIkxpbmVXZWlnaHQiOjAuMCwiTGluZVR5cGUiOjAsIlBhcmVudFN0eWxlIjpudWxsfSwiUGFyZW50U3R5bGUiOm51bGx9LCJEYXRlRm9ybWF0Ijp7IiRpZCI6IjMxMSIsIkZvcm1hdFN0cmluZyI6Ik1NTSBkIiwiU2VwYXJhdG9yIjoiLyIsIlVzZUludGVybmF0aW9uYWxEYXRlRm9ybWF0IjpmYWxzZSwiRGF0ZUlzVmlzaWJsZSI6ZmFsc2UsIlRpbWVJc1Zpc2libGUiOmZhbHNlLCJIb3VyRGlnaXRzIjoxLCJBbVBtRGVzaWduYXRvciI6MiwiVHJpbTAwTWludXRlcyI6ZmFsc2UsIkxhc3RLbm93blZpc2liaWxpdHlTdGF0ZSI6eyIkaWQiOiIzMTIiLCJEYXRlUGFydElzVmlzaWJsZSI6dHJ1ZSwiVGltZVBhcnRJc1Zpc2libGUiOmZhbHNlfX0sIldlZWtOdW1iZXJpbmciOnsiJGlkIjoiMzEz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wLCJJZCI6IjVhMWU0MDcyLTI0NmEtNGIwMi1iYTNkLWRiMDZjZWI5NmM5NyIsIkhlYWRlclRleHQiOm51bGwsIklzRGVmYXVsdCI6dHJ1ZSwiU3R5bGUiOnsiJGlkIjoiMzE0IiwiSGVhZGVyU3R5bGUiOnsiJGlkIjoiMzE1IiwiVGV4dFN0eWxlIjp7IiRpZCI6IjMxNiIsIkZvbnRTZXR0aW5ncyI6eyIkaWQiOiIzMTciLCJGb250U2l6ZSI6MTIsIkZvbnROYW1lIjoiQ2FsaWJyaSIsIklzQm9sZCI6ZmFsc2UsIklzSXRhbGljIjpmYWxzZSwiSXNVbmRlcmxpbmVkIjpmYWxzZSwiUGFyZW50U3R5bGUiOm51bGx9LCJBdXRvU2l6ZSI6MCwiRm9yZWdyb3VuZCI6eyIkaWQiOiIzMTgiLCJDb2xvciI6eyIkaWQiOiIzMTkiLCJBIjoyNTUsIlIiOjAsIkciOjAsIkIiOjB9fSwiTWF4V2lkdGgiOjAuMCwiTWF4SGVpZ2h0IjowLjAsIlNtYXJ0Rm9yZWdyb3VuZElzQWN0aXZlIjpmYWxzZSwiSG9yaXpvbnRhbEFsaWdubWVudCI6MCwiVmVydGljYWxBbGlnbm1lbnQiOjAsIlNtYXJ0Rm9yZWdyb3VuZCI6bnVsbCwiQmFja2dyb3VuZEZpbGxUeXBlIjowLCJNYXJnaW4iOnsiJGlkIjoiMzIwIiwiVG9wIjowLjAsIkxlZnQiOjAuMCwiUmlnaHQiOjAuMCwiQm90dG9tIjowLjB9LCJQYWRkaW5nIjp7IiRpZCI6IjMyMSIsIlRvcCI6MC4wLCJMZWZ0IjowLjAsIlJpZ2h0IjowLjAsIkJvdHRvbSI6MC4wfSwiQmFja2dyb3VuZCI6bnVsbCwiSXNWaXNpYmxlIjpmYWxzZSwiV2lkdGgiOjAuMCwiSGVpZ2h0IjowLjAsIkJvcmRlclN0eWxlIjpudWxsLCJQYXJlbnRTdHlsZSI6bnVsbH0sIlJlY3RhbmdsZVN0eWxlIjp7IiRpZCI6IjMyMiIsIk1hcmdpbiI6eyIkaWQiOiIzMjMiLCJUb3AiOjAuMCwiTGVmdCI6MC4wLCJSaWdodCI6MC4wLCJCb3R0b20iOjAuMH0sIlBhZGRpbmciOnsiJGlkIjoiMzI0IiwiVG9wIjowLjAsIkxlZnQiOjAuMCwiUmlnaHQiOjAuMCwiQm90dG9tIjowLjB9LCJCYWNrZ3JvdW5kIjp7IiRpZCI6IjMyNSIsIkNvbG9yIjp7IiRpZCI6IjMyNiIsIkEiOjYzLCJSIjoyLCJHIjoxNzgsIkIiOjIzOH19LCJJc1Zpc2libGUiOmZhbHNlLCJXaWR0aCI6MC4wLCJIZWlnaHQiOjAuMCwiQm9yZGVyU3R5bGUiOnsiJGlkIjoiMzI3IiwiTGluZUNvbG9yIjp7IiRpZCI6IjMyOCIsIiR0eXBlIjoiTkxSRS5Db21tb24uRG9tLlNvbGlkQ29sb3JCcnVzaCwgTkxSRS5Db21tb24iLCJDb2xvciI6eyIkaWQiOiIzMjkiLCJBIjoyNTUsIlIiOjI1NSwiRyI6MCwiQiI6MH19LCJMaW5lV2VpZ2h0IjowLjAsIkxpbmVUeXBlIjowLCJQYXJlbnRTdHlsZSI6bnVsbH0sIlBhcmVudFN0eWxlIjpudWxsfSwiTWFyZ2luIjp7IiRpZCI6IjMzMCIsIlRvcCI6MC4wLCJMZWZ0IjowLjAsIlJpZ2h0IjowLjAsIkJvdHRvbSI6MC4wfSwiUGFkZGluZyI6eyIkaWQiOiIzMzEiLCJUb3AiOjAuMCwiTGVmdCI6MC4wLCJSaWdodCI6MC4wLCJCb3R0b20iOjAuMH0sIkJhY2tncm91bmQiOm51bGwsIklzVmlzaWJsZSI6dHJ1ZSwiV2lkdGgiOjAuMCwiSGVpZ2h0IjowLjAsIkJvcmRlclN0eWxlIjpudWxsLCJQYXJlbnRTdHlsZSI6bnVsbH0sIkJhY2tncm91bmRTdHlsZSI6eyIkaWQiOiIzMzIiLCJNYXJnaW4iOnsiJGlkIjoiMzMzIiwiVG9wIjowLjAsIkxlZnQiOjAuMCwiUmlnaHQiOjAuMCwiQm90dG9tIjowLjB9LCJQYWRkaW5nIjp7IiRpZCI6IjMzNCIsIlRvcCI6MC4wLCJMZWZ0IjowLjAsIlJpZ2h0IjowLjAsIkJvdHRvbSI6MC4wfSwiQmFja2dyb3VuZCI6eyIkaWQiOiIzMzUiLCJDb2xvciI6eyIkaWQiOiIzMzYiLCJBIjozOCwiUiI6OTEsIkciOjE1NSwiQiI6MjEzfX0sIklzVmlzaWJsZSI6dHJ1ZSwiV2lkdGgiOjAuMCwiSGVpZ2h0IjowLjAsIkJvcmRlclN0eWxlIjp7IiRpZCI6IjMzNyIsIkxpbmVDb2xvciI6eyIkaWQiOiIzMzgiLCIkdHlwZSI6Ik5MUkUuQ29tbW9uLkRvbS5Tb2xpZENvbG9yQnJ1c2gsIE5MUkUuQ29tbW9uIiwiQ29sb3IiOnsiJGlkIjoiMzM5IiwiQSI6MjU1LCJSIjoyMzQsIkciOjIyLCJCIjozMH19LCJMaW5lV2VpZ2h0IjowLjAsIkxpbmVUeXBlIjowLCJQYXJlbnRTdHlsZSI6bnVsbH0sIlBhcmVudFN0eWxlIjpudWxsfSwiTWFyZ2luIjp7IiRpZCI6IjM0MCIsIlRvcCI6MC4wLCJMZWZ0IjowLjAsIlJpZ2h0IjowLjAsIkJvdHRvbSI6MC4wfSwiUGFkZGluZyI6eyIkaWQiOiIzNDEiLCJUb3AiOjAuMCwiTGVmdCI6MC4wLCJSaWdodCI6MC4wLCJCb3R0b20iOjAuMH0sIklzVmlzaWJsZSI6dHJ1ZSwiV2lkdGgiOjAuMCwiSGVpZ2h0IjowLjAsIkJvcmRlclN0eWxlIjp7IiRpZCI6IjM0MiIsIkxpbmVDb2xvciI6bnVsbCwiTGluZVdlaWdodCI6MC4wLCJMaW5lVHlwZSI6MCwiUGFyZW50U3R5bGUiOm51bGx9LCJQYXJlbnRTdHlsZSI6bnVsbH19XSwiSWQiOiJkMGEwYmIwZC0xZmMwLTQxZGMtYWUzZi0zZDVkNzMxYWE4M2IiLCJJbmRleCI6MCwiSGVhZGVyVGV4dCI6IkNvdW50cnkgUkVHSVNURVJFRCIsIlN0eWxlIjp7IiRpZCI6IjM0MyIsIlN0eWxlSWQiOiIwMDAwMDAwMC0wMDAwLTAwMDAtMDAwMC0wMDAwMDAwMDAwMDAiLCJIZWFkZXJTdHlsZSI6eyIkaWQiOiIzNDQiLCJUZXh0SXNWZXJ0aWNhbCI6ZmFsc2UsIlRleHRTdHlsZSI6eyIkaWQiOiIzNDUiLCJGb250U2V0dGluZ3MiOnsiJGlkIjoiMzQ2IiwiRm9udFNpemUiOjEwLCJGb250TmFtZSI6Ik1vbnRzZXJyYXQiLCJJc0JvbGQiOmZhbHNlLCJJc0l0YWxpYyI6ZmFsc2UsIklzVW5kZXJsaW5lZCI6ZmFsc2UsIlBhcmVudFN0eWxlIjpudWxsfSwiQXV0b1NpemUiOjIsIkZvcmVncm91bmQiOnsiJGlkIjoiMzQ3IiwiQ29sb3IiOnsiJGlkIjoiMzQ4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MzQ5IiwiVG9wIjowLjAsIkxlZnQiOjAuMCwiUmlnaHQiOjAuMCwiQm90dG9tIjowLjB9LCJQYWRkaW5nIjp7IiRpZCI6IjM1MCIsIlRvcCI6MC4wLCJMZWZ0IjowLjAsIlJpZ2h0IjowLjAsIkJvdHRvbSI6MC4wfSwiQmFja2dyb3VuZCI6bnVsbCwiSXNWaXNpYmxlIjpmYWxzZSwiV2lkdGgiOjAuMCwiSGVpZ2h0IjowLjAsIkJvcmRlclN0eWxlIjpudWxsLCJQYXJlbnRTdHlsZSI6bnVsbH0sIlJlY3RhbmdsZVN0eWxlIjp7IiRpZCI6IjM1MSIsIk1hcmdpbiI6eyIkaWQiOiIzNTIiLCJUb3AiOjAuMCwiTGVmdCI6MC4wLCJSaWdodCI6MC4wLCJCb3R0b20iOjAuMH0sIlBhZGRpbmciOnsiJGlkIjoiMzUzIiwiVG9wIjowLjAsIkxlZnQiOjAuMCwiUmlnaHQiOjAuMCwiQm90dG9tIjowLjB9LCJCYWNrZ3JvdW5kIjp7IiRpZCI6IjM1NCIsIkNvbG9yIjp7IiRpZCI6IjM1NSIsIkEiOjI1NSwiUiI6MiwiRyI6MTc4LCJCIjoyMzh9fSwiSXNWaXNpYmxlIjp0cnVlLCJXaWR0aCI6MC4wLCJIZWlnaHQiOjAuMCwiQm9yZGVyU3R5bGUiOnsiJGlkIjoiMzU2IiwiTGluZUNvbG9yIjp7IiRpZCI6IjM1NyIsIiR0eXBlIjoiTkxSRS5Db21tb24uRG9tLlNvbGlkQ29sb3JCcnVzaCwgTkxSRS5Db21tb24iLCJDb2xvciI6eyIkaWQiOiIzNTgiLCJBIjoyNTUsIlIiOjYwLCJHIjo1NCwiQiI6NDl9fSwiTGluZVdlaWdodCI6MC4wLCJMaW5lVHlwZSI6MCwiUGFyZW50U3R5bGUiOm51bGx9LCJQYXJlbnRTdHlsZSI6bnVsbH0sIk1hcmdpbiI6eyIkaWQiOiIzNTkiLCJUb3AiOjAuMCwiTGVmdCI6MC4wLCJSaWdodCI6MC4wLCJCb3R0b20iOjAuMH0sIlBhZGRpbmciOnsiJGlkIjoiMzYwIiwiVG9wIjowLjAsIkxlZnQiOjAuMCwiUmlnaHQiOjAuMCwiQm90dG9tIjowLjB9LCJCYWNrZ3JvdW5kIjpudWxsLCJJc1Zpc2libGUiOnRydWUsIldpZHRoIjowLjAsIkhlaWdodCI6MC4wLCJCb3JkZXJTdHlsZSI6bnVsbCwiUGFyZW50U3R5bGUiOm51bGx9LCJCYWNrZ3JvdW5kU3R5bGUiOnsiJGlkIjoiMzYxIiwiTWFyZ2luIjp7IiRpZCI6IjM2MiIsIlRvcCI6MC4wLCJMZWZ0IjowLjAsIlJpZ2h0IjowLjAsIkJvdHRvbSI6MC4wfSwiUGFkZGluZyI6eyIkaWQiOiIzNjMiLCJUb3AiOjAuMCwiTGVmdCI6MC4wLCJSaWdodCI6MC4wLCJCb3R0b20iOjAuMH0sIkJhY2tncm91bmQiOnsiJGlkIjoiMzY0IiwiQ29sb3IiOnsiJGlkIjoiMzY1IiwiQSI6MzgsIlIiOjkxLCJHIjoxNTUsIkIiOjIxM319LCJJc1Zpc2libGUiOnRydWUsIldpZHRoIjowLjAsIkhlaWdodCI6MC4wLCJCb3JkZXJTdHlsZSI6eyIkaWQiOiIzNjYiLCJMaW5lQ29sb3IiOnsiJGlkIjoiMzY3IiwiJHR5cGUiOiJOTFJFLkNvbW1vbi5Eb20uU29saWRDb2xvckJydXNoLCBOTFJFLkNvbW1vbiIsIkNvbG9yIjp7IiRpZCI6IjM2OCIsIkEiOjI1NSwiUiI6MjA4LCJHIjoyMDYsIkIiOjIwNn19LCJMaW5lV2VpZ2h0IjowLjAsIkxpbmVUeXBlIjowLCJQYXJlbnRTdHlsZSI6bnVsbH0sIlBhcmVudFN0eWxlIjpudWxsfSwiSXNBYm92ZVRpbWViYW5kIjpmYWxzZSwiU3BhY2luZyI6MiwiRGVmYXVsdFN3aW1sYW5lVGFza1N0eWxlIjp7IiRpZCI6IjM2OSIsIiR0eXBlIjoiTkxSRS5Db21tb24uRG9tLlN0eWxlcy5FeHBsaWNpdFNldGFibGVUYXNrU3R5bGUsIE5MUkUuQ29tbW9uIiwiU2hhcGUiOjgsIlNoYXBlVGhpY2tuZXNzIjoxLCJEdXJhdGlvbkZvcm1hdCI6MCwiSW5jbHVkZU5vbldvcmtpbmdEYXlzSW5EdXJhdGlvbiI6ZmFsc2UsIlBlcmNlbnRhZ2VDb21wbGV0ZVN0eWxlIjp7IiRpZCI6IjM3MCIsIkZvbnRTZXR0aW5ncyI6eyIkaWQiOiIzNzEiLCJGb250U2l6ZSI6MTAsIkZvbnROYW1lIjoiQ2FsaWJyaSIsIklzQm9sZCI6ZmFsc2UsIklzSXRhbGljIjpmYWxzZSwiSXNVbmRlcmxpbmVkIjpmYWxzZSwiUGFyZW50U3R5bGUiOm51bGx9LCJBdXRvU2l6ZSI6MCwiRm9yZWdyb3VuZCI6eyIkaWQiOiIzNzIiLCJDb2xvciI6eyIkaWQiOiIzNz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zQiLCJUb3AiOjAuMCwiTGVmdCI6MC4wLCJSaWdodCI6MC4wLCJCb3R0b20iOjAuMH0sIlBhZGRpbmciOnsiJGlkIjoiMzc1IiwiVG9wIjowLjAsIkxlZnQiOjAuMCwiUmlnaHQiOjAuMCwiQm90dG9tIjowLjB9LCJCYWNrZ3JvdW5kIjp7IiRpZCI6IjM3NiIsIkNvbG9yIjp7IiRpZCI6IjM3NyIsIkEiOjg5LCJSIjowLCJHIjowLCJCIjowfX0sIklzVmlzaWJsZSI6dHJ1ZSwiV2lkdGgiOjAuMCwiSGVpZ2h0IjowLjAsIkJvcmRlclN0eWxlIjp7IiRpZCI6IjM3OCIsIkxpbmVDb2xvciI6bnVsbCwiTGluZVdlaWdodCI6MC4wLCJMaW5lVHlwZSI6MCwiUGFyZW50U3R5bGUiOm51bGx9LCJQYXJlbnRTdHlsZSI6bnVsbH0sIkR1cmF0aW9uU3R5bGUiOnsiJGlkIjoiMzc5IiwiRm9udFNldHRpbmdzIjp7IiRpZCI6IjM4MCIsIkZvbnRTaXplIjoxMCwiRm9udE5hbWUiOiJDYWxpYnJpIiwiSXNCb2xkIjpmYWxzZSwiSXNJdGFsaWMiOmZhbHNlLCJJc1VuZGVybGluZWQiOmZhbHNlLCJQYXJlbnRTdHlsZSI6bnVsbH0sIkF1dG9TaXplIjowLCJGb3JlZ3JvdW5kIjp7IiRpZCI6IjM4MSIsIkNvbG9yIjp7IiRpZCI6IjM4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4MyIsIlRvcCI6MC4wLCJMZWZ0IjowLjAsIlJpZ2h0IjowLjAsIkJvdHRvbSI6MC4wfSwiUGFkZGluZyI6eyIkaWQiOiIzODQiLCJUb3AiOjAuMCwiTGVmdCI6MC4wLCJSaWdodCI6MC4wLCJCb3R0b20iOjAuMH0sIkJhY2tncm91bmQiOnsiJGlkIjoiMzg1IiwiQ29sb3IiOnsiJGlkIjoiMzg2IiwiQSI6ODksIlIiOjAsIkciOjAsIkIiOjB9fSwiSXNWaXNpYmxlIjp0cnVlLCJXaWR0aCI6MC4wLCJIZWlnaHQiOjAuMCwiQm9yZGVyU3R5bGUiOnsiJGlkIjoiMzg3IiwiTGluZUNvbG9yIjpudWxsLCJMaW5lV2VpZ2h0IjowLjAsIkxpbmVUeXBlIjowLCJQYXJlbnRTdHlsZSI6bnVsbH0sIlBhcmVudFN0eWxlIjpudWxsfSwiSG9yaXpvbnRhbENvbm5lY3RvclN0eWxlIjp7IiRpZCI6IjM4OCIsIkxpbmVDb2xvciI6eyIkaWQiOiIzODkiLCIkdHlwZSI6Ik5MUkUuQ29tbW9uLkRvbS5Tb2xpZENvbG9yQnJ1c2gsIE5MUkUuQ29tbW9uIiwiQ29sb3IiOnsiJGlkIjoiMzkwIiwiQSI6MjU1LCJSIjoyMDQsIkciOjIwNCwiQiI6MjA0fX0sIkxpbmVXZWlnaHQiOjEuMCwiTGluZVR5cGUiOjAsIlBhcmVudFN0eWxlIjpudWxsfSwiVmVydGljYWxDb25uZWN0b3JTdHlsZSI6eyIkaWQiOiIzOTEiLCJMaW5lQ29sb3IiOnsiJGlkIjoiMzkyIiwiJHR5cGUiOiJOTFJFLkNvbW1vbi5Eb20uU29saWRDb2xvckJydXNoLCBOTFJFLkNvbW1vbiIsIkNvbG9yIjp7IiRpZCI6IjM5My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zk0IiwiTWFyZ2luIjp7IiRpZCI6IjM5NSIsIlRvcCI6MC4wLCJMZWZ0Ijo0LjAsIlJpZ2h0Ijo0LjAsIkJvdHRvbSI6MC4wfSwiUGFkZGluZyI6eyIkaWQiOiIzOTYiLCJUb3AiOjAuMCwiTGVmdCI6MC4wLCJSaWdodCI6MC4wLCJCb3R0b20iOjAuMH0sIkJhY2tncm91bmQiOnsiJGlkIjoiMzk3IiwiQ29sb3IiOnsiJGlkIjoiMzk4IiwiQSI6MjU1LCJSIjoyLCJHIjoxNzgsIkIiOjIzOH19LCJJc1Zpc2libGUiOnRydWUsIldpZHRoIjowLjAsIkhlaWdodCI6MTYuMCwiQm9yZGVyU3R5bGUiOnsiJGlkIjoiMzk5IiwiTGluZUNvbG9yIjp7IiRpZCI6IjQwMCIsIiR0eXBlIjoiTkxSRS5Db21tb24uRG9tLlNvbGlkQ29sb3JCcnVzaCwgTkxSRS5Db21tb24iLCJDb2xvciI6eyIkaWQiOiI0MDEiLCJBIjoyNTUsIlIiOjIzNCwiRyI6MjIsIkIiOjMwfX0sIkxpbmVXZWlnaHQiOjAuMCwiTGluZVR5cGUiOjAsIlBhcmVudFN0eWxlIjpudWxsfSwiUGFyZW50U3R5bGUiOm51bGx9LCJUaXRsZVN0eWxlIjp7IiRpZCI6IjQwMiIsIkZvbnRTZXR0aW5ncyI6eyIkaWQiOiI0MDMiLCJGb250U2l6ZSI6MTEsIkZvbnROYW1lIjoiQ2FsaWJyaSIsIklzQm9sZCI6dHJ1ZSwiSXNJdGFsaWMiOmZhbHNlLCJJc1VuZGVybGluZWQiOmZhbHNlLCJQYXJlbnRTdHlsZSI6bnVsbH0sIkF1dG9TaXplIjowLCJGb3JlZ3JvdW5kIjp7IiRpZCI6IjQwNCIsIkNvbG9yIjp7IiRpZCI6IjQwN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0MDYiLCJUb3AiOjAuMCwiTGVmdCI6MC4wLCJSaWdodCI6MC4wLCJCb3R0b20iOjAuMH0sIlBhZGRpbmciOnsiJGlkIjoiNDA3IiwiVG9wIjowLjAsIkxlZnQiOjAuMCwiUmlnaHQiOjAuMCwiQm90dG9tIjowLjB9LCJCYWNrZ3JvdW5kIjp7IiRpZCI6IjQwOCIsIkNvbG9yIjp7IiRpZCI6IjQwOSIsIkEiOjg5LCJSIjowLCJHIjowLCJCIjowfX0sIklzVmlzaWJsZSI6dHJ1ZSwiV2lkdGgiOjAuMCwiSGVpZ2h0IjowLjAsIkJvcmRlclN0eWxlIjp7IiRpZCI6IjQxMCIsIkxpbmVDb2xvciI6bnVsbCwiTGluZVdlaWdodCI6MC4wLCJMaW5lVHlwZSI6MCwiUGFyZW50U3R5bGUiOm51bGx9LCJQYXJlbnRTdHlsZSI6bnVsbH0sIkRhdGVTdHlsZSI6eyIkaWQiOiI0MTEiLCJGb250U2V0dGluZ3MiOnsiJGlkIjoiNDEyIiwiRm9udFNpemUiOjEwLCJGb250TmFtZSI6IkNhbGlicmkiLCJJc0JvbGQiOmZhbHNlLCJJc0l0YWxpYyI6ZmFsc2UsIklzVW5kZXJsaW5lZCI6ZmFsc2UsIlBhcmVudFN0eWxlIjpudWxsfSwiQXV0b1NpemUiOjAsIkZvcmVncm91bmQiOnsiJGlkIjoiNDEzIiwiQ29sb3IiOnsiJGlkIjoiNDE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0MTUiLCJUb3AiOjAuMCwiTGVmdCI6MC4wLCJSaWdodCI6MC4wLCJCb3R0b20iOjAuMH0sIlBhZGRpbmciOnsiJGlkIjoiNDE2IiwiVG9wIjowLjAsIkxlZnQiOjAuMCwiUmlnaHQiOjAuMCwiQm90dG9tIjowLjB9LCJCYWNrZ3JvdW5kIjp7IiRpZCI6IjQxNyIsIkNvbG9yIjp7IiRpZCI6IjQxOCIsIkEiOjg5LCJSIjowLCJHIjowLCJCIjowfX0sIklzVmlzaWJsZSI6dHJ1ZSwiV2lkdGgiOjAuMCwiSGVpZ2h0IjowLjAsIkJvcmRlclN0eWxlIjp7IiRpZCI6IjQxOSIsIkxpbmVDb2xvciI6bnVsbCwiTGluZVdlaWdodCI6MC4wLCJMaW5lVHlwZSI6MCwiUGFyZW50U3R5bGUiOm51bGx9LCJQYXJlbnRTdHlsZSI6bnVsbH0sIkRhdGVGb3JtYXQiOnsiJGlkIjoiNDI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MSIsIkZvcm1hdCI6MCwiSXNWaXNpYmxlIjpmYWxzZSwiTGFzdEtub3duVmlzaWJpbGl0eVN0YXRlIjpmYWxzZX0sIklzVmlzaWJsZSI6dHJ1ZSwiUGFyZW50U3R5bGUiOm51bGwsIl9leHBsaWNpdGx5U2V0Ijp7IiRpZCI6IjQyMiIsIlNoYXBlU3R5bGUiOmZhbHNlLCJUaXRsZVN0eWxlIjpmYWxzZSwiRGF0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NwYWNpbmciOmZhbHNlLCJJc0JlbG93VGltZWJhbmQiOmZhbHNlLCJEdXJhdGlvbkZvcm1hdCI6ZmFsc2UsIldlZWtOdW1iZXJpbmciOmZhbHNlfX0sIkRlZmF1bHRTd2ltbGFuZU1vdFN0eWxlIjp7IiRpZCI6IjQyMyIsIlNoYXBlIjo5LCJDb25uZWN0b3JNYXJnaW4iOnsiJGlkIjoiNDI0IiwiVG9wIjowLjAsIkxlZnQiOjIuMCwiUmlnaHQiOjIuMCwiQm90dG9tIjowLjB9LCJDb25uZWN0b3JTdHlsZSI6eyIkaWQiOiI0MjUiLCJMaW5lQ29sb3IiOnsiJGlkIjoiNDI2IiwiJHR5cGUiOiJOTFJFLkNvbW1vbi5Eb20uU29saWRDb2xvckJydXNoLCBOTFJFLkNvbW1vbiIsIkNvbG9yIjp7IiRpZCI6IjQyNyIsIkEiOjEyNywiUiI6NzksIkciOjEyOSwiQiI6MTg5fX0sIkxpbmVXZWlnaHQiOjEuMCwiTGluZVR5cGUiOjAsIlBhcmVudFN0eWxlIjpudWxsfSwiSXNCZWxvd1RpbWViYW5kIjpmYWxzZSwiUG9zaXRpb25PblRhc2siOjEsIkhpZGVEYXRlIjpmYWxzZSwiU2hhcGVTaXplIjoxLCJTcGFjaW5nIjowLjAsIlBhZGRpbmciOnsiJGlkIjoiNDI4IiwiVG9wIjo1LjAsIkxlZnQiOjMuMCwiUmlnaHQiOjAuMCwiQm90dG9tIjoyLjB9LCJTaGFwZVN0eWxlIjp7IiRpZCI6IjQyOSIsIk1hcmdpbiI6eyIkaWQiOiI0MzAiLCJUb3AiOjAuMCwiTGVmdCI6MC4wLCJSaWdodCI6MC4wLCJCb3R0b20iOjAuMH0sIlBhZGRpbmciOnsiJGlkIjoiNDMxIiwiVG9wIjowLjAsIkxlZnQiOjAuMCwiUmlnaHQiOjAuMCwiQm90dG9tIjowLjB9LCJCYWNrZ3JvdW5kIjp7IiRpZCI6IjQzMiIsIkNvbG9yIjp7IiRpZCI6IjQzMyIsIkEiOjI1NSwiUiI6MiwiRyI6MTc4LCJCIjoyMzh9fSwiSXNWaXNpYmxlIjp0cnVlLCJXaWR0aCI6MTguMCwiSGVpZ2h0IjoyMC4wLCJCb3JkZXJTdHlsZSI6eyIkaWQiOiI0MzQiLCJMaW5lQ29sb3IiOnsiJGlkIjoiNDM1IiwiJHR5cGUiOiJOTFJFLkNvbW1vbi5Eb20uU29saWRDb2xvckJydXNoLCBOTFJFLkNvbW1vbiIsIkNvbG9yIjp7IiRpZCI6IjQzNiIsIkEiOjI1NSwiUiI6MjM0LCJHIjoyMiwiQiI6MzB9fSwiTGluZVdlaWdodCI6MC4wLCJMaW5lVHlwZSI6MCwiUGFyZW50U3R5bGUiOm51bGx9LCJQYXJlbnRTdHlsZSI6bnVsbH0sIlRpdGxlU3R5bGUiOnsiJGlkIjoiNDM3IiwiRm9udFNldHRpbmdzIjp7IiRpZCI6IjQzOCIsIkZvbnRTaXplIjoxMSwiRm9udE5hbWUiOiJDYWxpYnJpIiwiSXNCb2xkIjp0cnVlLCJJc0l0YWxpYyI6ZmFsc2UsIklzVW5kZXJsaW5lZCI6ZmFsc2UsIlBhcmVudFN0eWxlIjpudWxsfSwiQXV0b1NpemUiOjAsIkZvcmVncm91bmQiOnsiJGlkIjoiNDM5IiwiQ29sb3IiOnsiJGlkIjoiNDQ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Q0MSIsIlRvcCI6MC4wLCJMZWZ0IjowLjAsIlJpZ2h0IjowLjAsIkJvdHRvbSI6MC4wfSwiUGFkZGluZyI6eyIkaWQiOiI0NDIiLCJUb3AiOjAuMCwiTGVmdCI6MC4wLCJSaWdodCI6MC4wLCJCb3R0b20iOjAuMH0sIkJhY2tncm91bmQiOnsiJGlkIjoiNDQzIiwiQ29sb3IiOnsiJGlkIjoiNDQ0IiwiQSI6ODksIlIiOjAsIkciOjAsIkIiOjB9fSwiSXNWaXNpYmxlIjp0cnVlLCJXaWR0aCI6MC4wLCJIZWlnaHQiOjAuMCwiQm9yZGVyU3R5bGUiOnsiJGlkIjoiNDQ1IiwiTGluZUNvbG9yIjpudWxsLCJMaW5lV2VpZ2h0IjowLjAsIkxpbmVUeXBlIjowLCJQYXJlbnRTdHlsZSI6bnVsbH0sIlBhcmVudFN0eWxlIjpudWxsfSwiRGF0ZVN0eWxlIjp7IiRpZCI6IjQ0NiIsIkZvbnRTZXR0aW5ncyI6eyIkaWQiOiI0NDciLCJGb250U2l6ZSI6MTAsIkZvbnROYW1lIjoiQ2FsaWJyaSIsIklzQm9sZCI6ZmFsc2UsIklzSXRhbGljIjpmYWxzZSwiSXNVbmRlcmxpbmVkIjpmYWxzZSwiUGFyZW50U3R5bGUiOm51bGx9LCJBdXRvU2l6ZSI6MCwiRm9yZWdyb3VuZCI6eyIkaWQiOiI0NDgiLCJDb2xvciI6eyIkaWQiOiI0N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1MCIsIlRvcCI6MC4wLCJMZWZ0IjowLjAsIlJpZ2h0IjowLjAsIkJvdHRvbSI6MC4wfSwiUGFkZGluZyI6eyIkaWQiOiI0NTEiLCJUb3AiOjAuMCwiTGVmdCI6MC4wLCJSaWdodCI6MC4wLCJCb3R0b20iOjAuMH0sIkJhY2tncm91bmQiOnsiJGlkIjoiNDUyIiwiQ29sb3IiOnsiJGlkIjoiNDUzIiwiQSI6ODksIlIiOjAsIkciOjAsIkIiOjB9fSwiSXNWaXNpYmxlIjp0cnVlLCJXaWR0aCI6MC4wLCJIZWlnaHQiOjAuMCwiQm9yZGVyU3R5bGUiOnsiJGlkIjoiNDU0IiwiTGluZUNvbG9yIjpudWxsLCJMaW5lV2VpZ2h0IjowLjAsIkxpbmVUeXBlIjowLCJQYXJlbnRTdHlsZSI6bnVsbH0sIlBhcmVudFN0eWxlIjpudWxsfSwiRGF0ZUZvcm1hdCI6eyIkaWQiOiI0N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2IiwiRm9ybWF0IjowLCJJc1Zpc2libGUiOmZhbHNlLCJMYXN0S25vd25WaXNpYmlsaXR5U3RhdGUiOmZhbHNlfSwiSXNWaXNpYmxlIjp0cnVlLCJQYXJlbnRTdHlsZSI6bnVsbH0sIkRlZmF1bHRTd2ltbGFuZU1pbGVzdG9uZVN0eWxlIjp7IiRpZCI6IjQ1NyIsIlRpdGxlUG9zaXRpb24iOiJMZWZ0IiwiRGF0ZVBvc2l0aW9uIjoiTGVmdCIsIlNoYXBlVHlwZSI6MTMsIlNoYXBlU2l6ZSI6MSwiU3BhY2luZyI6NSwiU2hhcGVTdHlsZSI6eyIkaWQiOiI0NTgiLCJNYXJnaW4iOnsiJGlkIjoiNDU5IiwiVG9wIjowLjAsIkxlZnQiOjAuMCwiUmlnaHQiOjAuMCwiQm90dG9tIjowLjB9LCJQYWRkaW5nIjp7IiRpZCI6IjQ2MCIsIlRvcCI6MC4wLCJMZWZ0IjowLjAsIlJpZ2h0IjowLjAsIkJvdHRvbSI6MC4wfSwiQmFja2dyb3VuZCI6eyIkaWQiOiI0NjEiLCJDb2xvciI6eyIkaWQiOiI0NjIiLCJBIjoyNTUsIlIiOjIzNywiRyI6MTI1LCJCIjo0OX19LCJJc1Zpc2libGUiOnRydWUsIldpZHRoIjoxOC4wLCJIZWlnaHQiOjI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VGl0bGVTdHlsZSI6eyIkaWQiOiI0NjYiLCJGb250U2V0dGluZ3MiOnsiJGlkIjoiNDY3IiwiRm9udFNpemUiOjEwLCJGb250TmFtZSI6Ik1vbnRzZXJyYXQiLCJJc0JvbGQiOmZhbHNlLCJJc0l0YWxpYyI6ZmFsc2UsIklzVW5kZXJsaW5lZCI6ZmFsc2UsIlBhcmVudFN0eWxlIjpudWxsfSwiQXV0b1NpemUiOjAsIkZvcmVncm91bmQiOnsiJGlkIjoiNDY4IiwiQ29sb3IiOnsiJGlkIjoiNDY5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Q3MCIsIlRvcCI6MC4wLCJMZWZ0IjowLjAsIlJpZ2h0IjowLjAsIkJvdHRvbSI6MC4wfSwiUGFkZGluZyI6eyIkaWQiOiI0NzEiLCJUb3AiOjAuMCwiTGVmdCI6MC4wLCJSaWdodCI6MC4wLCJCb3R0b20iOjAuMH0sIkJhY2tncm91bmQiOnsiJGlkIjoiNDcyIiwiQ29sb3IiOnsiJGlkIjoiNDczIiwiQSI6ODksIlIiOjAsIkciOjAsIkIiOjB9fSwiSXNWaXNpYmxlIjp0cnVlLCJXaWR0aCI6MC4wLCJIZWlnaHQiOjAuMCwiQm9yZGVyU3R5bGUiOnsiJGlkIjoiNDc0IiwiTGluZUNvbG9yIjpudWxsLCJMaW5lV2VpZ2h0IjowLjAsIkxpbmVUeXBlIjowLCJQYXJlbnRTdHlsZSI6bnVsbH0sIlBhcmVudFN0eWxlIjpudWxsfSwiRGF0ZVN0eWxlIjp7IiRpZCI6IjQ3NSIsIkZvbnRTZXR0aW5ncyI6eyIkaWQiOiI0NzYiLCJGb250U2l6ZSI6MTAsIkZvbnROYW1lIjoiQ2FsaWJyaSIsIklzQm9sZCI6ZmFsc2UsIklzSXRhbGljIjpmYWxzZSwiSXNVbmRlcmxpbmVkIjpmYWxzZSwiUGFyZW50U3R5bGUiOm51bGx9LCJBdXRvU2l6ZSI6MCwiRm9yZWdyb3VuZCI6eyIkaWQiOiI0NzciLCJDb2xvciI6eyIkaWQiOiI0Nz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3OSIsIlRvcCI6MC4wLCJMZWZ0IjowLjAsIlJpZ2h0IjowLjAsIkJvdHRvbSI6MC4wfSwiUGFkZGluZyI6eyIkaWQiOiI0ODAiLCJUb3AiOjAuMCwiTGVmdCI6MC4wLCJSaWdodCI6MC4wLCJCb3R0b20iOjAuMH0sIkJhY2tncm91bmQiOnsiJGlkIjoiNDgxIiwiQ29sb3IiOnsiJGlkIjoiNDgyIiwiQSI6ODksIlIiOjAsIkciOjAsIkIiOjB9fSwiSXNWaXNpYmxlIjpmYWxzZSwiV2lkdGgiOjAuMCwiSGVpZ2h0IjowLjAsIkJvcmRlclN0eWxlIjp7IiRpZCI6IjQ4MyIsIkxpbmVDb2xvciI6bnVsbCwiTGluZVdlaWdodCI6MC4wLCJMaW5lVHlwZSI6MCwiUGFyZW50U3R5bGUiOm51bGx9LCJQYXJlbnRTdHlsZSI6bnVsbH0sIkRhdGVGb3JtYXQiOnsiJGlkIjoiNDg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SIsIkZvcm1hdCI6MCwiSXNWaXNpYmxlIjpmYWxzZSwiTGFzdEtub3duVmlzaWJpbGl0eVN0YXRlIjpmYWxzZX0sIklzVmlzaWJsZSI6dHJ1ZSwiUGFyZW50U3R5bGUiOm51bGx9LCJEZWZhdWx0U3dpbWxhbmVBY3Rpdml0eVN0eWxlIjp7IiRpZCI6IjQ4NiIsIkhlYWRlclN0eWxlIjp7IiRpZCI6IjQ4NyIsIlRleHRTdHlsZSI6eyIkaWQiOiI0ODgiLCJGb250U2V0dGluZ3MiOnsiJGlkIjoiNDg5IiwiRm9udFNpemUiOjEyLCJGb250TmFtZSI6IkNhbGlicmkiLCJJc0JvbGQiOmZhbHNlLCJJc0l0YWxpYyI6ZmFsc2UsIklzVW5kZXJsaW5lZCI6ZmFsc2UsIlBhcmVudFN0eWxlIjpudWxsfSwiQXV0b1NpemUiOjAsIkZvcmVncm91bmQiOnsiJGlkIjoiNDkwIiwiQ29sb3IiOnsiJGlkIjoiNDkxIiwiQSI6MjU1LCJSIjowLCJHIjowLCJCIjowfX0sIk1heFdpZHRoIjowLjAsIk1heEhlaWdodCI6MC4wLCJTbWFydEZvcmVncm91bmRJc0FjdGl2ZSI6ZmFsc2UsIkhvcml6b250YWxBbGlnbm1lbnQiOjAsIlZlcnRpY2FsQWxpZ25tZW50IjowLCJTbWFydEZvcmVncm91bmQiOm51bGwsIkJhY2tncm91bmRGaWxsVHlwZSI6MCwiTWFyZ2luIjp7IiRpZCI6IjQ5MiIsIlRvcCI6MC4wLCJMZWZ0IjowLjAsIlJpZ2h0IjowLjAsIkJvdHRvbSI6MC4wfSwiUGFkZGluZyI6eyIkaWQiOiI0OTMiLCJUb3AiOjAuMCwiTGVmdCI6MC4wLCJSaWdodCI6MC4wLCJCb3R0b20iOjAuMH0sIkJhY2tncm91bmQiOm51bGwsIklzVmlzaWJsZSI6ZmFsc2UsIldpZHRoIjowLjAsIkhlaWdodCI6MC4wLCJCb3JkZXJTdHlsZSI6bnVsbCwiUGFyZW50U3R5bGUiOm51bGx9LCJSZWN0YW5nbGVTdHlsZSI6eyIkaWQiOiI0OTQiLCJNYXJnaW4iOnsiJGlkIjoiNDk1IiwiVG9wIjowLjAsIkxlZnQiOjAuMCwiUmlnaHQiOjAuMCwiQm90dG9tIjowLjB9LCJQYWRkaW5nIjp7IiRpZCI6IjQ5NiIsIlRvcCI6MC4wLCJMZWZ0IjowLjAsIlJpZ2h0IjowLjAsIkJvdHRvbSI6MC4wfSwiQmFja2dyb3VuZCI6eyIkaWQiOiI0OTciLCJDb2xvciI6eyIkaWQiOiI0OTgiLCJBIjo2MywiUiI6MiwiRyI6MTc4LCJCIjoyMzh9fSwiSXNWaXNpYmxlIjpmYWxzZSwiV2lkdGgiOjAuMCwiSGVpZ2h0IjowLjAsIkJvcmRlclN0eWxlIjp7IiRpZCI6IjQ5OSIsIkxpbmVDb2xvciI6eyIkaWQiOiI1MDAiLCIkdHlwZSI6Ik5MUkUuQ29tbW9uLkRvbS5Tb2xpZENvbG9yQnJ1c2gsIE5MUkUuQ29tbW9uIiwiQ29sb3IiOnsiJGlkIjoiNTAxIiwiQSI6MjU1LCJSIjoyNTUsIkciOjAsIkIiOjB9fSwiTGluZVdlaWdodCI6MC4wLCJMaW5lVHlwZSI6MCwiUGFyZW50U3R5bGUiOm51bGx9LCJQYXJlbnRTdHlsZSI6bnVsbH0sIk1hcmdpbiI6eyIkaWQiOiI1MDIiLCJUb3AiOjAuMCwiTGVmdCI6MC4wLCJSaWdodCI6MC4wLCJCb3R0b20iOjAuMH0sIlBhZGRpbmciOnsiJGlkIjoiNTAzIiwiVG9wIjowLjAsIkxlZnQiOjAuMCwiUmlnaHQiOjAuMCwiQm90dG9tIjowLjB9LCJCYWNrZ3JvdW5kIjpudWxsLCJJc1Zpc2libGUiOnRydWUsIldpZHRoIjowLjAsIkhlaWdodCI6MC4wLCJCb3JkZXJTdHlsZSI6bnVsbCwiUGFyZW50U3R5bGUiOm51bGx9LCJCYWNrZ3JvdW5kU3R5bGUiOnsiJGlkIjoiNTA0IiwiTWFyZ2luIjp7IiRpZCI6IjUwNSIsIlRvcCI6MC4wLCJMZWZ0IjowLjAsIlJpZ2h0IjowLjAsIkJvdHRvbSI6MC4wfSwiUGFkZGluZyI6eyIkaWQiOiI1MDYiLCJUb3AiOjAuMCwiTGVmdCI6MC4wLCJSaWdodCI6MC4wLCJCb3R0b20iOjAuMH0sIkJhY2tncm91bmQiOnsiJHJlZiI6IjM2NCJ9LCJJc1Zpc2libGUiOnRydWUsIldpZHRoIjowLjAsIkhlaWdodCI6MC4wLCJCb3JkZXJTdHlsZSI6eyIkaWQiOiI1MDciLCJMaW5lQ29sb3IiOnsiJGlkIjoiNTA4IiwiJHR5cGUiOiJOTFJFLkNvbW1vbi5Eb20uU29saWRDb2xvckJydXNoLCBOTFJFLkNvbW1vbiIsIkNvbG9yIjp7IiRpZCI6IjUwOSIsIkEiOjI1NSwiUiI6MjM0LCJHIjoyMiwiQiI6MzB9fSwiTGluZVdlaWdodCI6MC4wLCJMaW5lVHlwZSI6MCwiUGFyZW50U3R5bGUiOm51bGx9LCJQYXJlbnRTdHlsZSI6bnVsbH0sIk1hcmdpbiI6eyIkaWQiOiI1MTAiLCJUb3AiOjAuMCwiTGVmdCI6MC4wLCJSaWdodCI6MC4wLCJCb3R0b20iOjAuMH0sIlBhZGRpbmciOnsiJGlkIjoiNTExIiwiVG9wIjowLjAsIkxlZnQiOjAuMCwiUmlnaHQiOjAuMCwiQm90dG9tIjowLjB9LCJJc1Zpc2libGUiOnRydWUsIldpZHRoIjowLjAsIkhlaWdodCI6MC4wLCJCb3JkZXJTdHlsZSI6eyIkaWQiOiI1MTIiLCJMaW5lQ29sb3IiOm51bGwsIkxpbmVXZWlnaHQiOjAuMCwiTGluZVR5cGUiOjAsIlBhcmVudFN0eWxlIjpudWxsfSwiUGFyZW50U3R5bGUiOm51bGx9LCJNYXJnaW4iOnsiJGlkIjoiNTEzIiwiVG9wIjowLjAsIkxlZnQiOjAuMCwiUmlnaHQiOjAuMCwiQm90dG9tIjowLjB9LCJQYWRkaW5nIjp7IiRpZCI6IjUxNCIsIlRvcCI6MC4wLCJMZWZ0IjowLjAsIlJpZ2h0IjowLjAsIkJvdHRvbSI6MC4wfSwiSXNWaXNpYmxlIjp0cnVlLCJXaWR0aCI6MC4wLCJIZWlnaHQiOjAuMCwiQm9yZGVyU3R5bGUiOnsiJGlkIjoiNTE1IiwiTGluZUNvbG9yIjpudWxsLCJMaW5lV2VpZ2h0IjowLjAsIkxpbmVUeXBlIjowLCJQYXJlbnRTdHlsZSI6bnVsbH0sIlBhcmVudFN0eWxlIjpudWxsfX0seyIkaWQiOiI1MTYiLCJfYWN0aXZpdGllcyI6W3siJGlkIjoiNTE3IiwiX3Jvd3MiOlt7IiRpZCI6IjUxOCIsIl90YXNrcyI6W10sIl9taWxlc3RvbmVzIjpbeyIkaWQiOiI1MTkiLCJJZCI6IjcxMjllMzBhLThjYjEtNDVmZS1iZTRiLWNmOWRhNmI3ODQ2NiIsIkluZGV4IjoxMiwiR3JvdXBJZCI6bnVsbCwiVGl0bGUiOiJCUkEgKFBPUikiLCJEYXRlVGltZSI6IjIwMjYtMDktMTZUMjM6NTk6MDAiLCJQZXJjZW50YWdlQ29tcGxldGUiOm51bGwsIk5vdGUiOm51bGwsIlN0eWxlIjp7IiRpZCI6IjUyMCIsIlRpdGxlUG9zaXRpb24iOiJBYm92ZSIsIkRhdGVQb3NpdGlvbiI6IkxlZnQiLCJTaGFwZVR5cGUiOjE3LCJTaGFwZVNpemUiOjAsIlNwYWNpbmciOjUsIlNoYXBlU3R5bGUiOnsiJGlkIjoiNTIxIiwiTWFyZ2luIjp7IiRpZCI6IjUyMiIsIlRvcCI6MC4wLCJMZWZ0IjowLjAsIlJpZ2h0IjowLjAsIkJvdHRvbSI6MC4wfSwiUGFkZGluZyI6eyIkaWQiOiI1MjMiLCJUb3AiOjAuMCwiTGVmdCI6MC4wLCJSaWdodCI6MC4wLCJCb3R0b20iOjAuMH0sIkJhY2tncm91bmQiOnsiJGlkIjoiNTI0IiwiQ29sb3IiOnsiJGlkIjoiNTI1IiwiQSI6MjU1LCJSIjo5MSwiRyI6MTU1LCJCIjoyMTN9fSwiSXNWaXNpYmxlIjp0cnVlLCJXaWR0aCI6MTQuMCwiSGVpZ2h0IjoxNC4wLCJCb3JkZXJTdHlsZSI6eyIkaWQiOiI1MjYiLCJMaW5lQ29sb3IiOnsiJGlkIjoiNTI3IiwiJHR5cGUiOiJOTFJFLkNvbW1vbi5Eb20uU29saWRDb2xvckJydXNoLCBOTFJFLkNvbW1vbiIsIkNvbG9yIjp7IiRpZCI6IjUyOCIsIkEiOjI1NSwiUiI6MjU1LCJHIjowLCJCIjowfX0sIkxpbmVXZWlnaHQiOjAuMCwiTGluZVR5cGUiOjAsIlBhcmVudFN0eWxlIjpudWxsfSwiUGFyZW50U3R5bGUiOm51bGx9LCJUaXRsZVN0eWxlIjp7IiRpZCI6IjUyOSIsIkZvbnRTZXR0aW5ncyI6eyIkaWQiOiI1MzAiLCJGb250U2l6ZSI6MTAsIkZvbnROYW1lIjoiTW9udHNlcnJhdCIsIklzQm9sZCI6ZmFsc2UsIklzSXRhbGljIjpmYWxzZSwiSXNVbmRlcmxpbmVkIjpmYWxzZSwiUGFyZW50U3R5bGUiOm51bGx9LCJBdXRvU2l6ZSI6MCwiRm9yZWdyb3VuZCI6eyIkaWQiOiI1MzEiLCJDb2xvciI6eyIkaWQiOiI1Mz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MzIiwiVG9wIjowLjAsIkxlZnQiOjAuMCwiUmlnaHQiOjAuMCwiQm90dG9tIjowLjB9LCJQYWRkaW5nIjp7IiRpZCI6IjUzNCIsIlRvcCI6MC4wLCJMZWZ0IjowLjAsIlJpZ2h0IjowLjAsIkJvdHRvbSI6MC4wfSwiQmFja2dyb3VuZCI6eyIkaWQiOiI1MzUiLCJDb2xvciI6eyIkaWQiOiI1MzYiLCJBIjo4OSwiUiI6MCwiRyI6MCwiQiI6MH19LCJJc1Zpc2libGUiOnRydWUsIldpZHRoIjowLjAsIkhlaWdodCI6MC4wLCJCb3JkZXJTdHlsZSI6eyIkaWQiOiI1MzciLCJMaW5lQ29sb3IiOm51bGwsIkxpbmVXZWlnaHQiOjAuMCwiTGluZVR5cGUiOjAsIlBhcmVudFN0eWxlIjpudWxsfSwiUGFyZW50U3R5bGUiOm51bGx9LCJEYXRlU3R5bGUiOnsiJGlkIjoiNTM4IiwiRm9udFNldHRpbmdzIjp7IiRpZCI6IjUzOSIsIkZvbnRTaXplIjoxMCwiRm9udE5hbWUiOiJDYWxpYnJpIiwiSXNCb2xkIjpmYWxzZSwiSXNJdGFsaWMiOmZhbHNlLCJJc1VuZGVybGluZWQiOmZhbHNlLCJQYXJlbnRTdHlsZSI6bnVsbH0sIkF1dG9TaXplIjowLCJGb3JlZ3JvdW5kIjp7IiRpZCI6IjU0MCIsIkNvbG9yIjp7IiRpZCI6IjU0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QyIiwiVG9wIjowLjAsIkxlZnQiOjAuMCwiUmlnaHQiOjAuMCwiQm90dG9tIjowLjB9LCJQYWRkaW5nIjp7IiRpZCI6IjU0MyIsIlRvcCI6MC4wLCJMZWZ0IjowLjAsIlJpZ2h0IjowLjAsIkJvdHRvbSI6MC4wfSwiQmFja2dyb3VuZCI6eyIkaWQiOiI1NDQiLCJDb2xvciI6eyIkaWQiOiI1NDUiLCJBIjo4OSwiUiI6MCwiRyI6MCwiQiI6MH19LCJJc1Zpc2libGUiOmZhbHNlLCJXaWR0aCI6MC4wLCJIZWlnaHQiOjAuMCwiQm9yZGVyU3R5bGUiOnsiJGlkIjoiNTQ2IiwiTGluZUNvbG9yIjpudWxsLCJMaW5lV2VpZ2h0IjowLjAsIkxpbmVUeXBlIjowLCJQYXJlbnRTdHlsZSI6bnVsbH0sIlBhcmVudFN0eWxlIjpudWxsfSwiRGF0ZUZvcm1hdCI6eyIkaWQiOiI1NDc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NTQ4IiwiRGF0ZVBhcnRJc1Zpc2libGUiOnRydWUsIlRpbWVQYXJ0SXNWaXNpYmxlIjpmYWxzZX19LCJXZWVrTnVtYmVyaW5nIjp7IiRpZCI6IjU0OS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1NTAiLCJfdGFza3MiOltdLCJfbWlsZXN0b25lcyI6W3siJGlkIjoiNTUxIiwiSWQiOiJhZDg1OGU0ZC04ZWNhLTQwMDYtODUyZi01OTg2YTRmNzJkOTQiLCJJbmRleCI6MTMsIkdyb3VwSWQiOm51bGwsIlRpdGxlIjoiVUsgLSBBVVMiLCJEYXRlVGltZSI6IjIwMjUtMTItMzFUMjM6NTk6MDAiLCJQZXJjZW50YWdlQ29tcGxldGUiOm51bGwsIk5vdGUiOm51bGwsIlN0eWxlIjp7IiRpZCI6IjU1MiIsIlRpdGxlUG9zaXRpb24iOiJSaWdodCIsIkRhdGVQb3NpdGlvbiI6IkxlZnQiLCJTaGFwZVR5cGUiOjE3LCJTaGFwZVNpemUiOjAsIlNwYWNpbmciOjUsIlNoYXBlU3R5bGUiOnsiJGlkIjoiNTUzIiwiTWFyZ2luIjp7IiRpZCI6IjU1NCIsIlRvcCI6MC4wLCJMZWZ0IjowLjAsIlJpZ2h0IjowLjAsIkJvdHRvbSI6MC4wfSwiUGFkZGluZyI6eyIkaWQiOiI1NTUiLCJUb3AiOjAuMCwiTGVmdCI6MC4wLCJSaWdodCI6MC4wLCJCb3R0b20iOjAuMH0sIkJhY2tncm91bmQiOnsiJGlkIjoiNTU2IiwiQ29sb3IiOnsiJGlkIjoiNTU3IiwiQSI6MjU1LCJSIjoyMzcsIkciOjEyNSwiQiI6NDl9fSwiSXNWaXNpYmxlIjp0cnVlLCJXaWR0aCI6MTQuMCwiSGVpZ2h0IjoxNC4wLCJCb3JkZXJTdHlsZSI6eyIkaWQiOiI1NTgiLCJMaW5lQ29sb3IiOnsiJGlkIjoiNTU5IiwiJHR5cGUiOiJOTFJFLkNvbW1vbi5Eb20uU29saWRDb2xvckJydXNoLCBOTFJFLkNvbW1vbiIsIkNvbG9yIjp7IiRpZCI6IjU2MCIsIkEiOjI1NSwiUiI6MjU1LCJHIjowLCJCIjowfX0sIkxpbmVXZWlnaHQiOjAuMCwiTGluZVR5cGUiOjAsIlBhcmVudFN0eWxlIjpudWxsfSwiUGFyZW50U3R5bGUiOm51bGx9LCJUaXRsZVN0eWxlIjp7IiRpZCI6IjU2MSIsIkZvbnRTZXR0aW5ncyI6eyIkaWQiOiI1NjIiLCJGb250U2l6ZSI6MTEsIkZvbnROYW1lIjoiTW9udHNlcnJhdCIsIklzQm9sZCI6ZmFsc2UsIklzSXRhbGljIjpmYWxzZSwiSXNVbmRlcmxpbmVkIjpmYWxzZSwiUGFyZW50U3R5bGUiOm51bGx9LCJBdXRvU2l6ZSI6MCwiRm9yZWdyb3VuZCI6eyIkaWQiOiI1NjMiLCJDb2xvciI6eyIkaWQiOiI1NjQ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Y1IiwiVG9wIjowLjAsIkxlZnQiOjAuMCwiUmlnaHQiOjAuMCwiQm90dG9tIjowLjB9LCJQYWRkaW5nIjp7IiRpZCI6IjU2NiIsIlRvcCI6MC4wLCJMZWZ0IjowLjAsIlJpZ2h0IjowLjAsIkJvdHRvbSI6MC4wfSwiQmFja2dyb3VuZCI6eyIkaWQiOiI1NjciLCJDb2xvciI6eyIkaWQiOiI1NjgiLCJBIjo4OSwiUiI6MCwiRyI6MCwiQiI6MH19LCJJc1Zpc2libGUiOnRydWUsIldpZHRoIjowLjAsIkhlaWdodCI6MC4wLCJCb3JkZXJTdHlsZSI6eyIkaWQiOiI1NjkiLCJMaW5lQ29sb3IiOm51bGwsIkxpbmVXZWlnaHQiOjAuMCwiTGluZVR5cGUiOjAsIlBhcmVudFN0eWxlIjpudWxsfSwiUGFyZW50U3R5bGUiOm51bGx9LCJEYXRlU3R5bGUiOnsiJGlkIjoiNTcwIiwiRm9udFNldHRpbmdzIjp7IiRpZCI6IjU3MSIsIkZvbnRTaXplIjoxMCwiRm9udE5hbWUiOiJDYWxpYnJpIiwiSXNCb2xkIjpmYWxzZSwiSXNJdGFsaWMiOmZhbHNlLCJJc1VuZGVybGluZWQiOmZhbHNlLCJQYXJlbnRTdHlsZSI6bnVsbH0sIkF1dG9TaXplIjowLCJGb3JlZ3JvdW5kIjp7IiRpZCI6IjU3MiIsIkNvbG9yIjp7IiRpZCI6IjU3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4OSwiUiI6MCwiRyI6MCwiQiI6MH19LCJJc1Zpc2libGUiOmZhbHNlLCJXaWR0aCI6MC4wLCJIZWlnaHQiOjAuMCwiQm9yZGVyU3R5bGUiOnsiJGlkIjoiNTc4IiwiTGluZUNvbG9yIjpudWxsLCJMaW5lV2VpZ2h0IjowLjAsIkxpbmVUeXBlIjowLCJQYXJlbnRTdHlsZSI6bnVsbH0sIlBhcmVudFN0eWxlIjpudWxsfSwiRGF0ZUZvcm1hdCI6eyIkaWQiOiI1N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gw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U4MSIsIl90YXNrcyI6W10sIl9taWxlc3RvbmVzIjpbeyIkaWQiOiI1ODIiLCJJZCI6Ijk4ZGVjY2E3LTZmY2MtNGY2Ni04MmYwLTc0Yjk1YjRmZGFiYiIsIkluZGV4IjoxNCwiR3JvdXBJZCI6bnVsbCwiVGl0bGUiOiJCSCAtIFFBVCAtIFNBVSIsIkRhdGVUaW1lIjoiMjAyNi0wOC0zMVQyMzo1OTowMCIsIlBlcmNlbnRhZ2VDb21wbGV0ZSI6bnVsbCwiTm90ZSI6bnVsbCwiU3R5bGUiOnsiJGlkIjoiNTgzIiwiVGl0bGVQb3NpdGlvbiI6IkxlZnQiLCJEYXRlUG9zaXRpb24iOiJMZWZ0IiwiU2hhcGVUeXBlIjoxNywiU2hhcGVTaXplIjowLCJTcGFjaW5nIjo1LCJTaGFwZVN0eWxlIjp7IiRpZCI6IjU4NCIsIk1hcmdpbiI6eyIkaWQiOiI1ODUiLCJUb3AiOjAuMCwiTGVmdCI6MC4wLCJSaWdodCI6MC4wLCJCb3R0b20iOjAuMH0sIlBhZGRpbmciOnsiJGlkIjoiNTg2IiwiVG9wIjowLjAsIkxlZnQiOjAuMCwiUmlnaHQiOjAuMCwiQm90dG9tIjowLjB9LCJCYWNrZ3JvdW5kIjp7IiRpZCI6IjU4NyIsIkNvbG9yIjp7IiRpZCI6IjU4OCIsIkEiOjI1NSwiUiI6OTEsIkciOjE1NSwiQiI6MjEzfX0sIklzVmlzaWJsZSI6dHJ1ZSwiV2lkdGgiOjE0LjAsIkhlaWdodCI6MTQuMCwiQm9yZGVyU3R5bGUiOnsiJGlkIjoiNTg5IiwiTGluZUNvbG9yIjp7IiRpZCI6IjU5MCIsIiR0eXBlIjoiTkxSRS5Db21tb24uRG9tLlNvbGlkQ29sb3JCcnVzaCwgTkxSRS5Db21tb24iLCJDb2xvciI6eyIkaWQiOiI1OTEiLCJBIjoyNTUsIlIiOjI1NSwiRyI6MCwiQiI6MH19LCJMaW5lV2VpZ2h0IjowLjAsIkxpbmVUeXBlIjowLCJQYXJlbnRTdHlsZSI6bnVsbH0sIlBhcmVudFN0eWxlIjpudWxsfSwiVGl0bGVTdHlsZSI6eyIkaWQiOiI1OTIiLCJGb250U2V0dGluZ3MiOnsiJGlkIjoiNTkzIiwiRm9udFNpemUiOjEwLCJGb250TmFtZSI6Ik1vbnRzZXJyYXQiLCJJc0JvbGQiOmZhbHNlLCJJc0l0YWxpYyI6ZmFsc2UsIklzVW5kZXJsaW5lZCI6ZmFsc2UsIlBhcmVudFN0eWxlIjpudWxsfSwiQXV0b1NpemUiOjAsIkZvcmVncm91bmQiOnsiJGlkIjoiNTk0IiwiQ29sb3IiOnsiJGlkIjoiNTk1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U5NiIsIlRvcCI6MC4wLCJMZWZ0IjowLjAsIlJpZ2h0IjowLjAsIkJvdHRvbSI6MC4wfSwiUGFkZGluZyI6eyIkaWQiOiI1OTciLCJUb3AiOjAuMCwiTGVmdCI6MC4wLCJSaWdodCI6MC4wLCJCb3R0b20iOjAuMH0sIkJhY2tncm91bmQiOnsiJGlkIjoiNTk4IiwiQ29sb3IiOnsiJGlkIjoiNTk5IiwiQSI6ODksIlIiOjAsIkciOjAsIkIiOjB9fSwiSXNWaXNpYmxlIjp0cnVlLCJXaWR0aCI6MC4wLCJIZWlnaHQiOjAuMCwiQm9yZGVyU3R5bGUiOnsiJGlkIjoiNjAwIiwiTGluZUNvbG9yIjpudWxsLCJMaW5lV2VpZ2h0IjowLjAsIkxpbmVUeXBlIjowLCJQYXJlbnRTdHlsZSI6bnVsbH0sIlBhcmVudFN0eWxlIjpudWxsfSwiRGF0ZVN0eWxlIjp7IiRpZCI6IjYwMSIsIkZvbnRTZXR0aW5ncyI6eyIkaWQiOiI2MDIiLCJGb250U2l6ZSI6MTAsIkZvbnROYW1lIjoiQ2FsaWJyaSIsIklzQm9sZCI6ZmFsc2UsIklzSXRhbGljIjpmYWxzZSwiSXNVbmRlcmxpbmVkIjpmYWxzZSwiUGFyZW50U3R5bGUiOm51bGx9LCJBdXRvU2l6ZSI6MCwiRm9yZWdyb3VuZCI6eyIkaWQiOiI2MDMiLCJDb2xvciI6eyIkaWQiOiI2MD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YwNSIsIlRvcCI6MC4wLCJMZWZ0IjowLjAsIlJpZ2h0IjowLjAsIkJvdHRvbSI6MC4wfSwiUGFkZGluZyI6eyIkaWQiOiI2MDYiLCJUb3AiOjAuMCwiTGVmdCI6MC4wLCJSaWdodCI6MC4wLCJCb3R0b20iOjAuMH0sIkJhY2tncm91bmQiOnsiJGlkIjoiNjA3IiwiQ29sb3IiOnsiJGlkIjoiNjA4IiwiQSI6ODksIlIiOjAsIkciOjAsIkIiOjB9fSwiSXNWaXNpYmxlIjpmYWxzZSwiV2lkdGgiOjAuMCwiSGVpZ2h0IjowLjAsIkJvcmRlclN0eWxlIjp7IiRpZCI6IjYwOSIsIkxpbmVDb2xvciI6bnVsbCwiTGluZVdlaWdodCI6MC4wLCJMaW5lVHlwZSI6MCwiUGFyZW50U3R5bGUiOm51bGx9LCJQYXJlbnRTdHlsZSI6bnVsbH0sIkRhdGVGb3JtYXQiOnsiJGlkIjoiNjEwIiwiRm9ybWF0U3RyaW5nIjoiTU1NIGQiLCJTZXBhcmF0b3IiOiIvIiwiVXNlSW50ZXJuYXRpb25hbERhdGVGb3JtYXQiOmZhbHNlLCJEYXRlSXNWaXNpYmxlIjpmYWxzZSwiVGltZUlzVmlzaWJsZSI6ZmFsc2UsIkhvdXJEaWdpdHMiOjEsIkFtUG1EZXNpZ25hdG9yIjoyLCJUcmltMDBNaW51dGVzIjpmYWxzZSwiTGFzdEtub3duVmlzaWJpbGl0eVN0YXRlIjp7IiRpZCI6IjYxMSIsIkRhdGVQYXJ0SXNWaXNpYmxlIjp0cnVlLCJUaW1lUGFydElzVmlzaWJsZSI6ZmFsc2V9fSwiV2Vla051bWJlcmluZyI6eyIkaWQiOiI2MTI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NjEzIiwiX3Rhc2tzIjpbXSwiX21pbGVzdG9uZXMiOlt7IiRpZCI6IjYxNCIsIklkIjoiYjQ4YmE1NzAtZWYxMy00MTdmLTg2ZTQtMmFkNDZjNTYwZThjIiwiSW5kZXgiOjE1LCJHcm91cElkIjpudWxsLCJUaXRsZSI6IkNBTiAoRU4tRlJBKSIsIkRhdGVUaW1lIjoiMjAyNy0wNS0xOVQyMzo1OTowMCIsIlBlcmNlbnRhZ2VDb21wbGV0ZSI6bnVsbCwiTm90ZSI6bnVsbCwiU3R5bGUiOnsiJGlkIjoiNjE1IiwiVGl0bGVQb3NpdGlvbiI6IkFib3ZlIiwiRGF0ZVBvc2l0aW9uIjoiTGVmdCIsIlNoYXBlVHlwZSI6MTcsIlNoYXBlU2l6ZSI6MCwiU3BhY2luZyI6NSwiU2hhcGVTdHlsZSI6eyIkaWQiOiI2MTYiLCJNYXJnaW4iOnsiJGlkIjoiNjE3IiwiVG9wIjowLjAsIkxlZnQiOjAuMCwiUmlnaHQiOjAuMCwiQm90dG9tIjowLjB9LCJQYWRkaW5nIjp7IiRpZCI6IjYxOCIsIlRvcCI6MC4wLCJMZWZ0IjowLjAsIlJpZ2h0IjowLjAsIkJvdHRvbSI6MC4wfSwiQmFja2dyb3VuZCI6eyIkaWQiOiI2MTkiLCJDb2xvciI6eyIkaWQiOiI2MjAiLCJBIjoyNTUsIlIiOjIzNywiRyI6MTI1LCJCIjo0OX19LCJJc1Zpc2libGUiOnRydWUsIldpZHRoIjoxNC4wLCJIZWlnaHQiOjE0LjAsIkJvcmRlclN0eWxlIjp7IiRpZCI6IjYyMSIsIkxpbmVDb2xvciI6eyIkaWQiOiI2MjIiLCIkdHlwZSI6Ik5MUkUuQ29tbW9uLkRvbS5Tb2xpZENvbG9yQnJ1c2gsIE5MUkUuQ29tbW9uIiwiQ29sb3IiOnsiJGlkIjoiNjIzIiwiQSI6MjU1LCJSIjoyNTUsIkciOjAsIkIiOjB9fSwiTGluZVdlaWdodCI6MC4wLCJMaW5lVHlwZSI6MCwiUGFyZW50U3R5bGUiOm51bGx9LCJQYXJlbnRTdHlsZSI6bnVsbH0sIlRpdGxlU3R5bGUiOnsiJGlkIjoiNjI0IiwiRm9udFNldHRpbmdzIjp7IiRpZCI6IjYyNSIsIkZvbnRTaXplIjoxMCwiRm9udE5hbWUiOiJNb250c2VycmF0IiwiSXNCb2xkIjpmYWxzZSwiSXNJdGFsaWMiOmZhbHNlLCJJc1VuZGVybGluZWQiOmZhbHNlLCJQYXJlbnRTdHlsZSI6bnVsbH0sIkF1dG9TaXplIjowLCJGb3JlZ3JvdW5kIjp7IiRpZCI6IjYyNiIsIkNvbG9yIjp7IiRpZCI6IjYy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2MjgiLCJUb3AiOjAuMCwiTGVmdCI6MC4wLCJSaWdodCI6MC4wLCJCb3R0b20iOjAuMH0sIlBhZGRpbmciOnsiJGlkIjoiNjI5IiwiVG9wIjowLjAsIkxlZnQiOjAuMCwiUmlnaHQiOjAuMCwiQm90dG9tIjowLjB9LCJCYWNrZ3JvdW5kIjp7IiRpZCI6IjYzMCIsIkNvbG9yIjp7IiRpZCI6IjYzMSIsIkEiOjg5LCJSIjowLCJHIjowLCJCIjowfX0sIklzVmlzaWJsZSI6dHJ1ZSwiV2lkdGgiOjAuMCwiSGVpZ2h0IjowLjAsIkJvcmRlclN0eWxlIjp7IiRpZCI6IjYzMiIsIkxpbmVDb2xvciI6bnVsbCwiTGluZVdlaWdodCI6MC4wLCJMaW5lVHlwZSI6MCwiUGFyZW50U3R5bGUiOm51bGx9LCJQYXJlbnRTdHlsZSI6bnVsbH0sIkRhdGVTdHlsZSI6eyIkaWQiOiI2MzMiLCJGb250U2V0dGluZ3MiOnsiJGlkIjoiNjM0IiwiRm9udFNpemUiOjEwLCJGb250TmFtZSI6IkNhbGlicmkiLCJJc0JvbGQiOmZhbHNlLCJJc0l0YWxpYyI6ZmFsc2UsIklzVW5kZXJsaW5lZCI6ZmFsc2UsIlBhcmVudFN0eWxlIjpudWxsfSwiQXV0b1NpemUiOjAsIkZvcmVncm91bmQiOnsiJGlkIjoiNjM1IiwiQ29sb3IiOnsiJGlkIjoiNjM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2MzciLCJUb3AiOjAuMCwiTGVmdCI6MC4wLCJSaWdodCI6MC4wLCJCb3R0b20iOjAuMH0sIlBhZGRpbmciOnsiJGlkIjoiNjM4IiwiVG9wIjowLjAsIkxlZnQiOjAuMCwiUmlnaHQiOjAuMCwiQm90dG9tIjowLjB9LCJCYWNrZ3JvdW5kIjp7IiRpZCI6IjYzOSIsIkNvbG9yIjp7IiRpZCI6IjY0MCIsIkEiOjg5LCJSIjowLCJHIjowLCJCIjowfX0sIklzVmlzaWJsZSI6ZmFsc2UsIldpZHRoIjowLjAsIkhlaWdodCI6MC4wLCJCb3JkZXJTdHlsZSI6eyIkaWQiOiI2NDEiLCJMaW5lQ29sb3IiOm51bGwsIkxpbmVXZWlnaHQiOjAuMCwiTGluZVR5cGUiOjAsIlBhcmVudFN0eWxlIjpudWxsfSwiUGFyZW50U3R5bGUiOm51bGx9LCJEYXRlRm9ybWF0Ijp7IiRpZCI6IjY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DM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ExLCJJZCI6Ijg2NjhhNDRjLWM2MDktNDJmMS05ZTY3LTNmOWU5Y2JiNDE0MyIsIkhlYWRlclRleHQiOm51bGwsIklzRGVmYXVsdCI6dHJ1ZSwiU3R5bGUiOnsiJGlkIjoiNjQ0IiwiSGVhZGVyU3R5bGUiOnsiJGlkIjoiNjQ1IiwiVGV4dFN0eWxlIjp7IiRpZCI6IjY0NiIsIkZvbnRTZXR0aW5ncyI6eyIkaWQiOiI2NDciLCJGb250U2l6ZSI6MTEsIkZvbnROYW1lIjoiQ2FsaWJyaSIsIklzQm9sZCI6ZmFsc2UsIklzSXRhbGljIjpmYWxzZSwiSXNVbmRlcmxpbmVkIjpmYWxzZSwiUGFyZW50U3R5bGUiOm51bGx9LCJBdXRvU2l6ZSI6MiwiRm9yZWdyb3VuZCI6eyIkaWQiOiI2NDgiLCJDb2xvciI6eyIkaWQiOiI2NDk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2NTAiLCJUb3AiOjAuMCwiTGVmdCI6MC4wLCJSaWdodCI6MC4wLCJCb3R0b20iOjAuMH0sIlBhZGRpbmciOnsiJGlkIjoiNjUxIiwiVG9wIjowLjAsIkxlZnQiOjAuMCwiUmlnaHQiOjAuMCwiQm90dG9tIjowLjB9LCJCYWNrZ3JvdW5kIjpudWxsLCJJc1Zpc2libGUiOnRydWUsIldpZHRoIjowLjAsIkhlaWdodCI6MC4wLCJCb3JkZXJTdHlsZSI6bnVsbCwiUGFyZW50U3R5bGUiOm51bGx9LCJSZWN0YW5nbGVTdHlsZSI6eyIkaWQiOiI2NTIiLCJNYXJnaW4iOnsiJGlkIjoiNjUzIiwiVG9wIjowLjAsIkxlZnQiOjAuMCwiUmlnaHQiOjAuMCwiQm90dG9tIjowLjB9LCJQYWRkaW5nIjp7IiRpZCI6IjY1NCIsIlRvcCI6MC4wLCJMZWZ0IjowLjAsIlJpZ2h0IjowLjAsIkJvdHRvbSI6MC4wfSwiQmFja2dyb3VuZCI6eyIkaWQiOiI2NTUiLCJDb2xvciI6eyIkaWQiOiI2NTYiLCJBIjo2MywiUiI6MjM3LCJHIjoxMjUsIkIiOjQ5fX0sIklzVmlzaWJsZSI6dHJ1ZSwiV2lkdGgiOjAuMCwiSGVpZ2h0IjowLjAsIkJvcmRlclN0eWxlIjp7IiRpZCI6IjY1NyIsIkxpbmVDb2xvciI6eyIkaWQiOiI2NTgiLCIkdHlwZSI6Ik5MUkUuQ29tbW9uLkRvbS5Tb2xpZENvbG9yQnJ1c2gsIE5MUkUuQ29tbW9uIiwiQ29sb3IiOnsiJGlkIjoiNjU5IiwiQSI6MjU1LCJSIjoyNTUsIkciOjAsIkIiOjB9fSwiTGluZVdlaWdodCI6MC4wLCJMaW5lVHlwZSI6MCwiUGFyZW50U3R5bGUiOm51bGx9LCJQYXJlbnRTdHlsZSI6bnVsbH0sIk1hcmdpbiI6eyIkaWQiOiI2NjAiLCJUb3AiOjAuMCwiTGVmdCI6MC4wLCJSaWdodCI6MC4wLCJCb3R0b20iOjAuMH0sIlBhZGRpbmciOnsiJGlkIjoiNjYxIiwiVG9wIjowLjAsIkxlZnQiOjAuMCwiUmlnaHQiOjAuMCwiQm90dG9tIjowLjB9LCJCYWNrZ3JvdW5kIjpudWxsLCJJc1Zpc2libGUiOnRydWUsIldpZHRoIjowLjAsIkhlaWdodCI6MC4wLCJCb3JkZXJTdHlsZSI6bnVsbCwiUGFyZW50U3R5bGUiOm51bGx9LCJCYWNrZ3JvdW5kU3R5bGUiOnsiJGlkIjoiNjYyIiwiTWFyZ2luIjp7IiRpZCI6IjY2MyIsIlRvcCI6MC4wLCJMZWZ0IjowLjAsIlJpZ2h0IjowLjAsIkJvdHRvbSI6MC4wfSwiUGFkZGluZyI6eyIkaWQiOiI2NjQiLCJUb3AiOjAuMCwiTGVmdCI6MC4wLCJSaWdodCI6MC4wLCJCb3R0b20iOjAuMH0sIkJhY2tncm91bmQiOnsiJGlkIjoiNjY1IiwiQ29sb3IiOnsiJGlkIjoiNjY2IiwiQSI6MzgsIlIiOjIzNywiRyI6MTI1LCJCIjo0OX19LCJJc1Zpc2libGUiOnRydWUsIldpZHRoIjowLjAsIkhlaWdodCI6MC4wLCJCb3JkZXJTdHlsZSI6eyIkaWQiOiI2NjciLCJMaW5lQ29sb3IiOnsiJGlkIjoiNjY4IiwiJHR5cGUiOiJOTFJFLkNvbW1vbi5Eb20uU29saWRDb2xvckJydXNoLCBOTFJFLkNvbW1vbiIsIkNvbG9yIjp7IiRpZCI6IjY2OSIsIkEiOjI1NSwiUiI6MjM0LCJHIjoyMiwiQiI6MzB9fSwiTGluZVdlaWdodCI6MC4wLCJMaW5lVHlwZSI6MCwiUGFyZW50U3R5bGUiOm51bGx9LCJQYXJlbnRTdHlsZSI6bnVsbH0sIk1hcmdpbiI6eyIkaWQiOiI2NzAiLCJUb3AiOjAuMCwiTGVmdCI6MC4wLCJSaWdodCI6MC4wLCJCb3R0b20iOjAuMH0sIlBhZGRpbmciOnsiJGlkIjoiNjcxIiwiVG9wIjowLjAsIkxlZnQiOjAuMCwiUmlnaHQiOjAuMCwiQm90dG9tIjowLjB9LCJJc1Zpc2libGUiOnRydWUsIldpZHRoIjowLjAsIkhlaWdodCI6MC4wLCJCb3JkZXJTdHlsZSI6eyIkaWQiOiI2NzIiLCJMaW5lQ29sb3IiOm51bGwsIkxpbmVXZWlnaHQiOjAuMCwiTGluZVR5cGUiOjAsIlBhcmVudFN0eWxlIjpudWxsfSwiUGFyZW50U3R5bGUiOm51bGx9fV0sIklkIjoiMTU0ZjJhZjUtYTNmOC00ZTE0LWJhMDQtYjBiZGYxM2EwMTdhIiwiSW5kZXgiOjExLCJIZWFkZXJUZXh0IjoiQ291bnRyeSBOT1QgUkVHSVNURVJFRCIsIlN0eWxlIjp7IiRpZCI6IjY3MyIsIlN0eWxlSWQiOiIwMDAwMDAwMC0wMDAwLTAwMDAtMDAwMC0wMDAwMDAwMDAwMDAiLCJIZWFkZXJTdHlsZSI6eyIkaWQiOiI2NzQiLCJUZXh0SXNWZXJ0aWNhbCI6ZmFsc2UsIlRleHRTdHlsZSI6eyIkaWQiOiI2NzUiLCJGb250U2V0dGluZ3MiOnsiJGlkIjoiNjc2IiwiRm9udFNpemUiOjEwLCJGb250TmFtZSI6Ik1vbnRzZXJyYXQiLCJJc0JvbGQiOmZhbHNlLCJJc0l0YWxpYyI6ZmFsc2UsIklzVW5kZXJsaW5lZCI6ZmFsc2UsIlBhcmVudFN0eWxlIjpudWxsfSwiQXV0b1NpemUiOjIsIkZvcmVncm91bmQiOnsiJGlkIjoiNjc3IiwiQ29sb3IiOnsiJGlkIjoiNjc4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Njc5IiwiVG9wIjowLjAsIkxlZnQiOjAuMCwiUmlnaHQiOjAuMCwiQm90dG9tIjowLjB9LCJQYWRkaW5nIjp7IiRpZCI6IjY4MCIsIlRvcCI6MC4wLCJMZWZ0IjowLjAsIlJpZ2h0IjowLjAsIkJvdHRvbSI6MC4wfSwiQmFja2dyb3VuZCI6bnVsbCwiSXNWaXNpYmxlIjpmYWxzZSwiV2lkdGgiOjAuMCwiSGVpZ2h0IjowLjAsIkJvcmRlclN0eWxlIjpudWxsLCJQYXJlbnRTdHlsZSI6bnVsbH0sIlJlY3RhbmdsZVN0eWxlIjp7IiRpZCI6IjY4MSIsIk1hcmdpbiI6eyIkaWQiOiI2ODIiLCJUb3AiOjAuMCwiTGVmdCI6MC4wLCJSaWdodCI6MC4wLCJCb3R0b20iOjAuMH0sIlBhZGRpbmciOnsiJGlkIjoiNjgzIiwiVG9wIjowLjAsIkxlZnQiOjAuMCwiUmlnaHQiOjAuMCwiQm90dG9tIjowLjB9LCJCYWNrZ3JvdW5kIjp7IiRpZCI6IjY4NCIsIkNvbG9yIjp7IiRpZCI6IjY4NSIsIkEiOjI1NSwiUiI6MjM3LCJHIjoxMjUsIkIiOjQ5fX0sIklzVmlzaWJsZSI6dHJ1ZSwiV2lkdGgiOjAuMCwiSGVpZ2h0IjowLjAsIkJvcmRlclN0eWxlIjp7IiRpZCI6IjY4NiIsIkxpbmVDb2xvciI6eyIkaWQiOiI2ODciLCIkdHlwZSI6Ik5MUkUuQ29tbW9uLkRvbS5Tb2xpZENvbG9yQnJ1c2gsIE5MUkUuQ29tbW9uIiwiQ29sb3IiOnsiJGlkIjoiNjg4IiwiQSI6MjU1LCJSIjo2MCwiRyI6NTQsIkIiOjQ5fX0sIkxpbmVXZWlnaHQiOjAuMCwiTGluZVR5cGUiOjAsIlBhcmVudFN0eWxlIjpudWxsfSwiUGFyZW50U3R5bGUiOm51bGx9LCJNYXJnaW4iOnsiJGlkIjoiNjg5IiwiVG9wIjowLjAsIkxlZnQiOjAuMCwiUmlnaHQiOjAuMCwiQm90dG9tIjowLjB9LCJQYWRkaW5nIjp7IiRpZCI6IjY5MCIsIlRvcCI6MC4wLCJMZWZ0IjowLjAsIlJpZ2h0IjowLjAsIkJvdHRvbSI6MC4wfSwiQmFja2dyb3VuZCI6bnVsbCwiSXNWaXNpYmxlIjp0cnVlLCJXaWR0aCI6MC4wLCJIZWlnaHQiOjAuMCwiQm9yZGVyU3R5bGUiOm51bGwsIlBhcmVudFN0eWxlIjpudWxsfSwiQmFja2dyb3VuZFN0eWxlIjp7IiRpZCI6IjY5MSIsIk1hcmdpbiI6eyIkaWQiOiI2OTIiLCJUb3AiOjAuMCwiTGVmdCI6MC4wLCJSaWdodCI6MC4wLCJCb3R0b20iOjAuMH0sIlBhZGRpbmciOnsiJGlkIjoiNjkzIiwiVG9wIjowLjAsIkxlZnQiOjAuMCwiUmlnaHQiOjAuMCwiQm90dG9tIjowLjB9LCJCYWNrZ3JvdW5kIjp7IiRpZCI6IjY5NCIsIkNvbG9yIjp7IiRpZCI6IjY5NSIsIkEiOjM4LCJSIjoyMzcsIkciOjEyNSwiQiI6NDl9fSwiSXNWaXNpYmxlIjp0cnVlLCJXaWR0aCI6MC4wLCJIZWlnaHQiOjAuMCwiQm9yZGVyU3R5bGUiOnsiJGlkIjoiNjk2IiwiTGluZUNvbG9yIjp7IiRpZCI6IjY5NyIsIiR0eXBlIjoiTkxSRS5Db21tb24uRG9tLlNvbGlkQ29sb3JCcnVzaCwgTkxSRS5Db21tb24iLCJDb2xvciI6eyIkaWQiOiI2OTgiLCJBIjoyNTUsIlIiOjIwOCwiRyI6MjA2LCJCIjoyMDZ9fSwiTGluZVdlaWdodCI6MC4wLCJMaW5lVHlwZSI6MCwiUGFyZW50U3R5bGUiOm51bGx9LCJQYXJlbnRTdHlsZSI6bnVsbH0sIklzQWJvdmVUaW1lYmFuZCI6ZmFsc2UsIlNwYWNpbmciOjIsIkRlZmF1bHRTd2ltbGFuZVRhc2tTdHlsZSI6eyIkaWQiOiI2OTkiLCIkdHlwZSI6Ik5MUkUuQ29tbW9uLkRvbS5TdHlsZXMuRXhwbGljaXRTZXRhYmxlVGFza1N0eWxlLCBOTFJFLkNvbW1vbiIsIlNoYXBlIjo4LCJTaGFwZVRoaWNrbmVzcyI6MSwiRHVyYXRpb25Gb3JtYXQiOjAsIkluY2x1ZGVOb25Xb3JraW5nRGF5c0luRHVyYXRpb24iOmZhbHNlLCJQZXJjZW50YWdlQ29tcGxldGVTdHlsZSI6eyIkaWQiOiI3MDAiLCJGb250U2V0dGluZ3MiOnsiJGlkIjoiNzAxIiwiRm9udFNpemUiOjEwLCJGb250TmFtZSI6IkNhbGlicmkiLCJJc0JvbGQiOmZhbHNlLCJJc0l0YWxpYyI6ZmFsc2UsIklzVW5kZXJsaW5lZCI6ZmFsc2UsIlBhcmVudFN0eWxlIjpudWxsfSwiQXV0b1NpemUiOjAsIkZvcmVncm91bmQiOnsiJGlkIjoiNzAyIiwiQ29sb3IiOnsiJGlkIjoiNzA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A0IiwiVG9wIjowLjAsIkxlZnQiOjAuMCwiUmlnaHQiOjAuMCwiQm90dG9tIjowLjB9LCJQYWRkaW5nIjp7IiRpZCI6IjcwNSIsIlRvcCI6MC4wLCJMZWZ0IjowLjAsIlJpZ2h0IjowLjAsIkJvdHRvbSI6MC4wfSwiQmFja2dyb3VuZCI6eyIkaWQiOiI3MDYiLCJDb2xvciI6eyIkaWQiOiI3MDciLCJBIjo4OSwiUiI6MCwiRyI6MCwiQiI6MH19LCJJc1Zpc2libGUiOnRydWUsIldpZHRoIjowLjAsIkhlaWdodCI6MC4wLCJCb3JkZXJTdHlsZSI6eyIkaWQiOiI3MDgiLCJMaW5lQ29sb3IiOm51bGwsIkxpbmVXZWlnaHQiOjAuMCwiTGluZVR5cGUiOjAsIlBhcmVudFN0eWxlIjpudWxsfSwiUGFyZW50U3R5bGUiOm51bGx9LCJEdXJhdGlvblN0eWxlIjp7IiRpZCI6IjcwOSIsIkZvbnRTZXR0aW5ncyI6eyIkaWQiOiI3MTAiLCJGb250U2l6ZSI6MTAsIkZvbnROYW1lIjoiQ2FsaWJyaSIsIklzQm9sZCI6ZmFsc2UsIklzSXRhbGljIjpmYWxzZSwiSXNVbmRlcmxpbmVkIjpmYWxzZSwiUGFyZW50U3R5bGUiOm51bGx9LCJBdXRvU2l6ZSI6MCwiRm9yZWdyb3VuZCI6eyIkaWQiOiI3MTEiLCJDb2xvciI6eyIkaWQiOiI3MT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MTMiLCJUb3AiOjAuMCwiTGVmdCI6MC4wLCJSaWdodCI6MC4wLCJCb3R0b20iOjAuMH0sIlBhZGRpbmciOnsiJGlkIjoiNzE0IiwiVG9wIjowLjAsIkxlZnQiOjAuMCwiUmlnaHQiOjAuMCwiQm90dG9tIjowLjB9LCJCYWNrZ3JvdW5kIjp7IiRpZCI6IjcxNSIsIkNvbG9yIjp7IiRpZCI6IjcxNiIsIkEiOjg5LCJSIjowLCJHIjowLCJCIjowfX0sIklzVmlzaWJsZSI6dHJ1ZSwiV2lkdGgiOjAuMCwiSGVpZ2h0IjowLjAsIkJvcmRlclN0eWxlIjp7IiRpZCI6IjcxNyIsIkxpbmVDb2xvciI6bnVsbCwiTGluZVdlaWdodCI6MC4wLCJMaW5lVHlwZSI6MCwiUGFyZW50U3R5bGUiOm51bGx9LCJQYXJlbnRTdHlsZSI6bnVsbH0sIkhvcml6b250YWxDb25uZWN0b3JTdHlsZSI6eyIkaWQiOiI3MTgiLCJMaW5lQ29sb3IiOnsiJGlkIjoiNzE5IiwiJHR5cGUiOiJOTFJFLkNvbW1vbi5Eb20uU29saWRDb2xvckJydXNoLCBOTFJFLkNvbW1vbiIsIkNvbG9yIjp7IiRpZCI6IjcyMCIsIkEiOjI1NSwiUiI6MjA0LCJHIjoyMDQsIkIiOjIwNH19LCJMaW5lV2VpZ2h0IjoxLjAsIkxpbmVUeXBlIjowLCJQYXJlbnRTdHlsZSI6bnVsbH0sIlZlcnRpY2FsQ29ubmVjdG9yU3R5bGUiOnsiJGlkIjoiNzIxIiwiTGluZUNvbG9yIjp7IiRpZCI6IjcyMiIsIiR0eXBlIjoiTkxSRS5Db21tb24uRG9tLlNvbGlkQ29sb3JCcnVzaCwgTkxSRS5Db21tb24iLCJDb2xvciI6eyIkaWQiOiI3MjM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cyNCIsIk1hcmdpbiI6eyIkaWQiOiI3MjUiLCJUb3AiOjAuMCwiTGVmdCI6NC4wLCJSaWdodCI6NC4wLCJCb3R0b20iOjAuMH0sIlBhZGRpbmciOnsiJGlkIjoiNzI2IiwiVG9wIjowLjAsIkxlZnQiOjAuMCwiUmlnaHQiOjAuMCwiQm90dG9tIjowLjB9LCJCYWNrZ3JvdW5kIjp7IiRpZCI6IjcyNyIsIkNvbG9yIjp7IiRpZCI6IjcyOCIsIkEiOjI1NSwiUiI6MjM3LCJHIjoxMjUsIkIiOjQ5fX0sIklzVmlzaWJsZSI6dHJ1ZSwiV2lkdGgiOjAuMCwiSGVpZ2h0IjoxNi4wLCJCb3JkZXJTdHlsZSI6eyIkaWQiOiI3MjkiLCJMaW5lQ29sb3IiOnsiJGlkIjoiNzMwIiwiJHR5cGUiOiJOTFJFLkNvbW1vbi5Eb20uU29saWRDb2xvckJydXNoLCBOTFJFLkNvbW1vbiIsIkNvbG9yIjp7IiRpZCI6IjczMSIsIkEiOjI1NSwiUiI6MjM0LCJHIjoyMiwiQiI6MzB9fSwiTGluZVdlaWdodCI6MC4wLCJMaW5lVHlwZSI6MCwiUGFyZW50U3R5bGUiOm51bGx9LCJQYXJlbnRTdHlsZSI6bnVsbH0sIlRpdGxlU3R5bGUiOnsiJGlkIjoiNzMyIiwiRm9udFNldHRpbmdzIjp7IiRpZCI6IjczMyIsIkZvbnRTaXplIjoxMSwiRm9udE5hbWUiOiJDYWxpYnJpIiwiSXNCb2xkIjp0cnVlLCJJc0l0YWxpYyI6ZmFsc2UsIklzVW5kZXJsaW5lZCI6ZmFsc2UsIlBhcmVudFN0eWxlIjpudWxsfSwiQXV0b1NpemUiOjAsIkZvcmVncm91bmQiOnsiJGlkIjoiNzM0IiwiQ29sb3IiOnsiJGlkIjoiNzM1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czNiIsIlRvcCI6MC4wLCJMZWZ0IjowLjAsIlJpZ2h0IjowLjAsIkJvdHRvbSI6MC4wfSwiUGFkZGluZyI6eyIkaWQiOiI3MzciLCJUb3AiOjAuMCwiTGVmdCI6MC4wLCJSaWdodCI6MC4wLCJCb3R0b20iOjAuMH0sIkJhY2tncm91bmQiOnsiJGlkIjoiNzM4IiwiQ29sb3IiOnsiJGlkIjoiNzM5IiwiQSI6ODksIlIiOjAsIkciOjAsIkIiOjB9fSwiSXNWaXNpYmxlIjp0cnVlLCJXaWR0aCI6MC4wLCJIZWlnaHQiOjAuMCwiQm9yZGVyU3R5bGUiOnsiJGlkIjoiNzQwIiwiTGluZUNvbG9yIjpudWxsLCJMaW5lV2VpZ2h0IjowLjAsIkxpbmVUeXBlIjowLCJQYXJlbnRTdHlsZSI6bnVsbH0sIlBhcmVudFN0eWxlIjpudWxsfSwiRGF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c0NSIsIlRvcCI6MC4wLCJMZWZ0IjowLjAsIlJpZ2h0IjowLjAsIkJvdHRvbSI6MC4wfSwiUGFkZGluZyI6eyIkaWQiOiI3NDYiLCJUb3AiOjAuMCwiTGVmdCI6MC4wLCJSaWdodCI6MC4wLCJCb3R0b20iOjAuMH0sIkJhY2tncm91bmQiOnsiJGlkIjoiNzQ3IiwiQ29sb3IiOnsiJGlkIjoiNzQ4IiwiQSI6ODksIlIiOjAsIkciOjAsIkIiOjB9fSwiSXNWaXNpYmxlIjp0cnVlLCJXaWR0aCI6MC4wLCJIZWlnaHQiOjAuMCwiQm9yZGVyU3R5bGUiOnsiJGlkIjoiNzQ5IiwiTGluZUNvbG9yIjpudWxsLCJMaW5lV2VpZ2h0IjowLjAsIkxpbmVUeXBlIjowLCJQYXJlbnRTdHlsZSI6bnVsbH0sIlBhcmVudFN0eWxlIjpudWxsfSwiRGF0ZUZvcm1hdCI6eyIkaWQiOiI3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UxIiwiRm9ybWF0IjowLCJJc1Zpc2libGUiOmZhbHNlLCJMYXN0S25vd25WaXNpYmlsaXR5U3RhdGUiOmZhbHNlfSwiSXNWaXNpYmxlIjp0cnVlLCJQYXJlbnRTdHlsZSI6bnVsbCwiX2V4cGxpY2l0bHlTZXQiOnsiJGlkIjoiNzUyIiwiU2hhcGVTdHlsZSI6ZmFsc2UsIlRpdGxlU3R5bGUiOmZhbHNlLCJEYXR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U3BhY2luZyI6ZmFsc2UsIklzQmVsb3dUaW1lYmFuZCI6ZmFsc2UsIkR1cmF0aW9uRm9ybWF0IjpmYWxzZSwiV2Vla051bWJlcmluZyI6ZmFsc2V9fSwiRGVmYXVsdFN3aW1sYW5lTW90U3R5bGUiOnsiJGlkIjoiNzUzIiwiU2hhcGUiOjksIkNvbm5lY3Rvck1hcmdpbiI6eyIkaWQiOiI3NTQiLCJUb3AiOjAuMCwiTGVmdCI6Mi4wLCJSaWdodCI6Mi4wLCJCb3R0b20iOjAuMH0sIkNvbm5lY3RvclN0eWxlIjp7IiRpZCI6Ijc1NSIsIkxpbmVDb2xvciI6eyIkaWQiOiI3NTYiLCIkdHlwZSI6Ik5MUkUuQ29tbW9uLkRvbS5Tb2xpZENvbG9yQnJ1c2gsIE5MUkUuQ29tbW9uIiwiQ29sb3IiOnsiJGlkIjoiNzU3IiwiQSI6MTI3LCJSIjo3OSwiRyI6MTI5LCJCIjoxODl9fSwiTGluZVdlaWdodCI6MS4wLCJMaW5lVHlwZSI6MCwiUGFyZW50U3R5bGUiOm51bGx9LCJJc0JlbG93VGltZWJhbmQiOmZhbHNlLCJQb3NpdGlvbk9uVGFzayI6MSwiSGlkZURhdGUiOmZhbHNlLCJTaGFwZVNpemUiOjEsIlNwYWNpbmciOjAuMCwiUGFkZGluZyI6eyIkaWQiOiI3NTgiLCJUb3AiOjUuMCwiTGVmdCI6My4wLCJSaWdodCI6MC4wLCJCb3R0b20iOjIuMH0sIlNoYXBlU3R5bGUiOnsiJGlkIjoiNzU5IiwiTWFyZ2luIjp7IiRpZCI6Ijc2MCIsIlRvcCI6MC4wLCJMZWZ0IjowLjAsIlJpZ2h0IjowLjAsIkJvdHRvbSI6MC4wfSwiUGFkZGluZyI6eyIkaWQiOiI3NjEiLCJUb3AiOjAuMCwiTGVmdCI6MC4wLCJSaWdodCI6MC4wLCJCb3R0b20iOjAuMH0sIkJhY2tncm91bmQiOnsiJGlkIjoiNzYyIiwiQ29sb3IiOnsiJGlkIjoiNzYzIiwiQSI6MjU1LCJSIjoyMzcsIkciOjEyNSwiQiI6NDl9fSwiSXNWaXNpYmxlIjp0cnVlLCJXaWR0aCI6MTguMCwiSGVpZ2h0IjoyMC4wLCJCb3JkZXJTdHlsZSI6eyIkaWQiOiI3NjQiLCJMaW5lQ29sb3IiOnsiJGlkIjoiNzY1IiwiJHR5cGUiOiJOTFJFLkNvbW1vbi5Eb20uU29saWRDb2xvckJydXNoLCBOTFJFLkNvbW1vbiIsIkNvbG9yIjp7IiRpZCI6Ijc2NiIsIkEiOjI1NSwiUiI6MjM0LCJHIjoyMiwiQiI6MzB9fSwiTGluZVdlaWdodCI6MC4wLCJMaW5lVHlwZSI6MCwiUGFyZW50U3R5bGUiOm51bGx9LCJQYXJlbnRTdHlsZSI6bnVsbH0sIlRpdGxlU3R5bGUiOnsiJGlkIjoiNzY3IiwiRm9udFNldHRpbmdzIjp7IiRpZCI6Ijc2OCIsIkZvbnRTaXplIjoxMSwiRm9udE5hbWUiOiJDYWxpYnJpIiwiSXNCb2xkIjp0cnVlLCJJc0l0YWxpYyI6ZmFsc2UsIklzVW5kZXJsaW5lZCI6ZmFsc2UsIlBhcmVudFN0eWxlIjpudWxsfSwiQXV0b1NpemUiOjAsIkZvcmVncm91bmQiOnsiJGlkIjoiNzY5IiwiQ29sb3IiOnsiJGlkIjoiNzc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c3MSIsIlRvcCI6MC4wLCJMZWZ0IjowLjAsIlJpZ2h0IjowLjAsIkJvdHRvbSI6MC4wfSwiUGFkZGluZyI6eyIkaWQiOiI3NzIiLCJUb3AiOjAuMCwiTGVmdCI6MC4wLCJSaWdodCI6MC4wLCJCb3R0b20iOjAuMH0sIkJhY2tncm91bmQiOnsiJGlkIjoiNzczIiwiQ29sb3IiOnsiJGlkIjoiNzc0IiwiQSI6ODksIlIiOjAsIkciOjAsIkIiOjB9fSwiSXNWaXNpYmxlIjp0cnVlLCJXaWR0aCI6MC4wLCJIZWlnaHQiOjAuMCwiQm9yZGVyU3R5bGUiOnsiJGlkIjoiNzc1IiwiTGluZUNvbG9yIjpudWxsLCJMaW5lV2VpZ2h0IjowLjAsIkxpbmVUeXBlIjowLCJQYXJlbnRTdHlsZSI6bnVsbH0sIlBhcmVudFN0eWxlIjpudWxsfSwiRGF0ZVN0eWxlIjp7IiRpZCI6Ijc3NiIsIkZvbnRTZXR0aW5ncyI6eyIkaWQiOiI3NzciLCJGb250U2l6ZSI6MTAsIkZvbnROYW1lIjoiQ2FsaWJyaSIsIklzQm9sZCI6ZmFsc2UsIklzSXRhbGljIjpmYWxzZSwiSXNVbmRlcmxpbmVkIjpmYWxzZSwiUGFyZW50U3R5bGUiOm51bGx9LCJBdXRvU2l6ZSI6MCwiRm9yZWdyb3VuZCI6eyIkaWQiOiI3NzgiLCJDb2xvciI6eyIkaWQiOiI3Nz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MCIsIlRvcCI6MC4wLCJMZWZ0IjowLjAsIlJpZ2h0IjowLjAsIkJvdHRvbSI6MC4wfSwiUGFkZGluZyI6eyIkaWQiOiI3ODEiLCJUb3AiOjAuMCwiTGVmdCI6MC4wLCJSaWdodCI6MC4wLCJCb3R0b20iOjAuMH0sIkJhY2tncm91bmQiOnsiJGlkIjoiNzgyIiwiQ29sb3IiOnsiJGlkIjoiNzgzIiwiQSI6ODksIlIiOjAsIkciOjAsIkIiOjB9fSwiSXNWaXNpYmxlIjp0cnVlLCJXaWR0aCI6MC4wLCJIZWlnaHQiOjAuMCwiQm9yZGVyU3R5bGUiOnsiJGlkIjoiNzg0IiwiTGluZUNvbG9yIjpudWxsLCJMaW5lV2VpZ2h0IjowLjAsIkxpbmVUeXBlIjowLCJQYXJlbnRTdHlsZSI6bnVsbH0sIlBhcmVudFN0eWxlIjpudWxsfSwiRGF0ZUZvcm1hdCI6eyIkaWQiOiI3O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g2IiwiRm9ybWF0IjowLCJJc1Zpc2libGUiOmZhbHNlLCJMYXN0S25vd25WaXNpYmlsaXR5U3RhdGUiOmZhbHNlfSwiSXNWaXNpYmxlIjp0cnVlLCJQYXJlbnRTdHlsZSI6bnVsbH0sIkRlZmF1bHRTd2ltbGFuZU1pbGVzdG9uZVN0eWxlIjp7IiRpZCI6Ijc4NyIsIlRpdGxlUG9zaXRpb24iOiJBYm92ZSIsIkRhdGVQb3NpdGlvbiI6IkxlZnQiLCJTaGFwZVR5cGUiOjE3LCJTaGFwZVNpemUiOjAsIlNwYWNpbmciOjUsIlNoYXBlU3R5bGUiOnsiJGlkIjoiNzg4IiwiTWFyZ2luIjp7IiRpZCI6Ijc4OSIsIlRvcCI6MC4wLCJMZWZ0IjowLjAsIlJpZ2h0IjowLjAsIkJvdHRvbSI6MC4wfSwiUGFkZGluZyI6eyIkaWQiOiI3OTAiLCJUb3AiOjAuMCwiTGVmdCI6MC4wLCJSaWdodCI6MC4wLCJCb3R0b20iOjAuMH0sIkJhY2tncm91bmQiOnsiJGlkIjoiNzkxIiwiQ29sb3IiOnsiJGlkIjoiNzkyIiwiQSI6MjU1LCJSIjo5MSwiRyI6MTU1LCJCIjoyMTN9fSwiSXNWaXNpYmxlIjp0cnVlLCJXaWR0aCI6MTQuMCwiSGVpZ2h0IjoxNC4wLCJCb3JkZXJTdHlsZSI6eyIkaWQiOiI3OTMiLCJMaW5lQ29sb3IiOnsiJGlkIjoiNzk0IiwiJHR5cGUiOiJOTFJFLkNvbW1vbi5Eb20uU29saWRDb2xvckJydXNoLCBOTFJFLkNvbW1vbiIsIkNvbG9yIjp7IiRpZCI6Ijc5NSIsIkEiOjI1NSwiUiI6MjM0LCJHIjoyMiwiQiI6MzB9fSwiTGluZVdlaWdodCI6MC4wLCJMaW5lVHlwZSI6MCwiUGFyZW50U3R5bGUiOm51bGx9LCJQYXJlbnRTdHlsZSI6bnVsbH0sIlRpdGxlU3R5bGUiOnsiJGlkIjoiNzk2IiwiRm9udFNldHRpbmdzIjp7IiRpZCI6Ijc5NyIsIkZvbnRTaXplIjoxMCwiRm9udE5hbWUiOiJNb250c2VycmF0IiwiSXNCb2xkIjpmYWxzZSwiSXNJdGFsaWMiOmZhbHNlLCJJc1VuZGVybGluZWQiOmZhbHNlLCJQYXJlbnRTdHlsZSI6bnVsbH0sIkF1dG9TaXplIjowLCJGb3JlZ3JvdW5kIjp7IiRpZCI6Ijc5OCIsIkNvbG9yIjp7IiRpZCI6Ijc5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4MDAiLCJUb3AiOjAuMCwiTGVmdCI6MC4wLCJSaWdodCI6MC4wLCJCb3R0b20iOjAuMH0sIlBhZGRpbmciOnsiJGlkIjoiODAxIiwiVG9wIjowLjAsIkxlZnQiOjAuMCwiUmlnaHQiOjAuMCwiQm90dG9tIjowLjB9LCJCYWNrZ3JvdW5kIjp7IiRpZCI6IjgwMiIsIkNvbG9yIjp7IiRpZCI6IjgwMyIsIkEiOjg5LCJSIjowLCJHIjowLCJCIjowfX0sIklzVmlzaWJsZSI6dHJ1ZSwiV2lkdGgiOjAuMCwiSGVpZ2h0IjowLjAsIkJvcmRlclN0eWxlIjp7IiRpZCI6IjgwNCIsIkxpbmVDb2xvciI6bnVsbCwiTGluZVdlaWdodCI6MC4wLCJMaW5lVHlwZSI6MCwiUGFyZW50U3R5bGUiOm51bGx9LCJQYXJlbnRTdHlsZSI6bnVsbH0sIkRhdGVTdHlsZSI6eyIkaWQiOiI4MDUiLCJGb250U2V0dGluZ3MiOnsiJGlkIjoiODA2IiwiRm9udFNpemUiOjEwLCJGb250TmFtZSI6IkNhbGlicmkiLCJJc0JvbGQiOmZhbHNlLCJJc0l0YWxpYyI6ZmFsc2UsIklzVW5kZXJsaW5lZCI6ZmFsc2UsIlBhcmVudFN0eWxlIjpudWxsfSwiQXV0b1NpemUiOjAsIkZvcmVncm91bmQiOnsiJGlkIjoiODA3IiwiQ29sb3IiOnsiJGlkIjoiODA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4MDkiLCJUb3AiOjAuMCwiTGVmdCI6MC4wLCJSaWdodCI6MC4wLCJCb3R0b20iOjAuMH0sIlBhZGRpbmciOnsiJGlkIjoiODEwIiwiVG9wIjowLjAsIkxlZnQiOjAuMCwiUmlnaHQiOjAuMCwiQm90dG9tIjowLjB9LCJCYWNrZ3JvdW5kIjp7IiRpZCI6IjgxMSIsIkNvbG9yIjp7IiRpZCI6IjgxMiIsIkEiOjg5LCJSIjowLCJHIjowLCJCIjowfX0sIklzVmlzaWJsZSI6ZmFsc2UsIldpZHRoIjowLjAsIkhlaWdodCI6MC4wLCJCb3JkZXJTdHlsZSI6eyIkaWQiOiI4MTMiLCJMaW5lQ29sb3IiOm51bGwsIkxpbmVXZWlnaHQiOjAuMCwiTGluZVR5cGUiOjAsIlBhcmVudFN0eWxlIjpudWxsfSwiUGFyZW50U3R5bGUiOm51bGx9LCJEYXRlRm9ybWF0Ijp7IiRpZCI6IjgxNCIsIkZvcm1hdFN0cmluZyI6Ik1NTSBkIiwiU2VwYXJhdG9yIjoiLyIsIlVzZUludGVybmF0aW9uYWxEYXRlRm9ybWF0IjpmYWxzZSwiRGF0ZUlzVmlzaWJsZSI6ZmFsc2UsIlRpbWVJc1Zpc2libGUiOmZhbHNlLCJIb3VyRGlnaXRzIjoxLCJBbVBtRGVzaWduYXRvciI6MiwiVHJpbTAwTWludXRlcyI6ZmFsc2UsIkxhc3RLbm93blZpc2liaWxpdHlTdGF0ZSI6eyIkaWQiOiI4MTUiLCJEYXRlUGFydElzVmlzaWJsZSI6dHJ1ZSwiVGltZVBhcnRJc1Zpc2libGUiOmZhbHNlfX0sIldlZWtOdW1iZXJpbmciOnsiJGlkIjoiODE2IiwiRm9ybWF0IjowLCJJc1Zpc2libGUiOmZhbHNlLCJMYXN0S25vd25WaXNpYmlsaXR5U3RhdGUiOmZhbHNlfSwiSXNWaXNpYmxlIjp0cnVlLCJQYXJlbnRTdHlsZSI6bnVsbH0sIkRlZmF1bHRTd2ltbGFuZUFjdGl2aXR5U3R5bGUiOnsiJGlkIjoiODE3IiwiSGVhZGVyU3R5bGUiOnsiJGlkIjoiODE4IiwiVGV4dFN0eWxlIjp7IiRpZCI6IjgxOSIsIkZvbnRTZXR0aW5ncyI6eyIkaWQiOiI4MjAiLCJGb250U2l6ZSI6MTEsIkZvbnROYW1lIjoiQ2FsaWJyaSIsIklzQm9sZCI6ZmFsc2UsIklzSXRhbGljIjpmYWxzZSwiSXNVbmRlcmxpbmVkIjpmYWxzZSwiUGFyZW50U3R5bGUiOm51bGx9LCJBdXRvU2l6ZSI6MiwiRm9yZWdyb3VuZCI6eyIkaWQiOiI4MjEiLCJDb2xvciI6eyIkaWQiOiI4MjI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4MjMiLCJUb3AiOjAuMCwiTGVmdCI6MC4wLCJSaWdodCI6MC4wLCJCb3R0b20iOjAuMH0sIlBhZGRpbmciOnsiJGlkIjoiODI0IiwiVG9wIjowLjAsIkxlZnQiOjAuMCwiUmlnaHQiOjAuMCwiQm90dG9tIjowLjB9LCJCYWNrZ3JvdW5kIjpudWxsLCJJc1Zpc2libGUiOnRydWUsIldpZHRoIjowLjAsIkhlaWdodCI6MC4wLCJCb3JkZXJTdHlsZSI6bnVsbCwiUGFyZW50U3R5bGUiOm51bGx9LCJSZWN0YW5nbGVTdHlsZSI6eyIkaWQiOiI4MjUiLCJNYXJnaW4iOnsiJGlkIjoiODI2IiwiVG9wIjowLjAsIkxlZnQiOjAuMCwiUmlnaHQiOjAuMCwiQm90dG9tIjowLjB9LCJQYWRkaW5nIjp7IiRpZCI6IjgyNyIsIlRvcCI6MC4wLCJMZWZ0IjowLjAsIlJpZ2h0IjowLjAsIkJvdHRvbSI6MC4wfSwiQmFja2dyb3VuZCI6eyIkaWQiOiI4MjgiLCJDb2xvciI6eyIkaWQiOiI4MjkiLCJBIjo2MywiUiI6MjM3LCJHIjoxMjUsIkIiOjQ5fX0sIklzVmlzaWJsZSI6dHJ1ZSwiV2lkdGgiOjAuMCwiSGVpZ2h0IjowLjAsIkJvcmRlclN0eWxlIjp7IiRpZCI6IjgzMCIsIkxpbmVDb2xvciI6eyIkaWQiOiI4MzEiLCIkdHlwZSI6Ik5MUkUuQ29tbW9uLkRvbS5Tb2xpZENvbG9yQnJ1c2gsIE5MUkUuQ29tbW9uIiwiQ29sb3IiOnsiJGlkIjoiODMyIiwiQSI6MjU1LCJSIjoyNTUsIkciOjAsIkIiOjB9fSwiTGluZVdlaWdodCI6MC4wLCJMaW5lVHlwZSI6MCwiUGFyZW50U3R5bGUiOm51bGx9LCJQYXJlbnRTdHlsZSI6bnVsbH0sIk1hcmdpbiI6eyIkaWQiOiI4MzMiLCJUb3AiOjAuMCwiTGVmdCI6MC4wLCJSaWdodCI6MC4wLCJCb3R0b20iOjAuMH0sIlBhZGRpbmciOnsiJGlkIjoiODM0IiwiVG9wIjowLjAsIkxlZnQiOjAuMCwiUmlnaHQiOjAuMCwiQm90dG9tIjowLjB9LCJCYWNrZ3JvdW5kIjpudWxsLCJJc1Zpc2libGUiOnRydWUsIldpZHRoIjowLjAsIkhlaWdodCI6MC4wLCJCb3JkZXJTdHlsZSI6bnVsbCwiUGFyZW50U3R5bGUiOm51bGx9LCJCYWNrZ3JvdW5kU3R5bGUiOnsiJGlkIjoiODM1IiwiTWFyZ2luIjp7IiRpZCI6IjgzNiIsIlRvcCI6MC4wLCJMZWZ0IjowLjAsIlJpZ2h0IjowLjAsIkJvdHRvbSI6MC4wfSwiUGFkZGluZyI6eyIkaWQiOiI4MzciLCJUb3AiOjAuMCwiTGVmdCI6MC4wLCJSaWdodCI6MC4wLCJCb3R0b20iOjAuMH0sIkJhY2tncm91bmQiOnsiJHJlZiI6IjY5NCJ9LCJJc1Zpc2libGUiOnRydWUsIldpZHRoIjowLjAsIkhlaWdodCI6MC4wLCJCb3JkZXJTdHlsZSI6eyIkaWQiOiI4MzgiLCJMaW5lQ29sb3IiOnsiJGlkIjoiODM5IiwiJHR5cGUiOiJOTFJFLkNvbW1vbi5Eb20uU29saWRDb2xvckJydXNoLCBOTFJFLkNvbW1vbiIsIkNvbG9yIjp7IiRpZCI6Ijg0MCIsIkEiOjI1NSwiUiI6MjM0LCJHIjoyMiwiQiI6MzB9fSwiTGluZVdlaWdodCI6MC4wLCJMaW5lVHlwZSI6MCwiUGFyZW50U3R5bGUiOm51bGx9LCJQYXJlbnRTdHlsZSI6bnVsbH0sIk1hcmdpbiI6eyIkaWQiOiI4NDEiLCJUb3AiOjAuMCwiTGVmdCI6MC4wLCJSaWdodCI6MC4wLCJCb3R0b20iOjAuMH0sIlBhZGRpbmciOnsiJGlkIjoiODQyIiwiVG9wIjowLjAsIkxlZnQiOjAuMCwiUmlnaHQiOjAuMCwiQm90dG9tIjowLjB9LCJJc1Zpc2libGUiOnRydWUsIldpZHRoIjowLjAsIkhlaWdodCI6MC4wLCJCb3JkZXJTdHlsZSI6eyIkaWQiOiI4NDMiLCJMaW5lQ29sb3IiOm51bGwsIkxpbmVXZWlnaHQiOjAuMCwiTGluZVR5cGUiOjAsIlBhcmVudFN0eWxlIjpudWxsfSwiUGFyZW50U3R5bGUiOm51bGx9LCJNYXJnaW4iOnsiJGlkIjoiODQ0IiwiVG9wIjowLjAsIkxlZnQiOjAuMCwiUmlnaHQiOjAuMCwiQm90dG9tIjowLjB9LCJQYWRkaW5nIjp7IiRpZCI6Ijg0NSIsIlRvcCI6MC4wLCJMZWZ0IjowLjAsIlJpZ2h0IjowLjAsIkJvdHRvbSI6MC4wfSwiSXNWaXNpYmxlIjp0cnVlLCJXaWR0aCI6MC4wLCJIZWlnaHQiOjAuMCwiQm9yZGVyU3R5bGUiOnsiJGlkIjoiODQ2IiwiTGluZUNvbG9yIjpudWxsLCJMaW5lV2VpZ2h0IjowLjAsIkxpbmVUeXBlIjowLCJQYXJlbnRTdHlsZSI6bnVsbH0sIlBhcmVudFN0eWxlIjpudWxsfX1dLCJDdWx0dXJlSW5mb05hbWUiOiJlbi1VUyIsIlN0eWxlTmFtZSI6bnVsbCwiVmVyc2lvbiI6eyIkaWQiOiI4NDciLCJWZXJzaW9uIjoiNC4yLjAiLCJPcmlnaW5hbEFzc2VtYmx5VmVyc2lvbiI6IjcuMDMuMDMuMDAiLCJFZGl0aW9uIjpudWxsLCJMYXN0U2F2ZWRFZGl0aW9uIjoyLCJJc1BsdXNFZGl0aW9uIjpmYWxzZSwiSXNQcm9FZGl0aW9uIjpmYWxzZX0sIkVmZmVjdCI6MCwiU3R5bGUiOnsiJGlkIjoiODQ4IiwiRGVmYXVsdERlcGVuZGVuY3lTdHlsZSI6eyIkaWQiOiI4NDkiLCJMaW5lU3R5bGUiOnsiJGlkIjoiODUwIiwiTGluZUNvbG9yIjp7IiRpZCI6Ijg1MSIsIiR0eXBlIjoiTkxSRS5Db21tb24uRG9tLlNvbGlkQ29sb3JCcnVzaCwgTkxSRS5Db21tb24iLCJDb2xvciI6eyIkaWQiOiI4NTIiLCJBIjoyNTUsIlIiOjAsIkciOjAsIkIiOjB9fSwiTGluZVdlaWdodCI6MS4wLCJMaW5lVHlwZSI6MCwiUGFyZW50U3R5bGUiOm51bGx9LCJFbmRBcnJvd2hlYWRMaW5lU3R5bGUiOnsiJGlkIjoiODUzIiwiS2luZCI6MSwiV2lkdGgiOjEsIkxlbmd0aCI6MCwiUGFyZW50U3R5bGUiOm51bGx9LCJCcmluZ1RvRnJvbnQiOnRydWUsIkVsYm93UmFkaXVzIjowLjAsIk1hcmdpbiI6eyIkaWQiOiI4NTQiLCJUb3AiOjAuMCwiTGVmdCI6MC4wLCJSaWdodCI6MC4wLCJCb3R0b20iOjAuMH0sIlBhZGRpbmciOnsiJGlkIjoiODU1IiwiVG9wIjowLjAsIkxlZnQiOjAuMCwiUmlnaHQiOjAuMCwiQm90dG9tIjowLjB9LCJCYWNrZ3JvdW5kIjpudWxsLCJJc1Zpc2libGUiOnRydWUsIldpZHRoIjowLjAsIkhlaWdodCI6MC4wLCJCb3JkZXJTdHlsZSI6bnVsbCwiUGFyZW50U3R5bGUiOm51bGx9LCJDcml0aWNhbFBhdGhTdHlsZSI6eyIkaWQiOiI4NTYiLCJDcml0aWNhbFBhdGhTdHlsZU9wdGlvbnMiOjE1LCJMaW5lU3R5bGUiOnsiJGlkIjoiODU3IiwiTGluZUNvbG9yIjp7IiRpZCI6Ijg1OCIsIiR0eXBlIjoiTkxSRS5Db21tb24uRG9tLlNvbGlkQ29sb3JCcnVzaCwgTkxSRS5Db21tb24iLCJDb2xvciI6eyIkaWQiOiI4NTkiLCJBIjoyNTUsIlIiOjIyMiwiRyI6NTAsIkIiOjUwfX0sIkxpbmVXZWlnaHQiOjEuMCwiTGluZVR5cGUiOjAsIlBhcmVudFN0eWxlIjpudWxsfSwiVGl0bGVGb3JlZ3JvdW5kIjp7IiRpZCI6Ijg2MCIsIkNvbG9yIjp7IiRpZCI6Ijg2MSIsIkEiOjI1NSwiUiI6MTc2LCJHIjoxOSwiQiI6MjV9fSwiU2hhcGVzQmFja2dyb3VuZCI6eyIkaWQiOiI4NjIiLCJDb2xvciI6eyIkaWQiOiI4NjMiLCJBIjoyNTUsIlIiOjI1MywiRyI6MjAzLCJCIjoyMDh9fSwiU2hhcGVzQm9yZGVyU3R5bGUiOnsiJGlkIjoiODY0IiwiTGluZUNvbG9yIjp7IiRpZCI6Ijg2NSIsIiR0eXBlIjoiTkxSRS5Db21tb24uRG9tLlNvbGlkQ29sb3JCcnVzaCwgTkxSRS5Db21tb24iLCJDb2xvciI6eyIkaWQiOiI4NjYiLCJBIjoyNTUsIlIiOjIyMiwiRyI6NTAsIkIiOjUwfX0sIkxpbmVXZWlnaHQiOjEuNSwiTGluZVR5cGUiOjAsIlBhcmVudFN0eWxlIjpudWxsfSwiTWFyZ2luIjp7IiRpZCI6Ijg2NyIsIlRvcCI6MC4wLCJMZWZ0IjowLjAsIlJpZ2h0IjowLjAsIkJvdHRvbSI6MC4wfSwiUGFkZGluZyI6eyIkaWQiOiI4NjgiLCJUb3AiOjAuMCwiTGVmdCI6MC4wLCJSaWdodCI6MC4wLCJCb3R0b20iOjAuMH0sIkJhY2tncm91bmQiOm51bGwsIklzVmlzaWJsZSI6ZmFsc2UsIldpZHRoIjowLjAsIkhlaWdodCI6MC4wLCJCb3JkZXJTdHlsZSI6bnVsbCwiUGFyZW50U3R5bGUiOm51bGx9LCJQYW5lbHNTcGFjaW5nRGVmaW5pdGlvbiI6eyIkaWQiOiI4NjkiLCJTcGFjaW5nQWJvdmVUaW1lYmFuZCI6NSwiU3BhY2luZ0JlbG93VGltZWJhbmQiOjUsIlNwYWNpbmdBYm92ZUJldHdlZW5Td2ltbGFuZXNBbmRUYXNrcyI6NSwiU3BhY2luZ0JlbG93QmV0d2VlblN3aW1sYW5lc0FuZFRhc2tzIjo1fSwiVGltZWJhbmRTdHlsZSI6eyIkaWQiOiI4NzAiLCJTY2FsZU1hcmtpbmciOjEsIlNoYXBlIjowLCJTaGFwZVN0eWxlIjp7IiRpZCI6Ijg3MSIsIk1hcmdpbiI6eyIkaWQiOiI4NzIiLCJUb3AiOjAuMCwiTGVmdCI6MTAuMCwiUmlnaHQiOjEwLjAsIkJvdHRvbSI6MC4wfSwiUGFkZGluZyI6eyIkaWQiOiI4NzMiLCJUb3AiOjAuMCwiTGVmdCI6MTMuMCwiUmlnaHQiOjEzLjAsIkJvdHRvbSI6MC4wfSwiQmFja2dyb3VuZCI6eyIkaWQiOiI4NzQiLCJDb2xvciI6eyIkaWQiOiI4NzUiLCJBIjoyNTUsIlIiOjY4LCJHIjo4NCwiQiI6MTA2fX0sIklzVmlzaWJsZSI6dHJ1ZSwiV2lkdGgiOjg1OC4wLCJIZWlnaHQiOjMwLjAsIkJvcmRlclN0eWxlIjp7IiRpZCI6Ijg3NiIsIkxpbmVDb2xvciI6eyIkaWQiOiI4NzciLCIkdHlwZSI6Ik5MUkUuQ29tbW9uLkRvbS5Tb2xpZENvbG9yQnJ1c2gsIE5MUkUuQ29tbW9uIiwiQ29sb3IiOnsiJGlkIjoiODc4IiwiQSI6MjU1LCJSIjoyNTUsIkciOjAsIkIiOjB9fSwiTGluZVdlaWdodCI6MC4wLCJMaW5lVHlwZSI6MCwiUGFyZW50U3R5bGUiOm51bGx9LCJQYXJlbnRTdHlsZSI6bnVsbH0sIk1pZGRsZVRpZXJTaGFwZVN0eWxlIjp7IiRpZCI6Ijg3OSIsIk1hcmdpbiI6eyIkaWQiOiI4ODAiLCJUb3AiOjAuMCwiTGVmdCI6MTAuMCwiUmlnaHQiOjEwLjAsIkJvdHRvbSI6MC4wfSwiUGFkZGluZyI6eyIkaWQiOiI4ODEiLCJUb3AiOjAuMCwiTGVmdCI6MTMuMCwiUmlnaHQiOjEzLjAsIkJvdHRvbSI6MC4wfSwiQmFja2dyb3VuZCI6eyIkaWQiOiI4ODIiLCJDb2xvciI6eyIkaWQiOiI4ODMiLCJBIjoyNTUsIlIiOjY4LCJHIjo4NCwiQiI6MTA2fX0sIklzVmlzaWJsZSI6dHJ1ZSwiV2lkdGgiOjg1OC4wLCJIZWlnaHQiOjMwLjAsIkJvcmRlclN0eWxlIjp7IiRpZCI6Ijg4NCIsIkxpbmVDb2xvciI6eyIkaWQiOiI4ODUiLCIkdHlwZSI6Ik5MUkUuQ29tbW9uLkRvbS5Tb2xpZENvbG9yQnJ1c2gsIE5MUkUuQ29tbW9uIiwiQ29sb3IiOnsiJGlkIjoiODg2IiwiQSI6MjU1LCJSIjoyNTUsIkciOjAsIkIiOjB9fSwiTGluZVdlaWdodCI6MC4wLCJMaW5lVHlwZSI6MCwiUGFyZW50U3R5bGUiOm51bGx9LCJQYXJlbnRTdHlsZSI6bnVsbH0sIkJvdHRvbVRpZXJTaGFwZVN0eWxlIjp7IiRpZCI6Ijg4NyIsIk1hcmdpbiI6eyIkaWQiOiI4ODgiLCJUb3AiOjAuMCwiTGVmdCI6MTAuMCwiUmlnaHQiOjEwLjAsIkJvdHRvbSI6MC4wfSwiUGFkZGluZyI6eyIkaWQiOiI4ODkiLCJUb3AiOjAuMCwiTGVmdCI6MTMuMCwiUmlnaHQiOjEzLjAsIkJvdHRvbSI6MC4wfSwiQmFja2dyb3VuZCI6eyIkaWQiOiI4OTAiLCJDb2xvciI6eyIkaWQiOiI4OTEiLCJBIjoyNTUsIlIiOjY4LCJHIjo4NCwiQiI6MTA2fX0sIklzVmlzaWJsZSI6dHJ1ZSwiV2lkdGgiOjg1OC4wLCJIZWlnaHQiOjMwLjAsIkJvcmRlclN0eWxlIjp7IiRpZCI6Ijg5MiIsIkxpbmVDb2xvciI6eyIkaWQiOiI4OTMiLCIkdHlwZSI6Ik5MUkUuQ29tbW9uLkRvbS5Tb2xpZENvbG9yQnJ1c2gsIE5MUkUuQ29tbW9uIiwiQ29sb3IiOnsiJGlkIjoiODk0IiwiQSI6MjU1LCJSIjoyNTUsIkciOjAsIkIiOjB9fSwiTGluZVdlaWdodCI6MC4wLCJMaW5lVHlwZSI6MCwiUGFyZW50U3R5bGUiOm51bGx9LCJQYXJlbnRTdHlsZSI6bnVsbH0sIlJpZ2h0RW5kQ2Fwc1N0eWxlIjp7IiRpZCI6Ijg5NSIsIkZvbnRTZXR0aW5ncyI6eyIkaWQiOiI4OTYiLCJGb250U2l6ZSI6MTgsIkZvbnROYW1lIjoiQ2FsaWJyaSIsIklzQm9sZCI6dHJ1ZSwiSXNJdGFsaWMiOmZhbHNlLCJJc1VuZGVybGluZWQiOmZhbHNlLCJQYXJlbnRTdHlsZSI6bnVsbH0sIkF1dG9TaXplIjowLCJGb3JlZ3JvdW5kIjp7IiRpZCI6Ijg5NyIsIkNvbG9yIjp7IiRpZCI6Ijg5OCIsIkEiOjI1NSwiUiI6MTIxLCJHIjoxNjgsIkIiOjE2NH19LCJNYXhXaWR0aCI6IkluZmluaXR5IiwiTWF4SGVpZ2h0IjoiSW5maW5pdHkiLCJTbWFydEZvcmVncm91bmRJc0FjdGl2ZSI6ZmFsc2UsIkhvcml6b250YWxBbGlnbm1lbnQiOjAsIlZlcnRpY2FsQWxpZ25tZW50IjowLCJTbWFydEZvcmVncm91bmQiOm51bGwsIkJhY2tncm91bmRGaWxsVHlwZSI6MCwiTWFyZ2luIjp7IiRpZCI6Ijg5OSIsIlRvcCI6MC4wLCJMZWZ0IjowLjAsIlJpZ2h0IjoyMC4wLCJCb3R0b20iOjAuMH0sIlBhZGRpbmciOnsiJGlkIjoiOTAwIiwiVG9wIjowLjAsIkxlZnQiOjAuMCwiUmlnaHQiOjAuMCwiQm90dG9tIjowLjB9LCJCYWNrZ3JvdW5kIjp7IiRpZCI6IjkwMSIsIkNvbG9yIjp7IiRpZCI6IjkwMiIsIkEiOjg5LCJSIjowLCJHIjowLCJCIjowfX0sIklzVmlzaWJsZSI6ZmFsc2UsIldpZHRoIjowLjAsIkhlaWdodCI6MC4wLCJCb3JkZXJTdHlsZSI6bnVsbCwiUGFyZW50U3R5bGUiOm51bGx9LCJMZWZ0RW5kQ2Fwc1N0eWxlIjp7IiRpZCI6IjkwMyIsIkZvbnRTZXR0aW5ncyI6eyIkaWQiOiI5MDQiLCJGb250U2l6ZSI6MzIsIkZvbnROYW1lIjoiQ2FsaWJyaSIsIklzQm9sZCI6dHJ1ZSwiSXNJdGFsaWMiOmZhbHNlLCJJc1VuZGVybGluZWQiOmZhbHNlLCJQYXJlbnRTdHlsZSI6bnVsbH0sIkF1dG9TaXplIjowLCJGb3JlZ3JvdW5kIjp7IiRpZCI6IjkwNSIsIkNvbG9yIjp7IiRpZCI6IjkwNiIsIkEiOjI1NSwiUiI6MTIxLCJHIjoxNjgsIkIiOjE2NH19LCJNYXhXaWR0aCI6IkluZmluaXR5IiwiTWF4SGVpZ2h0IjoiSW5maW5pdHkiLCJTbWFydEZvcmVncm91bmRJc0FjdGl2ZSI6ZmFsc2UsIkhvcml6b250YWxBbGlnbm1lbnQiOjAsIlZlcnRpY2FsQWxpZ25tZW50IjowLCJTbWFydEZvcmVncm91bmQiOm51bGwsIkJhY2tncm91bmRGaWxsVHlwZSI6MCwiTWFyZ2luIjp7IiRpZCI6IjkwNyIsIlRvcCI6MC4wLCJMZWZ0IjoyMC4wLCJSaWdodCI6MC4wLCJCb3R0b20iOjAuMH0sIlBhZGRpbmciOnsiJGlkIjoiOTA4IiwiVG9wIjowLjAsIkxlZnQiOjAuMCwiUmlnaHQiOjAuMCwiQm90dG9tIjowLjB9LCJCYWNrZ3JvdW5kIjp7IiRpZCI6IjkwOSIsIkNvbG9yIjp7IiRpZCI6IjkxMCIsIkEiOjg5LCJSIjowLCJHIjowLCJCIjowfX0sIklzVmlzaWJsZSI6ZmFsc2UsIldpZHRoIjowLjAsIkhlaWdodCI6MC4wLCJCb3JkZXJTdHlsZSI6bnVsbCwiUGFyZW50U3R5bGUiOm51bGx9LCJUb2RheVRleHRTdHlsZSI6eyIkaWQiOiI5MTEiLCJGb250U2V0dGluZ3MiOnsiJGlkIjoiOTEyIiwiRm9udFNpemUiOjEyLCJGb250TmFtZSI6IkNhbGlicmkiLCJJc0JvbGQiOmZhbHNlLCJJc0l0YWxpYyI6ZmFsc2UsIklzVW5kZXJsaW5lZCI6ZmFsc2UsIlBhcmVudFN0eWxlIjpudWxsfSwiQXV0b1NpemUiOjAsIkZvcmVncm91bmQiOnsiJGlkIjoiOTEzIiwiQ29sb3IiOnsiJGlkIjoiOTE0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kxNSIsIlRvcCI6MC4wLCJMZWZ0IjowLjAsIlJpZ2h0IjowLjAsIkJvdHRvbSI6MC4wfSwiUGFkZGluZyI6eyIkaWQiOiI5MTYiLCJUb3AiOjAuMCwiTGVmdCI6MC4wLCJSaWdodCI6MC4wLCJCb3R0b20iOjAuMH0sIkJhY2tncm91bmQiOnsiJGlkIjoiOTE3IiwiQ29sb3IiOnsiJGlkIjoiOTE4IiwiQSI6ODksIlIiOjAsIkciOjAsIkIiOjB9fSwiSXNWaXNpYmxlIjp0cnVlLCJXaWR0aCI6MC4wLCJIZWlnaHQiOjAuMCwiQm9yZGVyU3R5bGUiOm51bGwsIlBhcmVudFN0eWxlIjpudWxsfSwiVG9kYXlNYXJrZXJTdHlsZSI6eyIkaWQiOiI5MTkiLCJNYXJnaW4iOnsiJGlkIjoiOTIwIiwiVG9wIjowLjAsIkxlZnQiOjAuMCwiUmlnaHQiOjAuMCwiQm90dG9tIjowLjB9LCJQYWRkaW5nIjp7IiRpZCI6IjkyMSIsIlRvcCI6MC4wLCJMZWZ0IjowLjAsIlJpZ2h0IjowLjAsIkJvdHRvbSI6MC4wfSwiQmFja2dyb3VuZCI6eyIkaWQiOiI5MjIiLCJDb2xvciI6eyIkaWQiOiI5MjMiLCJBIjoyNTUsIlIiOjI1NSwiRyI6MCwiQiI6MH19LCJJc1Zpc2libGUiOnRydWUsIldpZHRoIjowLjAsIkhlaWdodCI6MC4wLCJCb3JkZXJTdHlsZSI6bnVsbCwiUGFyZW50U3R5bGUiOm51bGx9LCJTY2FsZVN0eWxlIjp7IiRpZCI6IjkyNCIsIlNoYXBlIjo1LCJTaG93U2VnbWVudFNlcGFyYXRvcnMiOnRydWUsIlNlZ21lbnRTZXBhcmF0b3JPcGFjaXR5IjozMCwiSGFzQmVlblZpc2libGVCZWZvcmUiOnRydWUsIkZvbnRTZXR0aW5ncyI6eyIkaWQiOiI5MjUiLCJGb250U2l6ZSI6MTgsIkZvbnROYW1lIjoiQ2FsaWJyaSIsIklzQm9sZCI6ZmFsc2UsIklzSXRhbGljIjpmYWxzZSwiSXNVbmRlcmxpbmVkIjpmYWxzZSwiUGFyZW50U3R5bGUiOm51bGx9LCJBdXRvU2l6ZSI6MCwiRm9yZWdyb3VuZCI6eyIkaWQiOiI5MjYiLCJDb2xvciI6eyIkaWQiOiI5Mjc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TI4IiwiVG9wIjowLjAsIkxlZnQiOjQuMCwiUmlnaHQiOjQuMCwiQm90dG9tIjowLjB9LCJQYWRkaW5nIjp7IiRpZCI6IjkyOSIsIlRvcCI6MC4wLCJMZWZ0IjowLjAsIlJpZ2h0IjowLjAsIkJvdHRvbSI6MC4wfSwiQmFja2dyb3VuZCI6eyIkaWQiOiI5MzAiLCJDb2xvciI6eyIkaWQiOiI5MzEiLCJBIjo4OSwiUiI6MCwiRyI6MCwiQiI6MH19LCJJc1Zpc2libGUiOnRydWUsIldpZHRoIjowLjAsIkhlaWdodCI6MC4wLCJCb3JkZXJTdHlsZSI6bnVsbCwiUGFyZW50U3R5bGUiOm51bGx9LCJTaW5nbGVTY2FsZVNoYXBlU3R5bGUiOnsiJGlkIjoiOTMyIiwiU2hhcGUiOjAsIkhlaWdodCI6MC4wfSwiTWlkZGxlVGllclNjYWxlU3R5bGUiOnsiJGlkIjoiOTMzIiwiU2hhcGUiOjUsIlNob3dTZWdtZW50U2VwYXJhdG9ycyI6dHJ1ZSwiU2VnbWVudFNlcGFyYXRvck9wYWNpdHkiOjMwLCJIYXNCZWVuVmlzaWJsZUJlZm9yZSI6ZmFsc2UsIkZvbnRTZXR0aW5ncyI6eyIkaWQiOiI5MzQiLCJGb250U2l6ZSI6MTgsIkZvbnROYW1lIjoiQ2FsaWJyaSIsIklzQm9sZCI6ZmFsc2UsIklzSXRhbGljIjpmYWxzZSwiSXNVbmRlcmxpbmVkIjpmYWxzZSwiUGFyZW50U3R5bGUiOm51bGx9LCJBdXRvU2l6ZSI6MCwiRm9yZWdyb3VuZCI6eyIkaWQiOiI5MzUiLCJDb2xvciI6eyIkaWQiOiI5Mz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TM3IiwiVG9wIjowLjAsIkxlZnQiOjQuMCwiUmlnaHQiOjQuMCwiQm90dG9tIjowLjB9LCJQYWRkaW5nIjp7IiRpZCI6IjkzOCIsIlRvcCI6MC4wLCJMZWZ0IjowLjAsIlJpZ2h0IjowLjAsIkJvdHRvbSI6MC4wfSwiQmFja2dyb3VuZCI6eyIkaWQiOiI5MzkiLCJDb2xvciI6eyIkaWQiOiI5NDAiLCJBIjo4OSwiUiI6MCwiRyI6MCwiQiI6MH19LCJJc1Zpc2libGUiOmZhbHNlLCJXaWR0aCI6MC4wLCJIZWlnaHQiOjAuMCwiQm9yZGVyU3R5bGUiOm51bGwsIlBhcmVudFN0eWxlIjpudWxsfSwiQm90dG9tVGllclNjYWxlU3R5bGUiOnsiJGlkIjoiOTQxIiwiU2hhcGUiOjUsIlNob3dTZWdtZW50U2VwYXJhdG9ycyI6dHJ1ZSwiU2VnbWVudFNlcGFyYXRvck9wYWNpdHkiOjMwLCJIYXNCZWVuVmlzaWJsZUJlZm9yZSI6ZmFsc2UsIkZvbnRTZXR0aW5ncyI6eyIkaWQiOiI5NDIiLCJGb250U2l6ZSI6MTgsIkZvbnROYW1lIjoiQ2FsaWJyaSIsIklzQm9sZCI6ZmFsc2UsIklzSXRhbGljIjpmYWxzZSwiSXNVbmRlcmxpbmVkIjpmYWxzZSwiUGFyZW50U3R5bGUiOm51bGx9LCJBdXRvU2l6ZSI6MCwiRm9yZWdyb3VuZCI6eyIkaWQiOiI5NDMiLCJDb2xvciI6eyIkaWQiOiI5NDQ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TQ1IiwiVG9wIjowLjAsIkxlZnQiOjQuMCwiUmlnaHQiOjQuMCwiQm90dG9tIjowLjB9LCJQYWRkaW5nIjp7IiRpZCI6Ijk0NiIsIlRvcCI6MC4wLCJMZWZ0IjowLjAsIlJpZ2h0IjowLjAsIkJvdHRvbSI6MC4wfSwiQmFja2dyb3VuZCI6eyIkaWQiOiI5NDciLCJDb2xvciI6eyIkaWQiOiI5NDgiLCJBIjo4OSwiUiI6MCwiRyI6MCwiQiI6MH19LCJJc1Zpc2libGUiOmZhbHNlLCJXaWR0aCI6MC4wLCJIZWlnaHQiOjAuMCwiQm9yZGVyU3R5bGUiOm51bGwsIlBhcmVudFN0eWxlIjpudWxsfSwiRWxhcHNlZFRpbWVCYWNrZ3JvdW5kIjp7IiRpZCI6Ijk0OSIsIkNvbG9yIjp7IiRpZCI6Ijk1MCIsIkEiOjc3LCJSIjoyNTUsIkciOjAsIkIiOjB9fSwiQXBwZW5kWWVhck9uWWVhckNoYW5nZSI6dHJ1ZSwiRWxhcHNlZFRpbWVGb3JtYXQiOjAsIlRvZGF5TWFya2VyUG9zaXRpb24iOjAsIlF1aWNrUG9zaXRpb24iOjMsIkFic29sdXRlUG9zaXRpb24iOjc1LjI5MjY4LCJNYXJnaW4iOnsiJGlkIjoiOTUxIiwiVG9wIjowLjAsIkxlZnQiOjEwLjAsIlJpZ2h0IjoxMC4wLCJCb3R0b20iOjAuMH0sIlBhZGRpbmciOnsiJGlkIjoiOTUyIiwiVG9wIjowLjAsIkxlZnQiOjAuMCwiUmlnaHQiOjAuMCwiQm90dG9tIjowLjB9LCJCYWNrZ3JvdW5kIjp7IiRpZCI6Ijk1MyIsIkNvbG9yIjp7IiRpZCI6Ijk1NCIsIkEiOjI1NSwiUiI6NDcsIkciOjU0LCJCIjoxNTN9fSwiSXNWaXNpYmxlIjp0cnVlLCJXaWR0aCI6MC4wLCJIZWlnaHQiOjAuMCwiQm9yZGVyU3R5bGUiOm51bGwsIlBhcmVudFN0eWxlIjpudWxsfSwiRGVmYXVsdE1pbGVzdG9uZVN0eWxlIjp7IiRpZCI6Ijk1NSIsIlNoYXBlIjo5LCJDb25uZWN0b3JNYXJnaW4iOnsiJGlkIjoiOTU2IiwiVG9wIjowLjAsIkxlZnQiOjIuMCwiUmlnaHQiOjIuMCwiQm90dG9tIjowLjB9LCJDb25uZWN0b3JTdHlsZSI6eyIkaWQiOiI5NTciLCJMaW5lQ29sb3IiOnsiJGlkIjoiOTU4IiwiJHR5cGUiOiJOTFJFLkNvbW1vbi5Eb20uU29saWRDb2xvckJydXNoLCBOTFJFLkNvbW1vbiIsIkNvbG9yIjp7IiRpZCI6Ijk1OSIsIkEiOjEyNywiUiI6NzksIkciOjEyOSwiQiI6MTg5fX0sIkxpbmVXZWlnaHQiOjEuMCwiTGluZVR5cGUiOjAsIlBhcmVudFN0eWxlIjpudWxsfSwiSXNCZWxvd1RpbWViYW5kIjpmYWxzZSwiUG9zaXRpb25PblRhc2siOjAsIkhpZGVEYXRlIjpmYWxzZSwiU2hhcGVTaXplIjoxLCJTcGFjaW5nIjowLjAsIlBhZGRpbmciOnsiJGlkIjoiOTYwIiwiVG9wIjo1LjAsIkxlZnQiOjMuMCwiUmlnaHQiOjAuMCwiQm90dG9tIjoyLjB9LCJTaGFwZVN0eWxlIjp7IiRpZCI6Ijk2MSIsIk1hcmdpbiI6eyIkaWQiOiI5NjIiLCJUb3AiOjAuMCwiTGVmdCI6MC4wLCJSaWdodCI6MC4wLCJCb3R0b20iOjAuMH0sIlBhZGRpbmciOnsiJGlkIjoiOTYzIiwiVG9wIjowLjAsIkxlZnQiOjAuMCwiUmlnaHQiOjAuMCwiQm90dG9tIjowLjB9LCJCYWNrZ3JvdW5kIjp7IiRpZCI6Ijk2NCIsIkNvbG9yIjp7IiRpZCI6Ijk2NSIsIkEiOjI1NSwiUiI6MiwiRyI6MTc4LCJCIjoyMzh9fSwiSXNWaXNpYmxlIjp0cnVlLCJXaWR0aCI6MTguMCwiSGVpZ2h0IjoyMC4wLCJCb3JkZXJTdHlsZSI6eyIkaWQiOiI5NjYiLCJMaW5lQ29sb3IiOnsiJGlkIjoiOTY3IiwiJHR5cGUiOiJOTFJFLkNvbW1vbi5Eb20uU29saWRDb2xvckJydXNoLCBOTFJFLkNvbW1vbiIsIkNvbG9yIjp7IiRpZCI6Ijk2OCIsIkEiOjI1NSwiUiI6MjM0LCJHIjoyMiwiQiI6MzB9fSwiTGluZVdlaWdodCI6MC4wLCJMaW5lVHlwZSI6MCwiUGFyZW50U3R5bGUiOm51bGx9LCJQYXJlbnRTdHlsZSI6bnVsbH0sIlRpdGxlU3R5bGUiOnsiJGlkIjoiOTY5IiwiRm9udFNldHRpbmdzIjp7IiRpZCI6Ijk3MCIsIkZvbnRTaXplIjoxMSwiRm9udE5hbWUiOiJDYWxpYnJpIiwiSXNCb2xkIjp0cnVlLCJJc0l0YWxpYyI6ZmFsc2UsIklzVW5kZXJsaW5lZCI6ZmFsc2UsIlBhcmVudFN0eWxlIjpudWxsfSwiQXV0b1NpemUiOjAsIkZvcmVncm91bmQiOnsiJGlkIjoiOTcxIiwiQ29sb3IiOnsiJGlkIjoiOTc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k3MyIsIlRvcCI6MC4wLCJMZWZ0IjowLjAsIlJpZ2h0IjowLjAsIkJvdHRvbSI6MC4wfSwiUGFkZGluZyI6eyIkaWQiOiI5NzQiLCJUb3AiOjAuMCwiTGVmdCI6MC4wLCJSaWdodCI6MC4wLCJCb3R0b20iOjAuMH0sIkJhY2tncm91bmQiOnsiJGlkIjoiOTc1IiwiQ29sb3IiOnsiJGlkIjoiOTc2IiwiQSI6ODksIlIiOjAsIkciOjAsIkIiOjB9fSwiSXNWaXNpYmxlIjp0cnVlLCJXaWR0aCI6MC4wLCJIZWlnaHQiOjAuMCwiQm9yZGVyU3R5bGUiOm51bGwsIlBhcmVudFN0eWxlIjpudWxsfSwiRGF0ZVN0eWxlIjp7IiRpZCI6Ijk3NyIsIkZvbnRTZXR0aW5ncyI6eyIkaWQiOiI5NzgiLCJGb250U2l6ZSI6MTAsIkZvbnROYW1lIjoiQ2FsaWJyaSIsIklzQm9sZCI6ZmFsc2UsIklzSXRhbGljIjpmYWxzZSwiSXNVbmRlcmxpbmVkIjpmYWxzZSwiUGFyZW50U3R5bGUiOm51bGx9LCJBdXRvU2l6ZSI6MCwiRm9yZWdyb3VuZCI6eyIkaWQiOiI5NzkiLCJDb2xvciI6eyIkaWQiOiI5OD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4MSIsIlRvcCI6MC4wLCJMZWZ0IjowLjAsIlJpZ2h0IjowLjAsIkJvdHRvbSI6MC4wfSwiUGFkZGluZyI6eyIkaWQiOiI5ODIiLCJUb3AiOjAuMCwiTGVmdCI6MC4wLCJSaWdodCI6MC4wLCJCb3R0b20iOjAuMH0sIkJhY2tncm91bmQiOnsiJGlkIjoiOTgzIiwiQ29sb3IiOnsiJGlkIjoiOTg0IiwiQSI6ODksIlIiOjAsIkciOjAsIkIiOjB9fSwiSXNWaXNpYmxlIjp0cnVlLCJXaWR0aCI6MC4wLCJIZWlnaHQiOjAuMCwiQm9yZGVyU3R5bGUiOm51bGwsIlBhcmVudFN0eWxlIjpudWxsfSwiRGF0ZUZvcm1hdCI6eyIkaWQiOiI5O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g2IiwiRm9ybWF0IjowLCJJc1Zpc2libGUiOmZhbHNlLCJMYXN0S25vd25WaXNpYmlsaXR5U3RhdGUiOmZhbHNlfSwiSXNWaXNpYmxlIjp0cnVlLCJQYXJlbnRTdHlsZSI6bnVsbH0sIkRlZmF1bHRNb3RTdHlsZSI6eyIkaWQiOiI5ODciLCJTaGFwZSI6OSwiQ29ubmVjdG9yTWFyZ2luIjp7IiRpZCI6Ijk4OCIsIlRvcCI6MC4wLCJMZWZ0IjoyLjAsIlJpZ2h0IjoyLjAsIkJvdHRvbSI6MC4wfSwiQ29ubmVjdG9yU3R5bGUiOnsiJGlkIjoiOTg5IiwiTGluZUNvbG9yIjp7IiRpZCI6Ijk5MCIsIiR0eXBlIjoiTkxSRS5Db21tb24uRG9tLlNvbGlkQ29sb3JCcnVzaCwgTkxSRS5Db21tb24iLCJDb2xvciI6eyIkaWQiOiI5OTEiLCJBIjoxMjcsIlIiOjc5LCJHIjoxMjksIkIiOjE4OX19LCJMaW5lV2VpZ2h0IjoxLjAsIkxpbmVUeXBlIjowLCJQYXJlbnRTdHlsZSI6bnVsbH0sIklzQmVsb3dUaW1lYmFuZCI6ZmFsc2UsIlBvc2l0aW9uT25UYXNrIjoxLCJIaWRlRGF0ZSI6ZmFsc2UsIlNoYXBlU2l6ZSI6MSwiU3BhY2luZyI6MC4wLCJQYWRkaW5nIjp7IiRpZCI6Ijk5MiIsIlRvcCI6NS4wLCJMZWZ0IjozLjAsIlJpZ2h0IjowLjAsIkJvdHRvbSI6Mi4wfSwiU2hhcGVTdHlsZSI6eyIkaWQiOiI5OTMiLCJNYXJnaW4iOnsiJGlkIjoiOTk0IiwiVG9wIjowLjAsIkxlZnQiOjAuMCwiUmlnaHQiOjAuMCwiQm90dG9tIjowLjB9LCJQYWRkaW5nIjp7IiRpZCI6Ijk5NSIsIlRvcCI6MC4wLCJMZWZ0IjowLjAsIlJpZ2h0IjowLjAsIkJvdHRvbSI6MC4wfSwiQmFja2dyb3VuZCI6eyIkaWQiOiI5OTYiLCJDb2xvciI6eyIkaWQiOiI5OTciLCJBIjoyNTUsIlIiOjIsIkciOjE3OCwiQiI6MjM4fX0sIklzVmlzaWJsZSI6dHJ1ZSwiV2lkdGgiOjE4LjAsIkhlaWdodCI6MjAuMCwiQm9yZGVyU3R5bGUiOnsiJGlkIjoiOTk4IiwiTGluZUNvbG9yIjp7IiRpZCI6Ijk5OSIsIiR0eXBlIjoiTkxSRS5Db21tb24uRG9tLlNvbGlkQ29sb3JCcnVzaCwgTkxSRS5Db21tb24iLCJDb2xvciI6eyIkaWQiOiIxMDAwIiwiQSI6MjU1LCJSIjoyMzQsIkciOjIyLCJCIjozMH19LCJMaW5lV2VpZ2h0IjowLjAsIkxpbmVUeXBlIjowLCJQYXJlbnRTdHlsZSI6bnVsbH0sIlBhcmVudFN0eWxlIjpudWxsfSwiVGl0bGVTdHlsZSI6eyIkaWQiOiIxMDAxIiwiRm9udFNldHRpbmdzIjp7IiRpZCI6IjEwMDIiLCJGb250U2l6ZSI6MTEsIkZvbnROYW1lIjoiQ2FsaWJyaSIsIklzQm9sZCI6dHJ1ZSwiSXNJdGFsaWMiOmZhbHNlLCJJc1VuZGVybGluZWQiOmZhbHNlLCJQYXJlbnRTdHlsZSI6bnVsbH0sIkF1dG9TaXplIjowLCJGb3JlZ3JvdW5kIjp7IiRpZCI6IjEwMDMiLCJDb2xvciI6eyIkaWQiOiIxMDA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wMDUiLCJUb3AiOjAuMCwiTGVmdCI6MC4wLCJSaWdodCI6MC4wLCJCb3R0b20iOjAuMH0sIlBhZGRpbmciOnsiJGlkIjoiMTAwNiIsIlRvcCI6MC4wLCJMZWZ0IjowLjAsIlJpZ2h0IjowLjAsIkJvdHRvbSI6MC4wfSwiQmFja2dyb3VuZCI6eyIkaWQiOiIxMDA3IiwiQ29sb3IiOnsiJGlkIjoiMTAwOCIsIkEiOjg5LCJSIjowLCJHIjowLCJCIjowfX0sIklzVmlzaWJsZSI6dHJ1ZSwiV2lkdGgiOjAuMCwiSGVpZ2h0IjowLjAsIkJvcmRlclN0eWxlIjpudWxsLCJQYXJlbnRTdHlsZSI6bnVsbH0sIkRhdGVTdHlsZSI6eyIkaWQiOiIxMDA5IiwiRm9udFNldHRpbmdzIjp7IiRpZCI6IjEwMTAiLCJGb250U2l6ZSI6MTAsIkZvbnROYW1lIjoiQ2FsaWJyaSIsIklzQm9sZCI6ZmFsc2UsIklzSXRhbGljIjpmYWxzZSwiSXNVbmRlcmxpbmVkIjpmYWxzZSwiUGFyZW50U3R5bGUiOm51bGx9LCJBdXRvU2l6ZSI6MCwiRm9yZWdyb3VuZCI6eyIkaWQiOiIxMDExIiwiQ29sb3IiOnsiJGlkIjoiMTAx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xMyIsIlRvcCI6MC4wLCJMZWZ0IjowLjAsIlJpZ2h0IjowLjAsIkJvdHRvbSI6MC4wfSwiUGFkZGluZyI6eyIkaWQiOiIxMDE0IiwiVG9wIjowLjAsIkxlZnQiOjAuMCwiUmlnaHQiOjAuMCwiQm90dG9tIjowLjB9LCJCYWNrZ3JvdW5kIjp7IiRpZCI6IjEwMTUiLCJDb2xvciI6eyIkaWQiOiIxMDE2IiwiQSI6ODksIlIiOjAsIkciOjAsIkIiOjB9fSwiSXNWaXNpYmxlIjp0cnVlLCJXaWR0aCI6MC4wLCJIZWlnaHQiOjAuMCwiQm9yZGVyU3R5bGUiOm51bGwsIlBhcmVudFN0eWxlIjpudWxsfSwiRGF0ZUZvcm1hdCI6eyIkaWQiOiIxMD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giLCJGb3JtYXQiOjAsIklzVmlzaWJsZSI6ZmFsc2UsIkxhc3RLbm93blZpc2liaWxpdHlTdGF0ZSI6ZmFsc2V9LCJJc1Zpc2libGUiOnRydWUsIlBhcmVudFN0eWxlIjpudWxsfSwiRGVmYXVsdFRhc2tTdHlsZSI6eyIkaWQiOiIxMDE5IiwiU2hhcGUiOjgsIlNoYXBlVGhpY2tuZXNzIjoxLCJEdXJhdGlvbkZvcm1hdCI6MCwiSW5jbHVkZU5vbldvcmtpbmdEYXlzSW5EdXJhdGlvbiI6ZmFsc2UsIlBlcmNlbnRhZ2VDb21wbGV0ZVN0eWxlIjp7IiRpZCI6IjEwMjAiLCJGb250U2V0dGluZ3MiOnsiJGlkIjoiMTAyMSIsIkZvbnRTaXplIjoxMCwiRm9udE5hbWUiOiJDYWxpYnJpIiwiSXNCb2xkIjpmYWxzZSwiSXNJdGFsaWMiOmZhbHNlLCJJc1VuZGVybGluZWQiOmZhbHNlLCJQYXJlbnRTdHlsZSI6bnVsbH0sIkF1dG9TaXplIjowLCJGb3JlZ3JvdW5kIjp7IiRpZCI6IjEwMjIiLCJDb2xvciI6eyIkaWQiOiIxMDI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yNCIsIlRvcCI6MC4wLCJMZWZ0IjowLjAsIlJpZ2h0IjowLjAsIkJvdHRvbSI6MC4wfSwiUGFkZGluZyI6eyIkaWQiOiIxMDI1IiwiVG9wIjowLjAsIkxlZnQiOjAuMCwiUmlnaHQiOjAuMCwiQm90dG9tIjowLjB9LCJCYWNrZ3JvdW5kIjp7IiRpZCI6IjEwMjYiLCJDb2xvciI6eyIkaWQiOiIxMDI3IiwiQSI6ODksIlIiOjAsIkciOjAsIkIiOjB9fSwiSXNWaXNpYmxlIjp0cnVlLCJXaWR0aCI6MC4wLCJIZWlnaHQiOjAuMCwiQm9yZGVyU3R5bGUiOm51bGwsIlBhcmVudFN0eWxlIjpudWxsfSwiRHVyYXRpb25TdHlsZSI6eyIkaWQiOiIxMDI4IiwiRm9udFNldHRpbmdzIjp7IiRpZCI6IjEwMjkiLCJGb250U2l6ZSI6MTAsIkZvbnROYW1lIjoiQ2FsaWJyaSIsIklzQm9sZCI6ZmFsc2UsIklzSXRhbGljIjpmYWxzZSwiSXNVbmRlcmxpbmVkIjpmYWxzZSwiUGFyZW50U3R5bGUiOm51bGx9LCJBdXRvU2l6ZSI6MCwiRm9yZWdyb3VuZCI6eyIkaWQiOiIxMDMwIiwiQ29sb3IiOnsiJGlkIjoiMTAz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wMzIiLCJUb3AiOjAuMCwiTGVmdCI6MC4wLCJSaWdodCI6MC4wLCJCb3R0b20iOjAuMH0sIlBhZGRpbmciOnsiJGlkIjoiMTAzMyIsIlRvcCI6MC4wLCJMZWZ0IjowLjAsIlJpZ2h0IjowLjAsIkJvdHRvbSI6MC4wfSwiQmFja2dyb3VuZCI6eyIkaWQiOiIxMDM0IiwiQ29sb3IiOnsiJGlkIjoiMTAzNSIsIkEiOjg5LCJSIjowLCJHIjowLCJCIjowfX0sIklzVmlzaWJsZSI6dHJ1ZSwiV2lkdGgiOjAuMCwiSGVpZ2h0IjowLjAsIkJvcmRlclN0eWxlIjpudWxsLCJQYXJlbnRTdHlsZSI6bnVsbH0sIkhvcml6b250YWxDb25uZWN0b3JTdHlsZSI6eyIkaWQiOiIxMDM2IiwiTGluZUNvbG9yIjp7IiRpZCI6IjEwMzciLCIkdHlwZSI6Ik5MUkUuQ29tbW9uLkRvbS5Tb2xpZENvbG9yQnJ1c2gsIE5MUkUuQ29tbW9uIiwiQ29sb3IiOnsiJGlkIjoiMTAzOCIsIkEiOjI1NSwiUiI6MjA0LCJHIjoyMDQsIkIiOjIwNH19LCJMaW5lV2VpZ2h0IjoxLjAsIkxpbmVUeXBlIjowLCJQYXJlbnRTdHlsZSI6bnVsbH0sIlZlcnRpY2FsQ29ubmVjdG9yU3R5bGUiOnsiJGlkIjoiMTAzOSIsIkxpbmVDb2xvciI6eyIkaWQiOiIxMDQwIiwiJHR5cGUiOiJOTFJFLkNvbW1vbi5Eb20uU29saWRDb2xvckJydXNoLCBOTFJFLkNvbW1vbiIsIkNvbG9yIjp7IiRpZCI6IjEwNDE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EwNDIiLCJNYXJnaW4iOnsiJGlkIjoiMTA0MyIsIlRvcCI6MC4wLCJMZWZ0Ijo0LjAsIlJpZ2h0Ijo0LjAsIkJvdHRvbSI6MC4wfSwiUGFkZGluZyI6eyIkaWQiOiIxMDQ0IiwiVG9wIjowLjAsIkxlZnQiOjAuMCwiUmlnaHQiOjAuMCwiQm90dG9tIjowLjB9LCJCYWNrZ3JvdW5kIjp7IiRpZCI6IjEwNDUiLCJDb2xvciI6eyIkaWQiOiIxMDQ2IiwiQSI6MjU1LCJSIjoyLCJHIjoxNzgsIkIiOjIzOH19LCJJc1Zpc2libGUiOnRydWUsIldpZHRoIjowLjAsIkhlaWdodCI6MTYuMCwiQm9yZGVyU3R5bGUiOnsiJGlkIjoiMTA0NyIsIkxpbmVDb2xvciI6eyIkaWQiOiIxMDQ4IiwiJHR5cGUiOiJOTFJFLkNvbW1vbi5Eb20uU29saWRDb2xvckJydXNoLCBOTFJFLkNvbW1vbiIsIkNvbG9yIjp7IiRpZCI6IjEwNDkiLCJBIjoyNTUsIlIiOjIzNCwiRyI6MjIsIkIiOjMwfX0sIkxpbmVXZWlnaHQiOjAuMCwiTGluZVR5cGUiOjAsIlBhcmVudFN0eWxlIjpudWxsfSwiUGFyZW50U3R5bGUiOm51bGx9LCJUaXRsZVN0eWxlIjp7IiRpZCI6IjEwNTAiLCJGb250U2V0dGluZ3MiOnsiJGlkIjoiMTA1MSIsIkZvbnRTaXplIjoxMSwiRm9udE5hbWUiOiJDYWxpYnJpIiwiSXNCb2xkIjp0cnVlLCJJc0l0YWxpYyI6ZmFsc2UsIklzVW5kZXJsaW5lZCI6ZmFsc2UsIlBhcmVudFN0eWxlIjpudWxsfSwiQXV0b1NpemUiOjAsIkZvcmVncm91bmQiOnsiJGlkIjoiMTA1MiIsIkNvbG9yIjp7IiRpZCI6IjEwNT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A1NCIsIlRvcCI6MC4wLCJMZWZ0IjowLjAsIlJpZ2h0IjowLjAsIkJvdHRvbSI6MC4wfSwiUGFkZGluZyI6eyIkaWQiOiIxMDU1IiwiVG9wIjowLjAsIkxlZnQiOjAuMCwiUmlnaHQiOjAuMCwiQm90dG9tIjowLjB9LCJCYWNrZ3JvdW5kIjp7IiRpZCI6IjEwNTYiLCJDb2xvciI6eyIkaWQiOiIxMDU3IiwiQSI6ODksIlIiOjAsIkciOjAsIkIiOjB9fSwiSXNWaXNpYmxlIjp0cnVlLCJXaWR0aCI6MC4wLCJIZWlnaHQiOjAuMCwiQm9yZGVyU3R5bGUiOm51bGwsIlBhcmVudFN0eWxlIjpudWxsfSwiRGF0ZVN0eWxlIjp7IiRpZCI6IjEwNTgiLCJGb250U2V0dGluZ3MiOnsiJGlkIjoiMTA1OSIsIkZvbnRTaXplIjoxMCwiRm9udE5hbWUiOiJDYWxpYnJpIiwiSXNCb2xkIjpmYWxzZSwiSXNJdGFsaWMiOmZhbHNlLCJJc1VuZGVybGluZWQiOmZhbHNlLCJQYXJlbnRTdHlsZSI6bnVsbH0sIkF1dG9TaXplIjowLCJGb3JlZ3JvdW5kIjp7IiRpZCI6IjEwNjAiLCJDb2xvciI6eyIkaWQiOiIxMDYx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DYyIiwiVG9wIjowLjAsIkxlZnQiOjAuMCwiUmlnaHQiOjAuMCwiQm90dG9tIjowLjB9LCJQYWRkaW5nIjp7IiRpZCI6IjEwNjMiLCJUb3AiOjAuMCwiTGVmdCI6MC4wLCJSaWdodCI6MC4wLCJCb3R0b20iOjAuMH0sIkJhY2tncm91bmQiOnsiJGlkIjoiMTA2NCIsIkNvbG9yIjp7IiRpZCI6IjEwNjUiLCJBIjo4OSwiUiI6MCwiRyI6MCwiQiI6MH19LCJJc1Zpc2libGUiOnRydWUsIldpZHRoIjowLjAsIkhlaWdodCI6MC4wLCJCb3JkZXJTdHlsZSI6bnVsbCwiUGFyZW50U3R5bGUiOm51bGx9LCJEYXRlRm9ybWF0Ijp7IiRpZCI6IjEw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2NyIsIkZvcm1hdCI6MCwiSXNWaXNpYmxlIjpmYWxzZSwiTGFzdEtub3duVmlzaWJpbGl0eVN0YXRlIjpmYWxzZX0sIklzVmlzaWJsZSI6dHJ1ZSwiUGFyZW50U3R5bGUiOm51bGwsIl9leHBsaWNpdGx5U2V0Ijp7IiRpZCI6IjEwNjg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lsZXN0b25lU3R5bGUiOnsiJGlkIjoiMTA2OSIsIlRpdGxlUG9zaXRpb24iOiJSaWdodCIsIkRhdGVQb3NpdGlvbiI6IkxlZnQiLCJTaGFwZVR5cGUiOjksIlNoYXBlU2l6ZSI6MSwiU3BhY2luZyI6NSwiU2hhcGVTdHlsZSI6eyIkaWQiOiIxMDcwIiwiTWFyZ2luIjp7IiRpZCI6IjEwNzEiLCJUb3AiOjAuMCwiTGVmdCI6MC4wLCJSaWdodCI6MC4wLCJCb3R0b20iOjAuMH0sIlBhZGRpbmciOnsiJGlkIjoiMTA3MiIsIlRvcCI6MC4wLCJMZWZ0IjowLjAsIlJpZ2h0IjowLjAsIkJvdHRvbSI6MC4wfSwiQmFja2dyb3VuZCI6eyIkaWQiOiIxMDczIiwiQ29sb3IiOnsiJGlkIjoiMTA3NCIsIkEiOjI1NSwiUiI6OTEsIkciOjE1NSwiQiI6MjEzfX0sIklzVmlzaWJsZSI6dHJ1ZSwiV2lkdGgiOjE4LjAsIkhlaWdodCI6MjAuMCwiQm9yZGVyU3R5bGUiOnsiJGlkIjoiMTA3NSIsIkxpbmVDb2xvciI6eyIkaWQiOiIxMDc2IiwiJHR5cGUiOiJOTFJFLkNvbW1vbi5Eb20uU29saWRDb2xvckJydXNoLCBOTFJFLkNvbW1vbiIsIkNvbG9yIjp7IiRpZCI6IjEwNzciLCJBIjoyNTUsIlIiOjI1NSwiRyI6MCwiQiI6MH19LCJMaW5lV2VpZ2h0IjowLjAsIkxpbmVUeXBlIjowLCJQYXJlbnRTdHlsZSI6bnVsbH0sIlBhcmVudFN0eWxlIjpudWxsfSwiVGl0bGVTdHlsZSI6eyIkaWQiOiIxMDc4IiwiRm9udFNldHRpbmdzIjp7IiRpZCI6IjEwNzkiLCJGb250U2l6ZSI6MTEsIkZvbnROYW1lIjoiQ2FsaWJyaSIsIklzQm9sZCI6dHJ1ZSwiSXNJdGFsaWMiOmZhbHNlLCJJc1VuZGVybGluZWQiOmZhbHNlLCJQYXJlbnRTdHlsZSI6bnVsbH0sIkF1dG9TaXplIjowLCJGb3JlZ3JvdW5kIjp7IiRpZCI6IjEwODAiLCJDb2xvciI6eyIkaWQiOiIxMDg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wODIiLCJUb3AiOjAuMCwiTGVmdCI6MC4wLCJSaWdodCI6MC4wLCJCb3R0b20iOjAuMH0sIlBhZGRpbmciOnsiJGlkIjoiMTA4MyIsIlRvcCI6MC4wLCJMZWZ0IjowLjAsIlJpZ2h0IjowLjAsIkJvdHRvbSI6MC4wfSwiQmFja2dyb3VuZCI6eyIkaWQiOiIxMDg0IiwiQ29sb3IiOnsiJGlkIjoiMTA4NSIsIkEiOjg5LCJSIjowLCJHIjowLCJCIjowfX0sIklzVmlzaWJsZSI6dHJ1ZSwiV2lkdGgiOjAuMCwiSGVpZ2h0IjowLjAsIkJvcmRlclN0eWxlIjpudWxsLCJQYXJlbnRTdHlsZSI6bnVsbH0sIkRhdGVTdHlsZSI6eyIkaWQiOiIxMDg2IiwiRm9udFNldHRpbmdzIjp7IiRpZCI6IjEwODciLCJGb250U2l6ZSI6MTAsIkZvbnROYW1lIjoiQ2FsaWJyaSIsIklzQm9sZCI6ZmFsc2UsIklzSXRhbGljIjpmYWxzZSwiSXNVbmRlcmxpbmVkIjpmYWxzZSwiUGFyZW50U3R5bGUiOm51bGx9LCJBdXRvU2l6ZSI6MCwiRm9yZWdyb3VuZCI6eyIkaWQiOiIxMDg4IiwiQ29sb3IiOnsiJGlkIjoiMTA4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5MCIsIlRvcCI6MC4wLCJMZWZ0IjowLjAsIlJpZ2h0IjowLjAsIkJvdHRvbSI6MC4wfSwiUGFkZGluZyI6eyIkaWQiOiIxMDkxIiwiVG9wIjowLjAsIkxlZnQiOjAuMCwiUmlnaHQiOjAuMCwiQm90dG9tIjowLjB9LCJCYWNrZ3JvdW5kIjp7IiRpZCI6IjEwOTIiLCJDb2xvciI6eyIkaWQiOiIxMDkzIiwiQSI6ODksIlIiOjAsIkciOjAsIkIiOjB9fSwiSXNWaXNpYmxlIjp0cnVlLCJXaWR0aCI6MC4wLCJIZWlnaHQiOjAuMCwiQm9yZGVyU3R5bGUiOm51bGwsIlBhcmVudFN0eWxlIjpudWxsfSwiRGF0ZUZvcm1hdCI6eyIkaWQiOiIxMDk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UiLCJGb3JtYXQiOjAsIklzVmlzaWJsZSI6ZmFsc2UsIkxhc3RLbm93blZpc2liaWxpdHlTdGF0ZSI6ZmFsc2V9LCJJc1Zpc2libGUiOnRydWUsIlBhcmVudFN0eWxlIjpudWxsfSwiR3JpZGxpbmVQYW5lbFN0eWxlIjp7IiRpZCI6IjEwOTYiLCJHcmlkbGluZVN0eWxlIjp7IiRpZCI6IjEwOTciLCJMaW5lQ29sb3IiOnsiJGlkIjoiMTA5OCIsIiR0eXBlIjoiTkxSRS5Db21tb24uRG9tLlNvbGlkQ29sb3JCcnVzaCwgTkxSRS5Db21tb24iLCJDb2xvciI6eyIkaWQiOiIxMDk5IiwiQSI6MjU1LCJSIjoyMDgsIkciOjIwNiwiQiI6MjA2fX0sIkxpbmVXZWlnaHQiOjEuMCwiTGluZVR5cGUiOjAsIlBhcmVudFN0eWxlIjpudWxsfSwiTWFyZ2luIjp7IiRpZCI6IjExMDAiLCJUb3AiOjAuMCwiTGVmdCI6MC4wLCJSaWdodCI6MC4wLCJCb3R0b20iOjAuMH0sIlBhZGRpbmciOnsiJGlkIjoiMTEwMSIsIlRvcCI6MC4wLCJMZWZ0IjowLjAsIlJpZ2h0IjowLjAsIkJvdHRvbSI6MC4wfSwiQmFja2dyb3VuZCI6bnVsbCwiSXNWaXNpYmxlIjp0cnVlLCJXaWR0aCI6MC4wLCJIZWlnaHQiOjAuMCwiQm9yZGVyU3R5bGUiOnsiJGlkIjoiMTEwMiIsIkxpbmVDb2xvciI6bnVsbCwiTGluZVdlaWdodCI6MC4wLCJMaW5lVHlwZSI6MCwiUGFyZW50U3R5bGUiOm51bGx9LCJQYXJlbnRTdHlsZSI6bnVsbH0sIkFjdGl2aXR5TGluZVBhbmVsU3R5bGUiOnsiJGlkIjoiMTEwMyIsIkFjdGl2aXR5TGluZVN0eWxlIjp7IiRpZCI6IjExMDQiLCJMaW5lQ29sb3IiOnsiJGlkIjoiMTEwNSIsIiR0eXBlIjoiTkxSRS5Db21tb24uRG9tLlNvbGlkQ29sb3JCcnVzaCwgTkxSRS5Db21tb24iLCJDb2xvciI6eyIkaWQiOiIxMTA2IiwiQSI6MzgsIlIiOjY4LCJHIjoxMTQsIkIiOjE5Nn19LCJMaW5lV2VpZ2h0IjoxLjAsIkxpbmVUeXBlIjowLCJQYXJlbnRTdHlsZSI6bnVsbH0sIk1hcmdpbiI6eyIkaWQiOiIxMTA3IiwiVG9wIjowLjAsIkxlZnQiOjAuMCwiUmlnaHQiOjAuMCwiQm90dG9tIjowLjB9LCJQYWRkaW5nIjp7IiRpZCI6IjExMDgiLCJUb3AiOjAuMCwiTGVmdCI6MC4wLCJSaWdodCI6MC4wLCJCb3R0b20iOjAuMH0sIkJhY2tncm91bmQiOm51bGwsIklzVmlzaWJsZSI6dHJ1ZSwiV2lkdGgiOjAuMCwiSGVpZ2h0IjowLjAsIkJvcmRlclN0eWxlIjp7IiRpZCI6IjExMDkiLCJMaW5lQ29sb3IiOm51bGwsIkxpbmVXZWlnaHQiOjAuMCwiTGluZVR5cGUiOjAsIlBhcmVudFN0eWxlIjpudWxsfSwiUGFyZW50U3R5bGUiOm51bGx9LCJfc2VsZWN0ZWRUaGVtZVByZXNldENvbG9ycyI6eyIkaWQiOiIxMTEwIiwiVGV4dExpZ2h0Ijp7IiRpZCI6IjExMTEiLCJBIjoyNTUsIlIiOjI1NSwiRyI6MjU1LCJCIjoyNTV9LCJUZXh0RGFyayI6eyIkaWQiOiIxMTEyIiwiQSI6MjU1LCJSIjowLCJHIjowLCJCIjowfSwiQWNjZW50MSI6eyIkcmVmIjoiOTI3In0sIkFjY2VudDIiOnsiJHJlZiI6Ijg3NSJ9LCJBY2NlbnQzIjp7IiRpZCI6IjExMTMiLCJBIjoyNTUsIlIiOjIsIkciOjE3OCwiQiI6MjM4fSwiQWNjZW50NCI6eyIkaWQiOiIxMTE0IiwiQSI6MjU1LCJSIjoyMzcsIkciOjEyNSwiQiI6NDl9LCJBY2NlbnQ1Ijp7IiRpZCI6IjExMTUiLCJBIjoyNTUsIlIiOjI1LCJHIjoxMDcsIkIiOjM2fSwiQWNjZW50NiI6eyIkaWQiOiIxMTE2IiwiQSI6MjU1LCJSIjoxNSwiRyI6MTU4LCJCIjoyMTN9LCJBY2NlbnQ3Ijp7IiRpZCI6IjExMTciLCJBIjoyNTUsIlIiOjE2MCwiRyI6NDMsIkIiOjE0N30sIkFjY2VudDgiOnsiJGlkIjoiMTExOCIsIkEiOjI1NSwiUiI6NzgsIkciOjE2NywiQiI6NDZ9fSwiU2hvd0VsYXBzZWRUaW1lR3JhZGllbnRTdHlsZSI6ZmFsc2UsIlRpbWViYW5kUmVzZXJ2ZWRMZWZ0QXJlYVN0eWxlIjp7IiRpZCI6IjExMTkiLCJBY3Rpdml0eUhlYWRlcldpZHRoIjowLjAsIklzU2V0IjpmYWxzZX0sIkRlZmF1bHRTd2ltbGFuZVN0eWxlIjpudWxsLCJEZWZhdWx0U3dpbWxhbmVWMlN0eWxlIjp7IiRpZCI6IjExMjAiLCJTdHlsZUlkIjoiMDAwMDAwMDAtMDAwMC0wMDAwLTAwMDAtMDAwMDAwMDAwMDAwIiwiSGVhZGVyU3R5bGUiOnsiJGlkIjoiMTEyMSIsIlRleHRJc1ZlcnRpY2FsIjpmYWxzZSwiVGV4dFN0eWxlIjp7IiRpZCI6IjExMjIiLCJGb250U2V0dGluZ3MiOnsiJGlkIjoiMTEyMyIsIkZvbnRTaXplIjoxMCwiRm9udE5hbWUiOiJNb250c2VycmF0IiwiSXNCb2xkIjpmYWxzZSwiSXNJdGFsaWMiOmZhbHNlLCJJc1VuZGVybGluZWQiOmZhbHNlLCJQYXJlbnRTdHlsZSI6bnVsbH0sIkF1dG9TaXplIjoyLCJGb3JlZ3JvdW5kIjp7IiRpZCI6IjExMjQiLCJDb2xvciI6eyIkaWQiOiIxMTI1IiwiQSI6MjU1LCJSIjo2MCwiRyI6NTQsIkIiOjQ5fX0sIk1heFdpZHRoIjoiSW5maW5pdHkiLCJNYXhIZWlnaHQiOjAuMCwiU21hcnRGb3JlZ3JvdW5kSXNBY3RpdmUiOmZhbHNlLCJIb3Jpem9udGFsQWxpZ25tZW50IjowLCJWZXJ0aWNhbEFsaWdubWVudCI6MCwiU21hcnRGb3JlZ3JvdW5kIjpudWxsLCJCYWNrZ3JvdW5kRmlsbFR5cGUiOjAsIk1hcmdpbiI6eyIkaWQiOiIxMTI2IiwiVG9wIjowLjAsIkxlZnQiOjAuMCwiUmlnaHQiOjAuMCwiQm90dG9tIjowLjB9LCJQYWRkaW5nIjp7IiRpZCI6IjExMjciLCJUb3AiOjAuMCwiTGVmdCI6MC4wLCJSaWdodCI6MC4wLCJCb3R0b20iOjAuMH0sIkJhY2tncm91bmQiOm51bGwsIklzVmlzaWJsZSI6ZmFsc2UsIldpZHRoIjowLjAsIkhlaWdodCI6MC4wLCJCb3JkZXJTdHlsZSI6bnVsbCwiUGFyZW50U3R5bGUiOm51bGx9LCJSZWN0YW5nbGV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I1NSwiUiI6MiwiRyI6MTc4LCJCIjoyMzh9fSwiSXNWaXNpYmxlIjp0cnVlLCJXaWR0aCI6MC4wLCJIZWlnaHQiOjAuMCwiQm9yZGVyU3R5bGUiOnsiJGlkIjoiMTEzMyIsIkxpbmVDb2xvciI6eyIkaWQiOiIxMTM0IiwiJHR5cGUiOiJOTFJFLkNvbW1vbi5Eb20uU29saWRDb2xvckJydXNoLCBOTFJFLkNvbW1vbiIsIkNvbG9yIjp7IiRpZCI6IjExMzUiLCJBIjoyNTUsIlIiOjYwLCJHIjo1NCwiQiI6NDl9fSwiTGluZVdlaWdodCI6MC4wLCJMaW5lVHlwZSI6MCwiUGFyZW50U3R5bGUiOm51bGx9LCJQYXJlbnRTdHlsZSI6bnVsbH0sIk1hcmdpbiI6eyIkaWQiOiIxMTM2IiwiVG9wIjowLjAsIkxlZnQiOjAuMCwiUmlnaHQiOjAuMCwiQm90dG9tIjowLjB9LCJQYWRkaW5nIjp7IiRpZCI6IjExMzciLCJUb3AiOjAuMCwiTGVmdCI6MC4wLCJSaWdodCI6MC4wLCJCb3R0b20iOjAuMH0sIkJhY2tncm91bmQiOm51bGwsIklzVmlzaWJsZSI6dHJ1ZSwiV2lkdGgiOjAuMCwiSGVpZ2h0IjowLjAsIkJvcmRlclN0eWxlIjpudWxsLCJQYXJlbnRTdHlsZSI6bnVsbH0sIkJhY2tncm91bmRTdHlsZSI6eyIkaWQiOiIxMTM4IiwiTWFyZ2luIjp7IiRpZCI6IjExMzkiLCJUb3AiOjAuMCwiTGVmdCI6MC4wLCJSaWdodCI6MC4wLCJCb3R0b20iOjAuMH0sIlBhZGRpbmciOnsiJGlkIjoiMTE0MCIsIlRvcCI6MC4wLCJMZWZ0IjowLjAsIlJpZ2h0IjowLjAsIkJvdHRvbSI6MC4wfSwiQmFja2dyb3VuZCI6eyIkaWQiOiIxMTQxIiwiQ29sb3IiOnsiJGlkIjoiMTE0MiIsIkEiOjM4LCJSIjo5MSwiRyI6MTU1LCJCIjoyMTN9fSwiSXNWaXNpYmxlIjp0cnVlLCJXaWR0aCI6MC4wLCJIZWlnaHQiOjAuMCwiQm9yZGVyU3R5bGUiOnsiJGlkIjoiMTE0MyIsIkxpbmVDb2xvciI6eyIkaWQiOiIxMTQ0IiwiJHR5cGUiOiJOTFJFLkNvbW1vbi5Eb20uU29saWRDb2xvckJydXNoLCBOTFJFLkNvbW1vbiIsIkNvbG9yIjp7IiRpZCI6IjExNDUiLCJBIjoyNTUsIlIiOjIzNCwiRyI6MjIsIkIiOjMwfX0sIkxpbmVXZWlnaHQiOjAuMCwiTGluZVR5cGUiOjAsIlBhcmVudFN0eWxlIjpudWxsfSwiUGFyZW50U3R5bGUiOm51bGx9LCJJc0Fib3ZlVGltZWJhbmQiOmZhbHNlLCJTcGFjaW5nIjoyLCJEZWZhdWx0U3dpbWxhbmVUYXNrU3R5bGUiOnsiJGlkIjoiMTE0NiIsIiR0eXBlIjoiTkxSRS5Db21tb24uRG9tLlN0eWxlcy5FeHBsaWNpdFNldGFibGVUYXNrU3R5bGUsIE5MUkUuQ29tbW9uIiwiU2hhcGUiOjgsIlNoYXBlVGhpY2tuZXNzIjoxLCJEdXJhdGlvbkZvcm1hdCI6MCwiSW5jbHVkZU5vbldvcmtpbmdEYXlzSW5EdXJhdGlvbiI6ZmFsc2UsIlBlcmNlbnRhZ2VDb21wbGV0ZVN0eWxlIjp7IiRpZCI6IjExNDciLCJGb250U2V0dGluZ3MiOnsiJGlkIjoiMTE0OCIsIkZvbnRTaXplIjoxMCwiRm9udE5hbWUiOiJDYWxpYnJpIiwiSXNCb2xkIjpmYWxzZSwiSXNJdGFsaWMiOmZhbHNlLCJJc1VuZGVybGluZWQiOmZhbHNlLCJQYXJlbnRTdHlsZSI6bnVsbH0sIkF1dG9TaXplIjowLCJGb3JlZ3JvdW5kIjp7IiRpZCI6IjExNDkiLCJDb2xvciI6eyIkaWQiOiIxMTU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E1MSIsIlRvcCI6MC4wLCJMZWZ0IjowLjAsIlJpZ2h0IjowLjAsIkJvdHRvbSI6MC4wfSwiUGFkZGluZyI6eyIkaWQiOiIxMTUyIiwiVG9wIjowLjAsIkxlZnQiOjAuMCwiUmlnaHQiOjAuMCwiQm90dG9tIjowLjB9LCJCYWNrZ3JvdW5kIjp7IiRpZCI6IjExNTMiLCJDb2xvciI6eyIkaWQiOiIxMTU0IiwiQSI6ODksIlIiOjAsIkciOjAsIkIiOjB9fSwiSXNWaXNpYmxlIjp0cnVlLCJXaWR0aCI6MC4wLCJIZWlnaHQiOjAuMCwiQm9yZGVyU3R5bGUiOm51bGwsIlBhcmVudFN0eWxlIjpudWxsfSwiRHVyYXRpb25TdHlsZSI6eyIkaWQiOiIxMTU1IiwiRm9udFNldHRpbmdzIjp7IiRpZCI6IjExNTYiLCJGb250U2l6ZSI6MTAsIkZvbnROYW1lIjoiQ2FsaWJyaSIsIklzQm9sZCI6ZmFsc2UsIklzSXRhbGljIjpmYWxzZSwiSXNVbmRlcmxpbmVkIjpmYWxzZSwiUGFyZW50U3R5bGUiOm51bGx9LCJBdXRvU2l6ZSI6MCwiRm9yZWdyb3VuZCI6eyIkaWQiOiIxMTU3IiwiQ29sb3IiOnsiJGlkIjoiMTE1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xNTkiLCJUb3AiOjAuMCwiTGVmdCI6MC4wLCJSaWdodCI6MC4wLCJCb3R0b20iOjAuMH0sIlBhZGRpbmciOnsiJGlkIjoiMTE2MCIsIlRvcCI6MC4wLCJMZWZ0IjowLjAsIlJpZ2h0IjowLjAsIkJvdHRvbSI6MC4wfSwiQmFja2dyb3VuZCI6eyIkaWQiOiIxMTYxIiwiQ29sb3IiOnsiJGlkIjoiMTE2MiIsIkEiOjg5LCJSIjowLCJHIjowLCJCIjowfX0sIklzVmlzaWJsZSI6dHJ1ZSwiV2lkdGgiOjAuMCwiSGVpZ2h0IjowLjAsIkJvcmRlclN0eWxlIjpudWxsLCJQYXJlbnRTdHlsZSI6bnVsbH0sIkhvcml6b250YWxDb25uZWN0b3JTdHlsZSI6eyIkaWQiOiIxMTYzIiwiTGluZUNvbG9yIjp7IiRpZCI6IjExNjQiLCIkdHlwZSI6Ik5MUkUuQ29tbW9uLkRvbS5Tb2xpZENvbG9yQnJ1c2gsIE5MUkUuQ29tbW9uIiwiQ29sb3IiOnsiJGlkIjoiMTE2NSIsIkEiOjI1NSwiUiI6MjA0LCJHIjoyMDQsIkIiOjIwNH19LCJMaW5lV2VpZ2h0IjoxLjAsIkxpbmVUeXBlIjowLCJQYXJlbnRTdHlsZSI6bnVsbH0sIlZlcnRpY2FsQ29ubmVjdG9yU3R5bGUiOnsiJGlkIjoiMTE2NiIsIkxpbmVDb2xvciI6eyIkaWQiOiIxMTY3IiwiJHR5cGUiOiJOTFJFLkNvbW1vbi5Eb20uU29saWRDb2xvckJydXNoLCBOTFJFLkNvbW1vbiIsIkNvbG9yIjp7IiRpZCI6IjExNjg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ExNjkiLCJNYXJnaW4iOnsiJGlkIjoiMTE3MCIsIlRvcCI6MC4wLCJMZWZ0Ijo0LjAsIlJpZ2h0Ijo0LjAsIkJvdHRvbSI6MC4wfSwiUGFkZGluZyI6eyIkaWQiOiIxMTcxIiwiVG9wIjowLjAsIkxlZnQiOjAuMCwiUmlnaHQiOjAuMCwiQm90dG9tIjowLjB9LCJCYWNrZ3JvdW5kIjp7IiRpZCI6IjExNzIiLCJDb2xvciI6eyIkaWQiOiIxMTczIiwiQSI6MjU1LCJSIjoyLCJHIjoxNzgsIkIiOjIzOH19LCJJc1Zpc2libGUiOnRydWUsIldpZHRoIjowLjAsIkhlaWdodCI6MTYuMCwiQm9yZGVyU3R5bGUiOnsiJGlkIjoiMTE3NCIsIkxpbmVDb2xvciI6eyIkaWQiOiIxMTc1IiwiJHR5cGUiOiJOTFJFLkNvbW1vbi5Eb20uU29saWRDb2xvckJydXNoLCBOTFJFLkNvbW1vbiIsIkNvbG9yIjp7IiRpZCI6IjExNzYiLCJBIjoyNTUsIlIiOjIzNCwiRyI6MjIsIkIiOjMwfX0sIkxpbmVXZWlnaHQiOjAuMCwiTGluZVR5cGUiOjAsIlBhcmVudFN0eWxlIjpudWxsfSwiUGFyZW50U3R5bGUiOm51bGx9LCJUaXRsZVN0eWxlIjp7IiRpZCI6IjExNzciLCJGb250U2V0dGluZ3MiOnsiJGlkIjoiMTE3OCIsIkZvbnRTaXplIjoxMSwiRm9udE5hbWUiOiJDYWxpYnJpIiwiSXNCb2xkIjp0cnVlLCJJc0l0YWxpYyI6ZmFsc2UsIklzVW5kZXJsaW5lZCI6ZmFsc2UsIlBhcmVudFN0eWxlIjpudWxsfSwiQXV0b1NpemUiOjAsIkZvcmVncm91bmQiOnsiJGlkIjoiMTE3OSIsIkNvbG9yIjp7IiRpZCI6IjExODA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TE4MSIsIlRvcCI6MC4wLCJMZWZ0IjowLjAsIlJpZ2h0IjowLjAsIkJvdHRvbSI6MC4wfSwiUGFkZGluZyI6eyIkaWQiOiIxMTgyIiwiVG9wIjowLjAsIkxlZnQiOjAuMCwiUmlnaHQiOjAuMCwiQm90dG9tIjowLjB9LCJCYWNrZ3JvdW5kIjp7IiRpZCI6IjExODMiLCJDb2xvciI6eyIkaWQiOiIxMTg0IiwiQSI6ODksIlIiOjAsIkciOjAsIkIiOjB9fSwiSXNWaXNpYmxlIjp0cnVlLCJXaWR0aCI6MC4wLCJIZWlnaHQiOjAuMCwiQm9yZGVyU3R5bGUiOm51bGwsIlBhcmVudFN0eWxlIjpudWxsfSwiRGF0ZVN0eWxlIjp7IiRpZCI6IjExODUiLCJGb250U2V0dGluZ3MiOnsiJGlkIjoiMTE4NiIsIkZvbnRTaXplIjoxMCwiRm9udE5hbWUiOiJDYWxpYnJpIiwiSXNCb2xkIjpmYWxzZSwiSXNJdGFsaWMiOmZhbHNlLCJJc1VuZGVybGluZWQiOmZhbHNlLCJQYXJlbnRTdHlsZSI6bnVsbH0sIkF1dG9TaXplIjowLCJGb3JlZ3JvdW5kIjp7IiRpZCI6IjExODciLCJDb2xvciI6eyIkaWQiOiIxMTg4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Tg5IiwiVG9wIjowLjAsIkxlZnQiOjAuMCwiUmlnaHQiOjAuMCwiQm90dG9tIjowLjB9LCJQYWRkaW5nIjp7IiRpZCI6IjExOTAiLCJUb3AiOjAuMCwiTGVmdCI6MC4wLCJSaWdodCI6MC4wLCJCb3R0b20iOjAuMH0sIkJhY2tncm91bmQiOnsiJGlkIjoiMTE5MSIsIkNvbG9yIjp7IiRpZCI6IjExOTIiLCJBIjo4OSwiUiI6MCwiRyI6MCwiQiI6MH19LCJJc1Zpc2libGUiOnRydWUsIldpZHRoIjowLjAsIkhlaWdodCI6MC4wLCJCb3JkZXJTdHlsZSI6bnVsbCwiUGFyZW50U3R5bGUiOm51bGx9LCJEYXRlRm9ybWF0Ijp7IiRpZCI6IjExO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5NCIsIkZvcm1hdCI6MCwiSXNWaXNpYmxlIjpmYWxzZSwiTGFzdEtub3duVmlzaWJpbGl0eVN0YXRlIjpmYWxzZX0sIklzVmlzaWJsZSI6dHJ1ZSwiUGFyZW50U3R5bGUiOm51bGwsIl9leHBsaWNpdGx5U2V0Ijp7IiRpZCI6IjExOTU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TE5NiIsIlNoYXBlIjo5LCJDb25uZWN0b3JNYXJnaW4iOnsiJGlkIjoiMTE5NyIsIlRvcCI6MC4wLCJMZWZ0IjoyLjAsIlJpZ2h0IjoyLjAsIkJvdHRvbSI6MC4wfSwiQ29ubmVjdG9yU3R5bGUiOnsiJGlkIjoiMTE5OCIsIkxpbmVDb2xvciI6eyIkaWQiOiIxMTk5IiwiJHR5cGUiOiJOTFJFLkNvbW1vbi5Eb20uU29saWRDb2xvckJydXNoLCBOTFJFLkNvbW1vbiIsIkNvbG9yIjp7IiRpZCI6IjEyMDAiLCJBIjoxMjcsIlIiOjc5LCJHIjoxMjksIkIiOjE4OX19LCJMaW5lV2VpZ2h0IjoxLjAsIkxpbmVUeXBlIjowLCJQYXJlbnRTdHlsZSI6bnVsbH0sIklzQmVsb3dUaW1lYmFuZCI6ZmFsc2UsIlBvc2l0aW9uT25UYXNrIjoxLCJIaWRlRGF0ZSI6ZmFsc2UsIlNoYXBlU2l6ZSI6MSwiU3BhY2luZyI6MC4wLCJQYWRkaW5nIjp7IiRpZCI6IjEyMDEiLCJUb3AiOjUuMCwiTGVmdCI6My4wLCJSaWdodCI6MC4wLCJCb3R0b20iOjIuMH0sIlNoYXBlU3R5bGUiOnsiJGlkIjoiMTIwMiIsIk1hcmdpbiI6eyIkaWQiOiIxMjAzIiwiVG9wIjowLjAsIkxlZnQiOjAuMCwiUmlnaHQiOjAuMCwiQm90dG9tIjowLjB9LCJQYWRkaW5nIjp7IiRpZCI6IjEyMDQiLCJUb3AiOjAuMCwiTGVmdCI6MC4wLCJSaWdodCI6MC4wLCJCb3R0b20iOjAuMH0sIkJhY2tncm91bmQiOnsiJGlkIjoiMTIwNSIsIkNvbG9yIjp7IiRpZCI6IjEyMDYiLCJBIjoyNTUsIlIiOjIsIkciOjE3OCwiQiI6MjM4fX0sIklzVmlzaWJsZSI6dHJ1ZSwiV2lkdGgiOjE4LjAsIkhlaWdodCI6MjAuMCwiQm9yZGVyU3R5bGUiOnsiJGlkIjoiMTIwNyIsIkxpbmVDb2xvciI6eyIkaWQiOiIxMjA4IiwiJHR5cGUiOiJOTFJFLkNvbW1vbi5Eb20uU29saWRDb2xvckJydXNoLCBOTFJFLkNvbW1vbiIsIkNvbG9yIjp7IiRpZCI6IjEyMDkiLCJBIjoyNTUsIlIiOjIzNCwiRyI6MjIsIkIiOjMwfX0sIkxpbmVXZWlnaHQiOjAuMCwiTGluZVR5cGUiOjAsIlBhcmVudFN0eWxlIjpudWxsfSwiUGFyZW50U3R5bGUiOm51bGx9LCJUaXRsZVN0eWxlIjp7IiRpZCI6IjEyMTAiLCJGb250U2V0dGluZ3MiOnsiJGlkIjoiMTIxMSIsIkZvbnRTaXplIjoxMSwiRm9udE5hbWUiOiJDYWxpYnJpIiwiSXNCb2xkIjp0cnVlLCJJc0l0YWxpYyI6ZmFsc2UsIklzVW5kZXJsaW5lZCI6ZmFsc2UsIlBhcmVudFN0eWxlIjpudWxsfSwiQXV0b1NpemUiOjAsIkZvcmVncm91bmQiOnsiJGlkIjoiMTIxMiIsIkNvbG9yIjp7IiRpZCI6IjEyMT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IxNCIsIlRvcCI6MC4wLCJMZWZ0IjowLjAsIlJpZ2h0IjowLjAsIkJvdHRvbSI6MC4wfSwiUGFkZGluZyI6eyIkaWQiOiIxMjE1IiwiVG9wIjowLjAsIkxlZnQiOjAuMCwiUmlnaHQiOjAuMCwiQm90dG9tIjowLjB9LCJCYWNrZ3JvdW5kIjp7IiRpZCI6IjEyMTYiLCJDb2xvciI6eyIkaWQiOiIxMjE3IiwiQSI6ODksIlIiOjAsIkciOjAsIkIiOjB9fSwiSXNWaXNpYmxlIjp0cnVlLCJXaWR0aCI6MC4wLCJIZWlnaHQiOjAuMCwiQm9yZGVyU3R5bGUiOm51bGwsIlBhcmVudFN0eWxlIjpudWxsfSwiRGF0ZVN0eWxlIjp7IiRpZCI6IjEyMTgiLCJGb250U2V0dGluZ3MiOnsiJGlkIjoiMTIxOSIsIkZvbnRTaXplIjoxMCwiRm9udE5hbWUiOiJDYWxpYnJpIiwiSXNCb2xkIjpmYWxzZSwiSXNJdGFsaWMiOmZhbHNlLCJJc1VuZGVybGluZWQiOmZhbHNlLCJQYXJlbnRTdHlsZSI6bnVsbH0sIkF1dG9TaXplIjowLCJGb3JlZ3JvdW5kIjp7IiRpZCI6IjEyMjAiLCJDb2xvciI6eyIkaWQiOiIxMjI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IyIiwiVG9wIjowLjAsIkxlZnQiOjAuMCwiUmlnaHQiOjAuMCwiQm90dG9tIjowLjB9LCJQYWRkaW5nIjp7IiRpZCI6IjEyMjMiLCJUb3AiOjAuMCwiTGVmdCI6MC4wLCJSaWdodCI6MC4wLCJCb3R0b20iOjAuMH0sIkJhY2tncm91bmQiOnsiJGlkIjoiMTIyNCIsIkNvbG9yIjp7IiRpZCI6IjEyMjUiLCJBIjo4OSwiUiI6MCwiRyI6MCwiQiI6MH19LCJJc1Zpc2libGUiOnRydWUsIldpZHRoIjowLjAsIkhlaWdodCI6MC4wLCJCb3JkZXJTdHlsZSI6bnVsbCwiUGFyZW50U3R5bGUiOm51bGx9LCJEYXRlRm9ybWF0Ijp7IiRpZCI6IjEy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yNyIsIkZvcm1hdCI6MCwiSXNWaXNpYmxlIjpmYWxzZSwiTGFzdEtub3duVmlzaWJpbGl0eVN0YXRlIjpmYWxzZX0sIklzVmlzaWJsZSI6dHJ1ZSwiUGFyZW50U3R5bGUiOm51bGx9LCJEZWZhdWx0U3dpbWxhbmVNaWxlc3RvbmVTdHlsZSI6eyIkaWQiOiIxMjI4IiwiVGl0bGVQb3NpdGlvbiI6IkxlZnQiLCJEYXRlUG9zaXRpb24iOiJMZWZ0IiwiU2hhcGVUeXBlIjoxMywiU2hhcGVTaXplIjoxLCJTcGFjaW5nIjo1LCJTaGFwZVN0eWxlIjp7IiRpZCI6IjEyMjkiLCJNYXJnaW4iOnsiJGlkIjoiMTIzMCIsIlRvcCI6MC4wLCJMZWZ0IjowLjAsIlJpZ2h0IjowLjAsIkJvdHRvbSI6MC4wfSwiUGFkZGluZyI6eyIkaWQiOiIxMjMxIiwiVG9wIjowLjAsIkxlZnQiOjAuMCwiUmlnaHQiOjAuMCwiQm90dG9tIjowLjB9LCJCYWNrZ3JvdW5kIjp7IiRpZCI6IjEyMzIiLCJDb2xvciI6eyIkaWQiOiIxMjMzIiwiQSI6MjU1LCJSIjoyMzcsIkciOjEyNSwiQiI6NDl9fSwiSXNWaXNpYmxlIjp0cnVlLCJXaWR0aCI6MTguMCwiSGVpZ2h0IjoyMC4wLCJCb3JkZXJTdHlsZSI6eyIkaWQiOiIxMjM0IiwiTGluZUNvbG9yIjp7IiRpZCI6IjEyMzUiLCIkdHlwZSI6Ik5MUkUuQ29tbW9uLkRvbS5Tb2xpZENvbG9yQnJ1c2gsIE5MUkUuQ29tbW9uIiwiQ29sb3IiOnsiJGlkIjoiMTIzNiIsIkEiOjI1NSwiUiI6MjM0LCJHIjoyMiwiQiI6MzB9fSwiTGluZVdlaWdodCI6MC4wLCJMaW5lVHlwZSI6MCwiUGFyZW50U3R5bGUiOm51bGx9LCJQYXJlbnRTdHlsZSI6bnVsbH0sIlRpdGxlU3R5bGUiOnsiJGlkIjoiMTIzNyIsIkZvbnRTZXR0aW5ncyI6eyIkaWQiOiIxMjM4IiwiRm9udFNpemUiOjEwLCJGb250TmFtZSI6Ik1vbnRzZXJyYXQiLCJJc0JvbGQiOmZhbHNlLCJJc0l0YWxpYyI6ZmFsc2UsIklzVW5kZXJsaW5lZCI6ZmFsc2UsIlBhcmVudFN0eWxlIjpudWxsfSwiQXV0b1NpemUiOjAsIkZvcmVncm91bmQiOnsiJGlkIjoiMTIzOSIsIkNvbG9yIjp7IiRpZCI6IjEyNDA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I0MSIsIlRvcCI6MC4wLCJMZWZ0IjowLjAsIlJpZ2h0IjowLjAsIkJvdHRvbSI6MC4wfSwiUGFkZGluZyI6eyIkaWQiOiIxMjQyIiwiVG9wIjowLjAsIkxlZnQiOjAuMCwiUmlnaHQiOjAuMCwiQm90dG9tIjowLjB9LCJCYWNrZ3JvdW5kIjp7IiRpZCI6IjEyNDMiLCJDb2xvciI6eyIkaWQiOiIxMjQ0IiwiQSI6ODksIlIiOjAsIkciOjAsIkIiOjB9fSwiSXNWaXNpYmxlIjp0cnVlLCJXaWR0aCI6MC4wLCJIZWlnaHQiOjAuMCwiQm9yZGVyU3R5bGUiOm51bGwsIlBhcmVudFN0eWxlIjpudWxsfSwiRGF0ZVN0eWxlIjp7IiRpZCI6IjEyNDUiLCJGb250U2V0dGluZ3MiOnsiJGlkIjoiMTI0NiIsIkZvbnRTaXplIjoxMCwiRm9udE5hbWUiOiJDYWxpYnJpIiwiSXNCb2xkIjpmYWxzZSwiSXNJdGFsaWMiOmZhbHNlLCJJc1VuZGVybGluZWQiOmZhbHNlLCJQYXJlbnRTdHlsZSI6bnVsbH0sIkF1dG9TaXplIjowLCJGb3JlZ3JvdW5kIjp7IiRpZCI6IjEyNDciLCJDb2xvciI6eyIkaWQiOiIxMjQ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jQ5IiwiVG9wIjowLjAsIkxlZnQiOjAuMCwiUmlnaHQiOjAuMCwiQm90dG9tIjowLjB9LCJQYWRkaW5nIjp7IiRpZCI6IjEyNTAiLCJUb3AiOjAuMCwiTGVmdCI6MC4wLCJSaWdodCI6MC4wLCJCb3R0b20iOjAuMH0sIkJhY2tncm91bmQiOnsiJGlkIjoiMTI1MSIsIkNvbG9yIjp7IiRpZCI6IjEyNTIiLCJBIjo4OSwiUiI6MCwiRyI6MCwiQiI6MH19LCJJc1Zpc2libGUiOmZhbHNlLCJXaWR0aCI6MC4wLCJIZWlnaHQiOjAuMCwiQm9yZGVyU3R5bGUiOm51bGwsIlBhcmVudFN0eWxlIjpudWxsfSwiRGF0ZUZvcm1hdCI6eyIkaWQiOiIxMjU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TQiLCJGb3JtYXQiOjAsIklzVmlzaWJsZSI6ZmFsc2UsIkxhc3RLbm93blZpc2liaWxpdHlTdGF0ZSI6ZmFsc2V9LCJJc1Zpc2libGUiOnRydWUsIlBhcmVudFN0eWxlIjpudWxsfSwiRGVmYXVsdFN3aW1sYW5lQWN0aXZpdHlTdHlsZSI6eyIkaWQiOiIxMjU1IiwiSGVhZGVyU3R5bGUiOnsiJGlkIjoiMTI1NiIsIlRleHRTdHlsZSI6eyIkaWQiOiIxMjU3IiwiRm9udFNldHRpbmdzIjp7IiRpZCI6IjEyNTgiLCJGb250U2l6ZSI6MTIsIkZvbnROYW1lIjoiQ2FsaWJyaSIsIklzQm9sZCI6ZmFsc2UsIklzSXRhbGljIjpmYWxzZSwiSXNVbmRlcmxpbmVkIjpmYWxzZSwiUGFyZW50U3R5bGUiOm51bGx9LCJBdXRvU2l6ZSI6MCwiRm9yZWdyb3VuZCI6eyIkaWQiOiIxMjU5IiwiQ29sb3IiOnsiJGlkIjoiMTI2MCIsIkEiOjI1NSwiUiI6MCwiRyI6MCwiQiI6MH19LCJNYXhXaWR0aCI6MC4wLCJNYXhIZWlnaHQiOjAuMCwiU21hcnRGb3JlZ3JvdW5kSXNBY3RpdmUiOmZhbHNlLCJIb3Jpem9udGFsQWxpZ25tZW50IjowLCJWZXJ0aWNhbEFsaWdubWVudCI6MCwiU21hcnRGb3JlZ3JvdW5kIjpudWxsLCJCYWNrZ3JvdW5kRmlsbFR5cGUiOjAsIk1hcmdpbiI6eyIkaWQiOiIxMjYxIiwiVG9wIjowLjAsIkxlZnQiOjAuMCwiUmlnaHQiOjAuMCwiQm90dG9tIjowLjB9LCJQYWRkaW5nIjp7IiRpZCI6IjEyNjIiLCJUb3AiOjAuMCwiTGVmdCI6MC4wLCJSaWdodCI6MC4wLCJCb3R0b20iOjAuMH0sIkJhY2tncm91bmQiOm51bGwsIklzVmlzaWJsZSI6ZmFsc2UsIldpZHRoIjowLjAsIkhlaWdodCI6MC4wLCJCb3JkZXJTdHlsZSI6bnVsbCwiUGFyZW50U3R5bGUiOm51bGx9LCJSZWN0YW5nbGVTdHlsZSI6eyIkaWQiOiIxMjYzIiwiTWFyZ2luIjp7IiRpZCI6IjEyNjQiLCJUb3AiOjAuMCwiTGVmdCI6MC4wLCJSaWdodCI6MC4wLCJCb3R0b20iOjAuMH0sIlBhZGRpbmciOnsiJGlkIjoiMTI2NSIsIlRvcCI6MC4wLCJMZWZ0IjowLjAsIlJpZ2h0IjowLjAsIkJvdHRvbSI6MC4wfSwiQmFja2dyb3VuZCI6eyIkaWQiOiIxMjY2IiwiQ29sb3IiOnsiJGlkIjoiMTI2NyIsIkEiOjYzLCJSIjoyLCJHIjoxNzgsIkIiOjIzOH19LCJJc1Zpc2libGUiOmZhbHNlLCJXaWR0aCI6MC4wLCJIZWlnaHQiOjAuMCwiQm9yZGVyU3R5bGUiOnsiJGlkIjoiMTI2OCIsIkxpbmVDb2xvciI6eyIkaWQiOiIxMjY5IiwiJHR5cGUiOiJOTFJFLkNvbW1vbi5Eb20uU29saWRDb2xvckJydXNoLCBOTFJFLkNvbW1vbiIsIkNvbG9yIjp7IiRpZCI6IjEyNzAiLCJBIjoyNTUsIlIiOjI1NSwiRyI6MCwiQiI6MH19LCJMaW5lV2VpZ2h0IjowLjAsIkxpbmVUeXBlIjowLCJQYXJlbnRTdHlsZSI6bnVsbH0sIlBhcmVudFN0eWxlIjpudWxsfSwiTWFyZ2luIjp7IiRpZCI6IjEyNzEiLCJUb3AiOjAuMCwiTGVmdCI6MC4wLCJSaWdodCI6MC4wLCJCb3R0b20iOjAuMH0sIlBhZGRpbmciOnsiJGlkIjoiMTI3MiIsIlRvcCI6MC4wLCJMZWZ0IjowLjAsIlJpZ2h0IjowLjAsIkJvdHRvbSI6MC4wfSwiQmFja2dyb3VuZCI6bnVsbCwiSXNWaXNpYmxlIjp0cnVlLCJXaWR0aCI6MC4wLCJIZWlnaHQiOjAuMCwiQm9yZGVyU3R5bGUiOm51bGwsIlBhcmVudFN0eWxlIjpudWxsfSwiQmFja2dyb3VuZFN0eWxlIjp7IiRpZCI6IjEyNzMiLCJNYXJnaW4iOnsiJGlkIjoiMTI3NCIsIlRvcCI6MC4wLCJMZWZ0IjowLjAsIlJpZ2h0IjowLjAsIkJvdHRvbSI6MC4wfSwiUGFkZGluZyI6eyIkaWQiOiIxMjc1IiwiVG9wIjowLjAsIkxlZnQiOjAuMCwiUmlnaHQiOjAuMCwiQm90dG9tIjowLjB9LCJCYWNrZ3JvdW5kIjp7IiRpZCI6IjEyNzYiLCJDb2xvciI6eyIkaWQiOiIxMjc3IiwiQSI6MzgsIlIiOjkxLCJHIjoxNTUsIkIiOjIxM319LCJJc1Zpc2libGUiOnRydWUsIldpZHRoIjowLjAsIkhlaWdodCI6MC4wLCJCb3JkZXJTdHlsZSI6eyIkaWQiOiIxMjc4IiwiTGluZUNvbG9yIjp7IiRpZCI6IjEyNzkiLCIkdHlwZSI6Ik5MUkUuQ29tbW9uLkRvbS5Tb2xpZENvbG9yQnJ1c2gsIE5MUkUuQ29tbW9uIiwiQ29sb3IiOnsiJGlkIjoiMTI4MCIsIkEiOjI1NSwiUiI6MjM0LCJHIjoyMiwiQiI6MzB9fSwiTGluZVdlaWdodCI6MC4wLCJMaW5lVHlwZSI6MCwiUGFyZW50U3R5bGUiOm51bGx9LCJQYXJlbnRTdHlsZSI6bnVsbH0sIk1hcmdpbiI6eyIkaWQiOiIxMjgxIiwiVG9wIjowLjAsIkxlZnQiOjAuMCwiUmlnaHQiOjAuMCwiQm90dG9tIjowLjB9LCJQYWRkaW5nIjp7IiRpZCI6IjEyODIiLCJUb3AiOjAuMCwiTGVmdCI6MC4wLCJSaWdodCI6MC4wLCJCb3R0b20iOjAuMH0sIklzVmlzaWJsZSI6dHJ1ZSwiV2lkdGgiOjAuMCwiSGVpZ2h0IjowLjAsIkJvcmRlclN0eWxlIjpudWxsLCJQYXJlbnRTdHlsZSI6bnVsbH0sIk1hcmdpbiI6eyIkaWQiOiIxMjgzIiwiVG9wIjowLjAsIkxlZnQiOjAuMCwiUmlnaHQiOjAuMCwiQm90dG9tIjowLjB9LCJQYWRkaW5nIjp7IiRpZCI6IjEyODQiLCJUb3AiOjAuMCwiTGVmdCI6MC4wLCJSaWdodCI6MC4wLCJCb3R0b20iOjAuMH0sIklzVmlzaWJsZSI6dHJ1ZSwiV2lkdGgiOjAuMCwiSGVpZ2h0IjowLjAsIkJvcmRlclN0eWxlIjp7IiRpZCI6IjEyODUiLCJMaW5lQ29sb3IiOm51bGwsIkxpbmVXZWlnaHQiOjAuMCwiTGluZVR5cGUiOjAsIlBhcmVudFN0eWxlIjpudWxsfSwiUGFyZW50U3R5bGUiOm51bGx9LCJfYWRkaXRpb25hbFN3aW1sYW5lVjJTdHlsZXMiOlt7IiRpZCI6IjEyODYiLCJTdHlsZUlkIjoiMDAwMDAwMDAtMDAwMC0wMDAwLTAwMDAtMDAwMDAwMDAwMDAwIiwiSGVhZGVyU3R5bGUiOnsiJGlkIjoiMTI4NyIsIlRleHRJc1ZlcnRpY2FsIjpmYWxzZSwiVGV4dFN0eWxlIjp7IiRpZCI6IjEyODgiLCJGb250U2V0dGluZ3MiOnsiJGlkIjoiMTI4OSIsIkZvbnRTaXplIjoxMCwiRm9udE5hbWUiOiJNb250c2VycmF0IiwiSXNCb2xkIjpmYWxzZSwiSXNJdGFsaWMiOmZhbHNlLCJJc1VuZGVybGluZWQiOmZhbHNlLCJQYXJlbnRTdHlsZSI6bnVsbH0sIkF1dG9TaXplIjoyLCJGb3JlZ3JvdW5kIjp7IiRpZCI6IjEyOTAiLCJDb2xvciI6eyIkaWQiOiIxMjkx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MTI5MiIsIlRvcCI6MC4wLCJMZWZ0IjowLjAsIlJpZ2h0IjowLjAsIkJvdHRvbSI6MC4wfSwiUGFkZGluZyI6eyIkaWQiOiIxMjkzIiwiVG9wIjowLjAsIkxlZnQiOjAuMCwiUmlnaHQiOjAuMCwiQm90dG9tIjowLjB9LCJCYWNrZ3JvdW5kIjpudWxsLCJJc1Zpc2libGUiOmZhbHNlLCJXaWR0aCI6MC4wLCJIZWlnaHQiOjAuMCwiQm9yZGVyU3R5bGUiOm51bGwsIlBhcmVudFN0eWxlIjpudWxsfSwiUmVjdGFuZ2xlU3R5bGUiOnsiJGlkIjoiMTI5NCIsIk1hcmdpbiI6eyIkaWQiOiIxMjk1IiwiVG9wIjowLjAsIkxlZnQiOjAuMCwiUmlnaHQiOjAuMCwiQm90dG9tIjowLjB9LCJQYWRkaW5nIjp7IiRpZCI6IjEyOTYiLCJUb3AiOjAuMCwiTGVmdCI6MC4wLCJSaWdodCI6MC4wLCJCb3R0b20iOjAuMH0sIkJhY2tncm91bmQiOnsiJGlkIjoiMTI5NyIsIkNvbG9yIjp7IiRpZCI6IjEyOTgiLCJBIjoyNTUsIlIiOjIzNywiRyI6MTI1LCJCIjo0OX19LCJJc1Zpc2libGUiOnRydWUsIldpZHRoIjowLjAsIkhlaWdodCI6MC4wLCJCb3JkZXJTdHlsZSI6eyIkaWQiOiIxMjk5IiwiTGluZUNvbG9yIjp7IiRpZCI6IjEzMDAiLCIkdHlwZSI6Ik5MUkUuQ29tbW9uLkRvbS5Tb2xpZENvbG9yQnJ1c2gsIE5MUkUuQ29tbW9uIiwiQ29sb3IiOnsiJGlkIjoiMTMwMSIsIkEiOjI1NSwiUiI6NjAsIkciOjU0LCJCIjo0OX19LCJMaW5lV2VpZ2h0IjowLjAsIkxpbmVUeXBlIjowLCJQYXJlbnRTdHlsZSI6bnVsbH0sIlBhcmVudFN0eWxlIjpudWxsfSwiTWFyZ2luIjp7IiRpZCI6IjEzMDIiLCJUb3AiOjAuMCwiTGVmdCI6MC4wLCJSaWdodCI6MC4wLCJCb3R0b20iOjAuMH0sIlBhZGRpbmciOnsiJGlkIjoiMTMwMyIsIlRvcCI6MC4wLCJMZWZ0IjowLjAsIlJpZ2h0IjowLjAsIkJvdHRvbSI6MC4wfSwiQmFja2dyb3VuZCI6bnVsbCwiSXNWaXNpYmxlIjp0cnVlLCJXaWR0aCI6MC4wLCJIZWlnaHQiOjAuMCwiQm9yZGVyU3R5bGUiOm51bGwsIlBhcmVudFN0eWxlIjpudWxsfSwiQmFja2dyb3VuZFN0eWxlIjp7IiRpZCI6IjEzMDQiLCJNYXJnaW4iOnsiJGlkIjoiMTMwNSIsIlRvcCI6MC4wLCJMZWZ0IjowLjAsIlJpZ2h0IjowLjAsIkJvdHRvbSI6MC4wfSwiUGFkZGluZyI6eyIkaWQiOiIxMzA2IiwiVG9wIjowLjAsIkxlZnQiOjAuMCwiUmlnaHQiOjAuMCwiQm90dG9tIjowLjB9LCJCYWNrZ3JvdW5kIjp7IiRpZCI6IjEzMDciLCJDb2xvciI6eyIkaWQiOiIxMzA4IiwiQSI6MzgsIlIiOjIzNywiRyI6MTI1LCJCIjo0OX19LCJJc1Zpc2libGUiOnRydWUsIldpZHRoIjowLjAsIkhlaWdodCI6MC4wLCJCb3JkZXJTdHlsZSI6eyIkaWQiOiIxMzA5IiwiTGluZUNvbG9yIjp7IiRpZCI6IjEzMTAiLCIkdHlwZSI6Ik5MUkUuQ29tbW9uLkRvbS5Tb2xpZENvbG9yQnJ1c2gsIE5MUkUuQ29tbW9uIiwiQ29sb3IiOnsiJGlkIjoiMTMxMSIsIkEiOjI1NSwiUiI6MjM0LCJHIjoyMiwiQiI6MzB9fSwiTGluZVdlaWdodCI6MC4wLCJMaW5lVHlwZSI6MCwiUGFyZW50U3R5bGUiOm51bGx9LCJQYXJlbnRTdHlsZSI6bnVsbH0sIklzQWJvdmVUaW1lYmFuZCI6ZmFsc2UsIlNwYWNpbmciOjIsIkRlZmF1bHRTd2ltbGFuZVRhc2tTdHlsZSI6eyIkaWQiOiIxMzEyIiwiJHR5cGUiOiJOTFJFLkNvbW1vbi5Eb20uU3R5bGVzLkV4cGxpY2l0U2V0YWJsZVRhc2tTdHlsZSwgTkxSRS5Db21tb24iLCJTaGFwZSI6OCwiU2hhcGVUaGlja25lc3MiOjEsIkR1cmF0aW9uRm9ybWF0IjowLCJJbmNsdWRlTm9uV29ya2luZ0RheXNJbkR1cmF0aW9uIjpmYWxzZSwiUGVyY2VudGFnZUNvbXBsZXRlU3R5bGUiOnsiJGlkIjoiMTMxMyIsIkZvbnRTZXR0aW5ncyI6eyIkaWQiOiIxMzE0IiwiRm9udFNpemUiOjEwLCJGb250TmFtZSI6IkNhbGlicmkiLCJJc0JvbGQiOmZhbHNlLCJJc0l0YWxpYyI6ZmFsc2UsIklzVW5kZXJsaW5lZCI6ZmFsc2UsIlBhcmVudFN0eWxlIjpudWxsfSwiQXV0b1NpemUiOjAsIkZvcmVncm91bmQiOnsiJGlkIjoiMTMxNSIsIkNvbG9yIjp7IiRpZCI6IjEzMT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E3IiwiVG9wIjowLjAsIkxlZnQiOjAuMCwiUmlnaHQiOjAuMCwiQm90dG9tIjowLjB9LCJQYWRkaW5nIjp7IiRpZCI6IjEzMTgiLCJUb3AiOjAuMCwiTGVmdCI6MC4wLCJSaWdodCI6MC4wLCJCb3R0b20iOjAuMH0sIkJhY2tncm91bmQiOnsiJGlkIjoiMTMxOSIsIkNvbG9yIjp7IiRpZCI6IjEzMjAiLCJBIjo4OSwiUiI6MCwiRyI6MCwiQiI6MH19LCJJc1Zpc2libGUiOnRydWUsIldpZHRoIjowLjAsIkhlaWdodCI6MC4wLCJCb3JkZXJTdHlsZSI6bnVsbCwiUGFyZW50U3R5bGUiOm51bGx9LCJEdXJhdGlvblN0eWxlIjp7IiRpZCI6IjEzMjEiLCJGb250U2V0dGluZ3MiOnsiJGlkIjoiMTMyMiIsIkZvbnRTaXplIjoxMCwiRm9udE5hbWUiOiJDYWxpYnJpIiwiSXNCb2xkIjpmYWxzZSwiSXNJdGFsaWMiOmZhbHNlLCJJc1VuZGVybGluZWQiOmZhbHNlLCJQYXJlbnRTdHlsZSI6bnVsbH0sIkF1dG9TaXplIjowLCJGb3JlZ3JvdW5kIjp7IiRpZCI6IjEzMjMiLCJDb2xvciI6eyIkaWQiOiIxMzI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m51bGwsIlBhcmVudFN0eWxlIjpudWxsfSwiSG9yaXpvbnRhbENvbm5lY3RvclN0eWxlIjp7IiRpZCI6IjEzMjkiLCJMaW5lQ29sb3IiOnsiJGlkIjoiMTMzMCIsIiR0eXBlIjoiTkxSRS5Db21tb24uRG9tLlNvbGlkQ29sb3JCcnVzaCwgTkxSRS5Db21tb24iLCJDb2xvciI6eyIkaWQiOiIxMzMxIiwiQSI6MjU1LCJSIjoyMDQsIkciOjIwNCwiQiI6MjA0fX0sIkxpbmVXZWlnaHQiOjEuMCwiTGluZVR5cGUiOjAsIlBhcmVudFN0eWxlIjpudWxsfSwiVmVydGljYWxDb25uZWN0b3JTdHlsZSI6eyIkaWQiOiIxMzMyIiwiTGluZUNvbG9yIjp7IiRpZCI6IjEzMzMiLCIkdHlwZSI6Ik5MUkUuQ29tbW9uLkRvbS5Tb2xpZENvbG9yQnJ1c2gsIE5MUkUuQ29tbW9uIiwiQ29sb3IiOnsiJGlkIjoiMTMzNC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TMzNSIsIk1hcmdpbiI6eyIkaWQiOiIxMzM2IiwiVG9wIjowLjAsIkxlZnQiOjQuMCwiUmlnaHQiOjQuMCwiQm90dG9tIjowLjB9LCJQYWRkaW5nIjp7IiRpZCI6IjEzMzciLCJUb3AiOjAuMCwiTGVmdCI6MC4wLCJSaWdodCI6MC4wLCJCb3R0b20iOjAuMH0sIkJhY2tncm91bmQiOnsiJGlkIjoiMTMzOCIsIkNvbG9yIjp7IiRpZCI6IjEzMzkiLCJBIjoyNTUsIlIiOjIzNywiRyI6MTI1LCJCIjo0OX19LCJJc1Zpc2libGUiOnRydWUsIldpZHRoIjowLjAsIkhlaWdodCI6MTYuMCwiQm9yZGVyU3R5bGUiOnsiJGlkIjoiMTM0MCIsIkxpbmVDb2xvciI6eyIkaWQiOiIxMzQxIiwiJHR5cGUiOiJOTFJFLkNvbW1vbi5Eb20uU29saWRDb2xvckJydXNoLCBOTFJFLkNvbW1vbiIsIkNvbG9yIjp7IiRpZCI6IjEzNDIiLCJBIjoyNTUsIlIiOjIzNCwiRyI6MjIsIkIiOjMwfX0sIkxpbmVXZWlnaHQiOjAuMCwiTGluZVR5cGUiOjAsIlBhcmVudFN0eWxlIjpudWxsfSwiUGFyZW50U3R5bGUiOm51bGx9LCJUaXRsZVN0eWxlIjp7IiRpZCI6IjEzNDMiLCJGb250U2V0dGluZ3MiOnsiJGlkIjoiMTM0NCIsIkZvbnRTaXplIjoxMSwiRm9udE5hbWUiOiJDYWxpYnJpIiwiSXNCb2xkIjp0cnVlLCJJc0l0YWxpYyI6ZmFsc2UsIklzVW5kZXJsaW5lZCI6ZmFsc2UsIlBhcmVudFN0eWxlIjpudWxsfSwiQXV0b1NpemUiOjAsIkZvcmVncm91bmQiOnsiJGlkIjoiMTM0NSIsIkNvbG9yIjp7IiRpZCI6IjEzNDY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TM0NyIsIlRvcCI6MC4wLCJMZWZ0IjowLjAsIlJpZ2h0IjowLjAsIkJvdHRvbSI6MC4wfSwiUGFkZGluZyI6eyIkaWQiOiIxMzQ4IiwiVG9wIjowLjAsIkxlZnQiOjAuMCwiUmlnaHQiOjAuMCwiQm90dG9tIjowLjB9LCJCYWNrZ3JvdW5kIjp7IiRpZCI6IjEzNDkiLCJDb2xvciI6eyIkaWQiOiIxMzUwIiwiQSI6ODksIlIiOjAsIkciOjAsIkIiOjB9fSwiSXNWaXNpYmxlIjp0cnVlLCJXaWR0aCI6MC4wLCJIZWlnaHQiOjAuMCwiQm9yZGVyU3R5bGUiOm51bGwsIlBhcmVudFN0eWxlIjpudWxsfSwiRGF0ZVN0eWxlIjp7IiRpZCI6IjEzNTEiLCJGb250U2V0dGluZ3MiOnsiJGlkIjoiMTM1MiIsIkZvbnRTaXplIjoxMCwiRm9udE5hbWUiOiJDYWxpYnJpIiwiSXNCb2xkIjpmYWxzZSwiSXNJdGFsaWMiOmZhbHNlLCJJc1VuZGVybGluZWQiOmZhbHNlLCJQYXJlbnRTdHlsZSI6bnVsbH0sIkF1dG9TaXplIjowLCJGb3JlZ3JvdW5kIjp7IiRpZCI6IjEzNTMiLCJDb2xvciI6eyIkaWQiOiIxMz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zU1IiwiVG9wIjowLjAsIkxlZnQiOjAuMCwiUmlnaHQiOjAuMCwiQm90dG9tIjowLjB9LCJQYWRkaW5nIjp7IiRpZCI6IjEzNTYiLCJUb3AiOjAuMCwiTGVmdCI6MC4wLCJSaWdodCI6MC4wLCJCb3R0b20iOjAuMH0sIkJhY2tncm91bmQiOnsiJGlkIjoiMTM1NyIsIkNvbG9yIjp7IiRpZCI6IjEzNTgiLCJBIjo4OSwiUiI6MCwiRyI6MCwiQiI6MH19LCJJc1Zpc2libGUiOnRydWUsIldpZHRoIjowLjAsIkhlaWdodCI6MC4wLCJCb3JkZXJTdHlsZSI6bnVsbCwiUGFyZW50U3R5bGUiOm51bGx9LCJEYXRlRm9ybWF0Ijp7IiRpZCI6IjEzN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2MCIsIkZvcm1hdCI6MCwiSXNWaXNpYmxlIjpmYWxzZSwiTGFzdEtub3duVmlzaWJpbGl0eVN0YXRlIjpmYWxzZX0sIklzVmlzaWJsZSI6dHJ1ZSwiUGFyZW50U3R5bGUiOm51bGwsIl9leHBsaWNpdGx5U2V0Ijp7IiRpZCI6IjEzNjE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TM2MiIsIlNoYXBlIjo5LCJDb25uZWN0b3JNYXJnaW4iOnsiJGlkIjoiMTM2MyIsIlRvcCI6MC4wLCJMZWZ0IjoyLjAsIlJpZ2h0IjoyLjAsIkJvdHRvbSI6MC4wfSwiQ29ubmVjdG9yU3R5bGUiOnsiJGlkIjoiMTM2NCIsIkxpbmVDb2xvciI6eyIkaWQiOiIxMzY1IiwiJHR5cGUiOiJOTFJFLkNvbW1vbi5Eb20uU29saWRDb2xvckJydXNoLCBOTFJFLkNvbW1vbiIsIkNvbG9yIjp7IiRpZCI6IjEzNjYiLCJBIjoxMjcsIlIiOjc5LCJHIjoxMjksIkIiOjE4OX19LCJMaW5lV2VpZ2h0IjoxLjAsIkxpbmVUeXBlIjowLCJQYXJlbnRTdHlsZSI6bnVsbH0sIklzQmVsb3dUaW1lYmFuZCI6ZmFsc2UsIlBvc2l0aW9uT25UYXNrIjoxLCJIaWRlRGF0ZSI6ZmFsc2UsIlNoYXBlU2l6ZSI6MSwiU3BhY2luZyI6MC4wLCJQYWRkaW5nIjp7IiRpZCI6IjEzNjciLCJUb3AiOjUuMCwiTGVmdCI6My4wLCJSaWdodCI6MC4wLCJCb3R0b20iOjIuMH0sIlNoYXBlU3R5bGUiOnsiJGlkIjoiMTM2OCIsIk1hcmdpbiI6eyIkaWQiOiIxMzY5IiwiVG9wIjowLjAsIkxlZnQiOjAuMCwiUmlnaHQiOjAuMCwiQm90dG9tIjowLjB9LCJQYWRkaW5nIjp7IiRpZCI6IjEzNzAiLCJUb3AiOjAuMCwiTGVmdCI6MC4wLCJSaWdodCI6MC4wLCJCb3R0b20iOjAuMH0sIkJhY2tncm91bmQiOnsiJGlkIjoiMTM3MSIsIkNvbG9yIjp7IiRpZCI6IjEzNzIiLCJBIjoyNTUsIlIiOjIzNywiRyI6MTI1LCJCIjo0OX19LCJJc1Zpc2libGUiOnRydWUsIldpZHRoIjoxOC4wLCJIZWlnaHQiOjIwLjAsIkJvcmRlclN0eWxlIjp7IiRpZCI6IjEzNzMiLCJMaW5lQ29sb3IiOnsiJGlkIjoiMTM3NCIsIiR0eXBlIjoiTkxSRS5Db21tb24uRG9tLlNvbGlkQ29sb3JCcnVzaCwgTkxSRS5Db21tb24iLCJDb2xvciI6eyIkaWQiOiIxMzc1IiwiQSI6MjU1LCJSIjoyMzQsIkciOjIyLCJCIjozMH19LCJMaW5lV2VpZ2h0IjowLjAsIkxpbmVUeXBlIjowLCJQYXJlbnRTdHlsZSI6bnVsbH0sIlBhcmVudFN0eWxlIjpudWxsfSwiVGl0bGVTdHlsZSI6eyIkaWQiOiIxMzc2IiwiRm9udFNldHRpbmdzIjp7IiRpZCI6IjEzNzciLCJGb250U2l6ZSI6MTEsIkZvbnROYW1lIjoiQ2FsaWJyaSIsIklzQm9sZCI6dHJ1ZSwiSXNJdGFsaWMiOmZhbHNlLCJJc1VuZGVybGluZWQiOmZhbHNlLCJQYXJlbnRTdHlsZSI6bnVsbH0sIkF1dG9TaXplIjowLCJGb3JlZ3JvdW5kIjp7IiRpZCI6IjEzNzgiLCJDb2xvciI6eyIkaWQiOiIxMzc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zODAiLCJUb3AiOjAuMCwiTGVmdCI6MC4wLCJSaWdodCI6MC4wLCJCb3R0b20iOjAuMH0sIlBhZGRpbmciOnsiJGlkIjoiMTM4MSIsIlRvcCI6MC4wLCJMZWZ0IjowLjAsIlJpZ2h0IjowLjAsIkJvdHRvbSI6MC4wfSwiQmFja2dyb3VuZCI6eyIkaWQiOiIxMzgyIiwiQ29sb3IiOnsiJGlkIjoiMTM4MyIsIkEiOjg5LCJSIjowLCJHIjowLCJCIjowfX0sIklzVmlzaWJsZSI6dHJ1ZSwiV2lkdGgiOjAuMCwiSGVpZ2h0IjowLjAsIkJvcmRlclN0eWxlIjpudWxsLCJQYXJlbnRTdHlsZSI6bnVsbH0sIkRhdGVTdHlsZSI6eyIkaWQiOiIxMzg0IiwiRm9udFNldHRpbmdzIjp7IiRpZCI6IjEzODUiLCJGb250U2l6ZSI6MTAsIkZvbnROYW1lIjoiQ2FsaWJyaSIsIklzQm9sZCI6ZmFsc2UsIklzSXRhbGljIjpmYWxzZSwiSXNVbmRlcmxpbmVkIjpmYWxzZSwiUGFyZW50U3R5bGUiOm51bGx9LCJBdXRvU2l6ZSI6MCwiRm9yZWdyb3VuZCI6eyIkaWQiOiIxMzg2IiwiQ29sb3IiOnsiJGlkIjoiMTM4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4OCIsIlRvcCI6MC4wLCJMZWZ0IjowLjAsIlJpZ2h0IjowLjAsIkJvdHRvbSI6MC4wfSwiUGFkZGluZyI6eyIkaWQiOiIxMzg5IiwiVG9wIjowLjAsIkxlZnQiOjAuMCwiUmlnaHQiOjAuMCwiQm90dG9tIjowLjB9LCJCYWNrZ3JvdW5kIjp7IiRpZCI6IjEzOTAiLCJDb2xvciI6eyIkaWQiOiIxMzkxIiwiQSI6ODksIlIiOjAsIkciOjAsIkIiOjB9fSwiSXNWaXNpYmxlIjp0cnVlLCJXaWR0aCI6MC4wLCJIZWlnaHQiOjAuMCwiQm9yZGVyU3R5bGUiOm51bGwsIlBhcmVudFN0eWxlIjpudWxsfSwiRGF0ZUZvcm1hdCI6eyIkaWQiOiIx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TMiLCJGb3JtYXQiOjAsIklzVmlzaWJsZSI6ZmFsc2UsIkxhc3RLbm93blZpc2liaWxpdHlTdGF0ZSI6ZmFsc2V9LCJJc1Zpc2libGUiOnRydWUsIlBhcmVudFN0eWxlIjpudWxsfSwiRGVmYXVsdFN3aW1sYW5lTWlsZXN0b25lU3R5bGUiOnsiJGlkIjoiMTM5NCIsIlRpdGxlUG9zaXRpb24iOiJBYm92ZSIsIkRhdGVQb3NpdGlvbiI6IkxlZnQiLCJTaGFwZVR5cGUiOjE3LCJTaGFwZVNpemUiOjAsIlNwYWNpbmciOjUsIlNoYXBlU3R5bGUiOnsiJGlkIjoiMTM5NSIsIk1hcmdpbiI6eyIkaWQiOiIxMzk2IiwiVG9wIjowLjAsIkxlZnQiOjAuMCwiUmlnaHQiOjAuMCwiQm90dG9tIjowLjB9LCJQYWRkaW5nIjp7IiRpZCI6IjEzOTciLCJUb3AiOjAuMCwiTGVmdCI6MC4wLCJSaWdodCI6MC4wLCJCb3R0b20iOjAuMH0sIkJhY2tncm91bmQiOnsiJGlkIjoiMTM5OCIsIkNvbG9yIjp7IiRpZCI6IjEzOTkiLCJBIjoyNTUsIlIiOjkxLCJHIjoxNTUsIkIiOjIxM319LCJJc1Zpc2libGUiOnRydWUsIldpZHRoIjoxNC4wLCJIZWlnaHQiOjE0LjAsIkJvcmRlclN0eWxlIjp7IiRpZCI6IjE0MDAiLCJMaW5lQ29sb3IiOnsiJGlkIjoiMTQwMSIsIiR0eXBlIjoiTkxSRS5Db21tb24uRG9tLlNvbGlkQ29sb3JCcnVzaCwgTkxSRS5Db21tb24iLCJDb2xvciI6eyIkaWQiOiIxNDAyIiwiQSI6MjU1LCJSIjoyMzQsIkciOjIyLCJCIjozMH19LCJMaW5lV2VpZ2h0IjowLjAsIkxpbmVUeXBlIjowLCJQYXJlbnRTdHlsZSI6bnVsbH0sIlBhcmVudFN0eWxlIjpudWxsfSwiVGl0bGVTdHlsZSI6eyIkaWQiOiIxNDAzIiwiRm9udFNldHRpbmdzIjp7IiRpZCI6IjE0MDQiLCJGb250U2l6ZSI6MTAsIkZvbnROYW1lIjoiTW9udHNlcnJhdCIsIklzQm9sZCI6ZmFsc2UsIklzSXRhbGljIjpmYWxzZSwiSXNVbmRlcmxpbmVkIjpmYWxzZSwiUGFyZW50U3R5bGUiOm51bGx9LCJBdXRvU2l6ZSI6MCwiRm9yZWdyb3VuZCI6eyIkaWQiOiIxNDA1IiwiQ29sb3IiOnsiJGlkIjoiMTQw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DA3IiwiVG9wIjowLjAsIkxlZnQiOjAuMCwiUmlnaHQiOjAuMCwiQm90dG9tIjowLjB9LCJQYWRkaW5nIjp7IiRpZCI6IjE0MDgiLCJUb3AiOjAuMCwiTGVmdCI6MC4wLCJSaWdodCI6MC4wLCJCb3R0b20iOjAuMH0sIkJhY2tncm91bmQiOnsiJGlkIjoiMTQwOSIsIkNvbG9yIjp7IiRpZCI6IjE0MTAiLCJBIjo4OSwiUiI6MCwiRyI6MCwiQiI6MH19LCJJc1Zpc2libGUiOnRydWUsIldpZHRoIjowLjAsIkhlaWdodCI6MC4wLCJCb3JkZXJTdHlsZSI6bnVsbCwiUGFyZW50U3R5bGUiOm51bGx9LCJEYXRlU3R5bGUiOnsiJGlkIjoiMTQxMSIsIkZvbnRTZXR0aW5ncyI6eyIkaWQiOiIxNDEyIiwiRm9udFNpemUiOjEwLCJGb250TmFtZSI6IkNhbGlicmkiLCJJc0JvbGQiOmZhbHNlLCJJc0l0YWxpYyI6ZmFsc2UsIklzVW5kZXJsaW5lZCI6ZmFsc2UsIlBhcmVudFN0eWxlIjpudWxsfSwiQXV0b1NpemUiOjAsIkZvcmVncm91bmQiOnsiJGlkIjoiMTQxMyIsIkNvbG9yIjp7IiRpZCI6IjE0MT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0MTUiLCJUb3AiOjAuMCwiTGVmdCI6MC4wLCJSaWdodCI6MC4wLCJCb3R0b20iOjAuMH0sIlBhZGRpbmciOnsiJGlkIjoiMTQxNiIsIlRvcCI6MC4wLCJMZWZ0IjowLjAsIlJpZ2h0IjowLjAsIkJvdHRvbSI6MC4wfSwiQmFja2dyb3VuZCI6eyIkaWQiOiIxNDE3IiwiQ29sb3IiOnsiJGlkIjoiMTQxOCIsIkEiOjg5LCJSIjowLCJHIjowLCJCIjowfX0sIklzVmlzaWJsZSI6ZmFsc2UsIldpZHRoIjowLjAsIkhlaWdodCI6MC4wLCJCb3JkZXJTdHlsZSI6bnVsbCwiUGFyZW50U3R5bGUiOm51bGx9LCJEYXRlRm9ybWF0Ijp7IiRpZCI6IjE0MTk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MTQyMCIsIkRhdGVQYXJ0SXNWaXNpYmxlIjp0cnVlLCJUaW1lUGFydElzVmlzaWJsZSI6ZmFsc2V9fSwiV2Vla051bWJlcmluZyI6eyIkaWQiOiIxNDIxIiwiRm9ybWF0IjowLCJJc1Zpc2libGUiOmZhbHNlLCJMYXN0S25vd25WaXNpYmlsaXR5U3RhdGUiOmZhbHNlfSwiSXNWaXNpYmxlIjp0cnVlLCJQYXJlbnRTdHlsZSI6bnVsbH0sIkRlZmF1bHRTd2ltbGFuZUFjdGl2aXR5U3R5bGUiOnsiJGlkIjoiMTQyMiIsIkhlYWRlclN0eWxlIjp7IiRpZCI6IjE0MjMiLCJUZXh0U3R5bGUiOnsiJGlkIjoiMTQyNCIsIkZvbnRTZXR0aW5ncyI6eyIkaWQiOiIxNDI1IiwiRm9udFNpemUiOjExLCJGb250TmFtZSI6IkNhbGlicmkiLCJJc0JvbGQiOmZhbHNlLCJJc0l0YWxpYyI6ZmFsc2UsIklzVW5kZXJsaW5lZCI6ZmFsc2UsIlBhcmVudFN0eWxlIjpudWxsfSwiQXV0b1NpemUiOjIsIkZvcmVncm91bmQiOnsiJGlkIjoiMTQyNiIsIkNvbG9yIjp7IiRpZCI6IjE0Mjc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NDI4IiwiVG9wIjowLjAsIkxlZnQiOjAuMCwiUmlnaHQiOjAuMCwiQm90dG9tIjowLjB9LCJQYWRkaW5nIjp7IiRpZCI6IjE0MjkiLCJUb3AiOjAuMCwiTGVmdCI6MC4wLCJSaWdodCI6MC4wLCJCb3R0b20iOjAuMH0sIkJhY2tncm91bmQiOm51bGwsIklzVmlzaWJsZSI6dHJ1ZSwiV2lkdGgiOjAuMCwiSGVpZ2h0IjowLjAsIkJvcmRlclN0eWxlIjpudWxsLCJQYXJlbnRTdHlsZSI6bnVsbH0sIlJlY3RhbmdsZVN0eWxlIjp7IiRpZCI6IjE0MzAiLCJNYXJnaW4iOnsiJGlkIjoiMTQzMSIsIlRvcCI6MC4wLCJMZWZ0IjowLjAsIlJpZ2h0IjowLjAsIkJvdHRvbSI6MC4wfSwiUGFkZGluZyI6eyIkaWQiOiIxNDMyIiwiVG9wIjowLjAsIkxlZnQiOjAuMCwiUmlnaHQiOjAuMCwiQm90dG9tIjowLjB9LCJCYWNrZ3JvdW5kIjp7IiRpZCI6IjE0MzMiLCJDb2xvciI6eyIkaWQiOiIxNDM0IiwiQSI6NjMsIlIiOjIzNywiRyI6MTI1LCJCIjo0OX19LCJJc1Zpc2libGUiOnRydWUsIldpZHRoIjowLjAsIkhlaWdodCI6MC4wLCJCb3JkZXJTdHlsZSI6eyIkaWQiOiIxNDM1IiwiTGluZUNvbG9yIjp7IiRpZCI6IjE0MzYiLCIkdHlwZSI6Ik5MUkUuQ29tbW9uLkRvbS5Tb2xpZENvbG9yQnJ1c2gsIE5MUkUuQ29tbW9uIiwiQ29sb3IiOnsiJGlkIjoiMTQzNyIsIkEiOjI1NSwiUiI6MjU1LCJHIjowLCJCIjowfX0sIkxpbmVXZWlnaHQiOjAuMCwiTGluZVR5cGUiOjAsIlBhcmVudFN0eWxlIjpudWxsfSwiUGFyZW50U3R5bGUiOm51bGx9LCJNYXJnaW4iOnsiJGlkIjoiMTQzOCIsIlRvcCI6MC4wLCJMZWZ0IjowLjAsIlJpZ2h0IjowLjAsIkJvdHRvbSI6MC4wfSwiUGFkZGluZyI6eyIkaWQiOiIxNDM5IiwiVG9wIjowLjAsIkxlZnQiOjAuMCwiUmlnaHQiOjAuMCwiQm90dG9tIjowLjB9LCJCYWNrZ3JvdW5kIjpudWxsLCJJc1Zpc2libGUiOnRydWUsIldpZHRoIjowLjAsIkhlaWdodCI6MC4wLCJCb3JkZXJTdHlsZSI6bnVsbCwiUGFyZW50U3R5bGUiOm51bGx9LCJCYWNrZ3JvdW5kU3R5bGUiOnsiJGlkIjoiMTQ0MCIsIk1hcmdpbiI6eyIkaWQiOiIxNDQxIiwiVG9wIjowLjAsIkxlZnQiOjAuMCwiUmlnaHQiOjAuMCwiQm90dG9tIjowLjB9LCJQYWRkaW5nIjp7IiRpZCI6IjE0NDIiLCJUb3AiOjAuMCwiTGVmdCI6MC4wLCJSaWdodCI6MC4wLCJCb3R0b20iOjAuMH0sIkJhY2tncm91bmQiOnsiJGlkIjoiMTQ0MyIsIkNvbG9yIjp7IiRpZCI6IjE0NDQiLCJBIjozOCwiUiI6MjM3LCJHIjoxMjUsIkIiOjQ5fX0sIklzVmlzaWJsZSI6dHJ1ZSwiV2lkdGgiOjAuMCwiSGVpZ2h0IjowLjAsIkJvcmRlclN0eWxlIjp7IiRpZCI6IjE0NDUiLCJMaW5lQ29sb3IiOnsiJGlkIjoiMTQ0NiIsIiR0eXBlIjoiTkxSRS5Db21tb24uRG9tLlNvbGlkQ29sb3JCcnVzaCwgTkxSRS5Db21tb24iLCJDb2xvciI6eyIkaWQiOiIxNDQ3IiwiQSI6MjU1LCJSIjoyMzQsIkciOjIyLCJCIjozMH19LCJMaW5lV2VpZ2h0IjowLjAsIkxpbmVUeXBlIjowLCJQYXJlbnRTdHlsZSI6bnVsbH0sIlBhcmVudFN0eWxlIjpudWxsfSwiTWFyZ2luIjp7IiRpZCI6IjE0NDgiLCJUb3AiOjAuMCwiTGVmdCI6MC4wLCJSaWdodCI6MC4wLCJCb3R0b20iOjAuMH0sIlBhZGRpbmciOnsiJGlkIjoiMTQ0OSIsIlRvcCI6MC4wLCJMZWZ0IjowLjAsIlJpZ2h0IjowLjAsIkJvdHRvbSI6MC4wfSwiSXNWaXNpYmxlIjp0cnVlLCJXaWR0aCI6MC4wLCJIZWlnaHQiOjAuMCwiQm9yZGVyU3R5bGUiOm51bGwsIlBhcmVudFN0eWxlIjpudWxsfSwiTWFyZ2luIjp7IiRpZCI6IjE0NTAiLCJUb3AiOjAuMCwiTGVmdCI6MC4wLCJSaWdodCI6MC4wLCJCb3R0b20iOjAuMH0sIlBhZGRpbmciOnsiJGlkIjoiMTQ1MSIsIlRvcCI6MC4wLCJMZWZ0IjowLjAsIlJpZ2h0IjowLjAsIkJvdHRvbSI6MC4wfSwiSXNWaXNpYmxlIjp0cnVlLCJXaWR0aCI6ODc2LjAsIkhlaWdodCI6ODIuMzc5OTk3MjUzNDE3OTY5LCJCb3JkZXJTdHlsZSI6eyIkaWQiOiIxNDUyIiwiTGluZUNvbG9yIjpudWxsLCJMaW5lV2VpZ2h0IjowLjAsIkxpbmVUeXBlIjowLCJQYXJlbnRTdHlsZSI6bnVsbH0sIlBhcmVudFN0eWxlIjpudWxsfV19LCJTY2FsZSI6bnVsbCwiU2NhbGVWMiI6eyIkaWQiOiIxNDUzIiwiU3RhcnREYXRlIjoiMDAwMS0wMS0wMVQwMDowMDowMCIsIkVuZERhdGUiOiIyMDI3LTA1LTE5VDIzOjU5OjAwIiwiQXV0b0RhdGVSYW5nZSI6dHJ1ZSwiV29ya2luZ0RheXMiOjMxLCJGaXNjYWxZZWFyIjp7IiRpZCI6IjE0NTQiLCJTdGFydE1vbnRoIjoxLCJVc2VTdGFydGluZ1llYXJGb3JOdW1iZXJpbmciOnRydWUsIlNob3dGaXNjYWxZZWFyTGFiZWwiOnRydWV9LCJUb2RheU1hcmtlclRleHQiOiJUb2RheSIsIkF1dG9TY2FsZVR5cGUiOmZhbHNlLCJUaW1lYmFuZFNjYWxlcyI6eyIkaWQiOiIxNDU1IiwiVG9wU2NhbGVMYXllciI6eyIkaWQiOiIxNDU2IiwiRm9ybWF0IjoiTU1NIiwiVHlwZSI6MywiR3JvdXBpbmdJbnRlcnZhbHMiOnsiJGlkIjoiMTQ1NyIsIklzU2V0IjpmYWxzZSwiR3JvdXBpbmdTdGVwQ291bnQiOjF9fSwiTWlkZGxlU2NhbGVMYXllciI6eyIkaWQiOiIxNDU4IiwiRm9ybWF0IjpudWxsLCJUeXBlIjowLCJHcm91cGluZ0ludGVydmFscyI6eyIkaWQiOiIxNDU5IiwiSXNTZXQiOmZhbHNlLCJHcm91cGluZ1N0ZXBDb3VudCI6MX19LCJCb3R0b21TY2FsZUxheWVyIjp7IiRpZCI6IjE0NjAiLCJGb3JtYXQiOm51bGwsIlR5cGUiOjAsIkdyb3VwaW5nSW50ZXJ2YWxzIjp7IiRpZCI6IjE0NjEiLCJJc1NldCI6ZmFsc2UsIkdyb3VwaW5nU3RlcENvdW50IjoxfX19fSwiTWlsZXN0b25lcyI6W10sIlRhc2tzIjpbXSwiU3dpbWxhbmVzIjpbXSwiTXNQcm9qZWN0SXRlbXNUcmVlIjp7IiRpZCI6IjE0NjIiLCJSb290Ijp7IkltcG9ydElkIjpudWxsLCJJc0ltcG9ydGVkIjpmYWxzZSwiQ2hpbGRyZW4iOltdfX0sIk1ldGFkYXRhIjp7IiRpZCI6IjE0NjMiLCJSZWNlbnRDb2xvcnNDb2xsZWN0aW9uIjoiW1wiI0ZGNzBBRDQ3XCIsXCIjRkZGRkMwMDBcIixcIiNGRjVCOUJENVwiLFwiI0ZGRUQ3RDMxXCIsXCIjRkZBNUE1QTVcIl0iLCJTb3VyY2VUZW1wbGF0ZSI6IntcIiRpZFwiOlwiMVwiLFwiSWRcIjpcIjk2NTNlZjc2LTRiYTctNDYwNi1hOTk2LWVjZDhhMzFmNzY3MlwiLFwiQ3VsdHVyZUluZm9OYW1lXCI6XCJlbi1VU1wiLFwiVmVyc2lvblwiOntcIiRpZFwiOlwiMlwiLFwiVGVtcGxhdGVEb21WZXJzaW9uXCI6XCIxLjQuMFwifSxcIkVmZmVjdFwiOjAsXCJTdHlsZVwiOntcIiRpZFwiOlwiM1wiLFwiVGltZWJhbmRTdHlsZVwiOntcIiRpZFwiOlwiNFwiLFwiU2NhbGVNYXJraW5nXCI6MCxcIlNoYXBlXCI6MTcsXCJTaGFwZVN0eWxlXCI6e1wiJGlkXCI6XCI1XCIsXCJNYXJnaW5cIjp7XCIkaWRcIjpcIjZcIixcIlRvcFwiOjAuMCxcIkxlZnRcIjoxMC4wLFwiUmlnaHRcIjoxMC4wLFwiQm90dG9tXCI6MC4wfSxcIlBhZGRpbmdcIjp7XCIkaWRcIjpcIjdcIixcIlRvcFwiOjUuMCxcIkxlZnRcIjoxMy4wLFwiUmlnaHRcIjoxMy4wLFwiQm90dG9tXCI6NS4wfSxcIkJhY2tncm91bmRcIjp7XCIkaWRcIjpcIjhcIixcIkNvbG9yXCI6e1wiJGlkXCI6XCI5XCIsXCJBXCI6MjU1LFwiUlwiOjY4LFwiR1wiOjg0LFwiQlwiOjEwNn19LFwiSXNWaXNpYmxlXCI6dHJ1ZSxcIldpZHRoXCI6ODU4LjAsXCJIZWlnaHRcIjozMC4wLFwiQm9yZGVyU3R5bGVcIjp7XCIkaWRcIjpcIjEwXCIsXCJMaW5lQ29sb3JcIjp7XCIkaWRcIjpcIjExXCIsXCIkdHlwZVwiOlwiTkxSRS5Db21tb24uRG9tLlNvbGlkQ29sb3JCcnVzaCwgTkxSRS5Db21tb25cIixcIkNvbG9yXCI6e1wiJGlkXCI6XCIxMlwiLFwiQVwiOjI1NSxcIlJcIjoyNTUsXCJHXCI6MCxcIkJcIjowfX0sXCJMaW5lV2VpZ2h0XCI6MC4wLFwiTGluZVR5cGVcIjowfX0sXCJNaWRkbGVUaWVyU2hhcGVTdHlsZVwiOntcIiRpZFwiOlwiMTNcIixcIk1hcmdpblwiOntcIiRpZFwiOlwiMTRcIixcIlRvcFwiOjAuMCxcIkxlZnRcIjoxMC4wLFwiUmlnaHRcIjoxMC4wLFwiQm90dG9tXCI6MC4wfSxcIlBhZGRpbmdcIjp7XCIkaWRcIjpcIjE1XCIsXCJUb3BcIjo1LjAsXCJMZWZ0XCI6MTMuMCxcIlJpZ2h0XCI6MTMuMCxcIkJvdHRvbVwiOjUuMH0sXCJCYWNrZ3JvdW5kXCI6e1wiJGlkXCI6XCIxNlwiLFwiQ29sb3JcIjp7XCIkaWRcIjpcIjE3XCIsXCJBXCI6MjU1LFwiUlwiOjY4LFwiR1wiOjg0LFwiQlwiOjEwNn19LFwiSXNWaXNpYmxlXCI6dHJ1ZSxcIldpZHRoXCI6ODU4LjAsXCJIZWlnaHRcIjozMC4wLFwiQm9yZGVyU3R5bGVcIjp7XCIkaWRcIjpcIjE4XCIsXCJMaW5lQ29sb3JcIjp7XCIkaWRcIjpcIjE5XCIsXCIkdHlwZVwiOlwiTkxSRS5Db21tb24uRG9tLlNvbGlkQ29sb3JCcnVzaCwgTkxSRS5Db21tb25cIixcIkNvbG9yXCI6e1wiJGlkXCI6XCIyMFwiLFwiQVwiOjI1NSxcIlJcIjoyNTUsXCJHXCI6MCxcIkJcIjowfX0sXCJMaW5lV2VpZ2h0XCI6MC4wLFwiTGluZVR5cGVcIjowfX0sXCJCb3R0b21UaWVyU2hhcGVTdHlsZVwiOntcIiRpZFwiOlwiMjFcIixcIk1hcmdpblwiOntcIiRpZFwiOlwiMjJcIixcIlRvcFwiOjAuMCxcIkxlZnRcIjoxMC4wLFwiUmlnaHRcIjoxMC4wLFwiQm90dG9tXCI6MC4wfSxcIlBhZGRpbmdcIjp7XCIkaWRcIjpcIjIzXCIsXCJUb3BcIjo1LjAsXCJMZWZ0XCI6MTMuMCxcIlJpZ2h0XCI6MTMuMCxcIkJvdHRvbVwiOjUuMH0sXCJCYWNrZ3JvdW5kXCI6e1wiJGlkXCI6XCIyNFwiLFwiQ29sb3JcIjp7XCIkaWRcIjpcIjI1XCIsXCJBXCI6MjU1LFwiUlwiOjY4LFwiR1wiOjg0LFwiQlwiOjEwNn19LFwiSXNWaXNpYmxlXCI6dHJ1ZSxcIldpZHRoXCI6ODU4LjAsXCJIZWlnaHRcIjoz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EyMSxcIkdcIjoxNjgsXCJCXCI6MTY0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zM1wiLFwiVG9wXCI6MC4wLFwiTGVmdFwiOjAuMCxcIlJpZ2h0XCI6MjAuMCxcIkJvdHRvbVwiOjAuMH0sXCJQYWRkaW5nXCI6e1wiJGlkXCI6XCIzNFwiLFwiVG9wXCI6MC4wLFwiTGVmdFwiOjAuMCxcIlJpZ2h0XCI6MC4wLFwiQm90dG9tXCI6MC4wfSxcIkJhY2tncm91bmRcIjp7XCIkaWRcIjpcIjM1XCIsXCJDb2xvclwiOntcIiRpZFwiOlwiMzZcIixcIkFcIjo4OSxcIlJcIjowLFwiR1wiOjAsXCJCXCI6MH19LFwiSXNWaXNpYmxlXCI6dHJ1ZSxcIldpZHRoXCI6MC4wLFwiSGVpZ2h0XCI6MC4wLFwiQm9yZGVyU3R5bGVcIjpudWxsfSxcIkxlZnRFbmRDYXBzU3R5bGVcIjp7XCIkaWRcIjpcIjM3XCIsXCJGb250U2V0dGluZ3NcIjp7XCIkaWRcIjpcIjM4XCIsXCJGb250U2l6ZVwiOjMyLFwiRm9udE5hbWVcIjpcIkNhbGlicmlcIixcIklzQm9sZFwiOnRydWUsXCJJc0l0YWxpY1wiOmZhbHNlLFwiSXNVbmRlcmxpbmVkXCI6ZmFsc2V9LFwiQXV0b1NpemVcIjowLFwiRm9yZWdyb3VuZFwiOntcIiRpZFwiOlwiMzlcIixcIkNvbG9yXCI6e1wiJGlkXCI6XCI0MFwiLFwiQVwiOjI1NSxcIlJcIjoxMjEsXCJHXCI6MTY4LFwiQlwiOjE2NH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NSxcIkhhc0JlZW5WaXNpYmxlQmVmb3JlXCI6dHJ1ZSxcIkZvbnRTZXR0aW5nc1wiOntcIiRpZFwiOlwiNTdcIixcIkZvbnRTaXplXCI6MTg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UsXCJIYXNCZWVuVmlzaWJsZUJlZm9yZVwiOmZhbHNlLFwiRm9udFNldHRpbmdzXCI6e1wiJGlkXCI6XCI2NFwiLFwiRm9udFNpemVcIjoxOC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ODksXCJSXCI6MCxcIkdcIjowLFwiQlwiOjB9fSxcIklzVmlzaWJsZVwiOmZhbHNlLFwiV2lkdGhcIjowLjAsXCJIZWlnaHRcIjowLjAsXCJCb3JkZXJTdHlsZVwiOm51bGx9LFwiQm90dG9tVGllclNjYWxlU3R5bGVcIjp7XCIkaWRcIjpcIjcxXCIsXCJTaG93U2VnbWVudFNlcGFyYXRvcnNcIjp0cnVlLFwiU2VnbWVudFNlcGFyYXRvck9wYWNpdHlcIjozMCxcIlNoYXBlXCI6NSxcIkhhc0JlZW5WaXNpYmxlQmVmb3JlXCI6ZmFsc2UsXCJGb250U2V0dGluZ3NcIjp7XCIkaWRcIjpcIjcyXCIsXCJGb250U2l6ZVwiOjE4LFwiRm9udE5hbWVcIjpcIkNhbGlicmlcIixcIklzQm9sZFwiOmZhbHNlLFwiSXNJdGFsaWNcIjpmYWxzZSxcIklzVW5kZXJsaW5lZFwiOmZhbHNlfSxcIkF1dG9TaXplXCI6MCxcIkZvcmVncm91bmRcIjp7XCIkaWRcIjpcIjczXCIsXCJDb2xvclwiOntcIiRpZFwiOlwiNzR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VcIixcIlRvcFwiOjAuMCxcIkxlZnRcIjo1LjAsXCJSaWdodFwiOjAuMCxcIkJvdHRvbVwiOjAuMH0sXCJQYWRkaW5nXCI6e1wiJGlkXCI6XCI3NlwiLFwiVG9wXCI6MC4wLFwiTGVmdFwiOjAuMCxcIlJpZ2h0XCI6MC4wLFwiQm90dG9tXCI6MC4wfSxcIkJhY2tncm91bmRcIjp7XCIkaWRcIjpcIjc3XCIsXCJDb2xvclwiOntcIiRpZFwiOlwiNzhcIixcIkFcIjo4OSxcIlJcIjowLFwiR1wiOjAsXCJCXCI6MH19LFwiSXNWaXNpYmxlXCI6ZmFsc2UsXCJXaWR0aFwiOjAuMCxcIkhlaWdodFwiOjAuMCxcIkJvcmRlclN0eWxlXCI6bnVsbH0sXCJTaW5nbGVTY2FsZVNoYXBlU3R5bGVcIjpudWxsLFwiRWxhcHNlZFRpbWVCYWNrZ3JvdW5kXCI6e1wiJGlkXCI6XCI3OVwiLFwiQ29sb3JcIjp7XCIkaWRcIjpcIjgwXCIsXCJBXCI6NzcsXCJSXCI6MjU1LFwiR1wiOjAsXCJCXCI6MH19LFwiQXBwZW5kWWVhck9uWWVhckNoYW5nZVwiOnRydWUsXCJFbGFwc2VkVGltZUZvcm1hdFwiOjAsXCJUb2RheU1hcmtlclBvc2l0aW9uXCI6MCxcIlF1aWNrUG9zaXRpb25cIjowLFwiQWJzb2x1dGVQb3NpdGlvblwiOjEz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OS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wLjAsXCJQYWRkaW5nXCI6e1wiJGlkXCI6XCI5MFwiLFwiVG9wXCI6NS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kxLFwiR1wiOjE1NSxcIkJcIjoyMTN9fSxcIklzVmlzaWJsZVwiOnRydWUsXCJXaWR0aFwiOjE4LjAsXCJIZWlnaHRcIjoyMC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x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U3dpbWxhbmVNaWxlc3RvbmVTdHlsZVwiOntcIiRpZFwiOlwiMTE0XCIsXCJUaXRsZVN0eWxlXCI6e1wiJGlkXCI6XCIxMTVcIixcIkZvbnRTZXR0aW5nc1wiOntcIiRpZFwiOlwiMTE2XCIsXCJGb250U2l6ZVwiOjExLFwiRm9udE5hbWVcIjpcIkNhbGlicmlcIixcIklzQm9sZFwiOnRydWUsXCJJc0l0YWxpY1wiOmZhbHNlLFwiSXNVbmRlcmxpbmVkXCI6ZmFsc2V9LFwiQXV0b1NpemVcIjowLFwiRm9yZWdyb3VuZFwiOntcIiRpZFwiOlwiMTE3XCIsXCJDb2xvclwiOntcIiRpZFwiOlwiMTE4XCIsXCJBXCI6MjU1LFwiUlwiOjAsXCJHXCI6MCxcIkJcIjowfX0sXCJCYWNrZ3JvdW5kRmlsbFR5cGVcIjowLFwiTWF4V2lkdGhcIjoyMDAuMCxcIk1heEhlaWdodFwiOlwiSW5maW5pdHlcIixcIlNtYXJ0Rm9yZWdyb3VuZElzQWN0aXZlXCI6ZmFsc2UsXCJIb3Jpem9udGFsQWxpZ25tZW50XCI6MS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aWRcIjpcIjEyMlwiLFwiQVwiOjg5LFwiUlwiOjAsXCJHXCI6MCxcIkJcIjowfX0sXCJJc1Zpc2libGVcIjp0cnVlLFwiV2lkdGhcIjowLjAsXCJIZWlnaHRcIjowLjAsXCJCb3JkZXJTdHlsZVwiOm51bGx9LFwiRGF0ZVN0eWxlXCI6e1wiJGlkXCI6XCIxMjNcIixcIkZvbnRTZXR0aW5nc1wiOntcIiRpZFwiOlwiMTI0XCIsXCJGb250U2l6ZVwiOjEwLFwiRm9udE5hbWVcIjpcIkNhbGlicmlcIixcIklzQm9sZFwiOmZhbHNlLFwiSXNJdGFsaWNcIjpmYWxzZSxcIklzVW5kZXJsaW5lZFwiOmZhbHNlfSxcIkF1dG9TaXplXCI6MCxcIkZvcmVncm91bmRcIjp7XCIkaWRcIjpcIjEyNVwiLFwiQ29sb3JcIjp7XCIkaWRcIjpcIjEyNl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I3XCIsXCJUb3BcIjowLjAsXCJMZWZ0XCI6MC4wLFwiUmlnaHRcIjowLjAsXCJCb3R0b21cIjowLjB9LFwiUGFkZGluZ1wiOntcIiRpZFwiOlwiMTI4XCIsXCJUb3BcIjowLjAsXCJMZWZ0XCI6MC4wLFwiUmlnaHRcIjowLjAsXCJCb3R0b21cIjowLjB9LFwiQmFja2dyb3VuZFwiOntcIiRpZFwiOlwiMTI5XCIsXCJDb2xvclwiOntcIiRpZFwiOlwiMTMwXCIsXCJBXCI6ODksXCJSXCI6MCxcIkdcIjowLFwiQlwiOjB9fSxcIklzVmlzaWJsZVwiOnRydWUsXCJXaWR0aFwiOjAuMCxcIkhlaWdodFwiOjAuMCxcIkJvcmRlclN0eWxlXCI6bnVsbH0sXCJUaXRsZVBvc2l0aW9uXCI6MixcIkRhdGVQb3NpdGlvblwiOlwiTGVmdFwiLFwiU2hhcGVUeXBlXCI6OSxcIlNoYXBlU2l6ZVwiOjEsXCJTaGFwZVN0eWxlXCI6e1wiJGlkXCI6XCIxMzFcIixcIk1hcmdpblwiOntcIiRpZFwiOlwiMTMyXCIsXCJUb3BcIjowLjAsXCJMZWZ0XCI6MC4wLFwiUmlnaHRcIjowLjAsXCJCb3R0b21cIjowLjB9LFwiUGFkZGluZ1wiOntcIiRpZFwiOlwiMTMzXCIsXCJUb3BcIjowLjAsXCJMZWZ0XCI6MC4wLFwiUmlnaHRcIjowLjAsXCJCb3R0b21cIjowLjB9LFwiQmFja2dyb3VuZFwiOntcIiRpZFwiOlwiMTM0XCIsXCJDb2xvclwiOntcIiRpZFwiOlwiMTM1XCIsXCJBXCI6MjU1LFwiUlwiOjkxLFwiR1wiOjE1NSxcIkJcIjoyMTN9fSxcIklzVmlzaWJsZVwiOnRydWUsXCJXaWR0aFwiOjE4LjAsXCJIZWlnaHRcIjoyMC4wLFwiQm9yZGVyU3R5bGVcIjp7XCIkaWRcIjpcIjEzNlwiLFwiTGluZUNvbG9yXCI6e1wiJGlkXCI6XCIxMzdcIixcIiR0eXBlXCI6XCJOTFJFLkNvbW1vbi5Eb20uU29saWRDb2xvckJydXNoLCBOTFJFLkNvbW1vblwiLFwiQ29sb3JcIjp7XCIkaWRcIjpcIjEzOFwiLFwiQVwiOjI1NSxcIlJcIjoyNTUsXCJHXCI6MCxcIkJcIjowfX0sXCJMaW5lV2VpZ2h0XCI6MC4wLFwiTGluZVR5cGVcIjowfX0sXCJEYXRlRm9ybWF0XCI6e1wiJHJlZlwiOlwiMTEzXCJ9LFwiSXNWaXNpYmxlXCI6dHJ1ZSxcIkdyb3VwSWRcIjpudWxsLFwiU3BhY2luZ1wiOjV9LFwiRGVmYXVsdFRhc2tTdHlsZVwiOntcIiRpZFwiOlwiMTM5XCIsXCJTaGFwZVwiOjgsXCJTaGFwZVRoaWNrbmVzc1wiOjEsXCJEdXJhdGlvbkZvcm1hdFwiOjAsXCJQZXJjZW50YWdlQ29tcGxldGVTdHlsZVwiOntcIiRpZFwiOlwiMTQwXCIsXCJGb250U2V0dGluZ3NcIjp7XCIkaWRcIjpcIjE0MVwiLFwiRm9udFNpemVcIjoxMCxcIkZvbnROYW1lXCI6XCJDYWxpYnJpXCIsXCJJc0JvbGRcIjpmYWxzZSxcIklzSXRhbGljXCI6ZmFsc2UsXCJJc1VuZGVybGluZWRcIjpmYWxzZX0sXCJBdXRvU2l6ZVwiOjAsXCJGb3JlZ3JvdW5kXCI6e1wiJGlkXCI6XCIxNDJcIixcIkNvbG9yXCI6e1wiJGlkXCI6XCIxNDN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NDRcIixcIlRvcFwiOjAuMCxcIkxlZnRcIjowLjAsXCJSaWdodFwiOjAuMCxcIkJvdHRvbVwiOjAuMH0sXCJQYWRkaW5nXCI6e1wiJGlkXCI6XCIxNDVcIixcIlRvcFwiOjAuMCxcIkxlZnRcIjowLjAsXCJSaWdodFwiOjAuMCxcIkJvdHRvbVwiOjAuMH0sXCJCYWNrZ3JvdW5kXCI6e1wiJGlkXCI6XCIxNDZcIixcIkNvbG9yXCI6e1wiJHJlZlwiOlwiMzZcIn19LFwiSXNWaXNpYmxlXCI6dHJ1ZSxcIldpZHRoXCI6MC4wLFwiSGVpZ2h0XCI6MC4wLFwiQm9yZGVyU3R5bGVcIjpudWxsfSxcIkR1cmF0aW9uU3R5bGVcIjp7XCIkaWRcIjpcIjE0N1wiLFwiRm9udFNldHRpbmdzXCI6e1wiJGlkXCI6XCIxNDhcIixcIkZvbnRTaXplXCI6MTAsXCJGb250TmFtZVwiOlwiQ2FsaWJyaVwiLFwiSXNCb2xkXCI6ZmFsc2UsXCJJc0l0YWxpY1wiOmZhbHNlLFwiSXNVbmRlcmxpbmVkXCI6ZmFsc2V9LFwiQXV0b1NpemVcIjowLFwiRm9yZWdyb3VuZFwiOntcIiRpZFwiOlwiMTQ5XCIsXCJDb2xvclwiOntcIiRpZFwiOlwiMTUw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UxXCIsXCJUb3BcIjowLjAsXCJMZWZ0XCI6MC4wLFwiUmlnaHRcIjowLjAsXCJCb3R0b21cIjowLjB9LFwiUGFkZGluZ1wiOntcIiRpZFwiOlwiMTUyXCIsXCJUb3BcIjowLjAsXCJMZWZ0XCI6MC4wLFwiUmlnaHRcIjowLjAsXCJCb3R0b21cIjowLjB9LFwiQmFja2dyb3VuZFwiOntcIiRpZFwiOlwiMTUzXCIsXCJDb2xvclwiOntcIiRyZWZcIjpcIjM2XCJ9fSxcIklzVmlzaWJsZVwiOnRydWUsXCJXaWR0aFwiOjAuMCxcIkhlaWdodFwiOjAuMCxcIkJvcmRlclN0eWxlXCI6bnVsbH0sXCJIb3Jpem9udGFsQ29ubmVjdG9yU3R5bGVcIjp7XCIkaWRcIjpcIjE1NFwiLFwiTGluZUNvbG9yXCI6e1wiJGlkXCI6XCIxNTVcIixcIiR0eXBlXCI6XCJOTFJFLkNvbW1vbi5Eb20uU29saWRDb2xvckJydXNoLCBOTFJFLkNvbW1vblwiLFwiQ29sb3JcIjp7XCIkaWRcIjpcIjE1NlwiLFwiQVwiOjI1NSxcIlJcIjoyMDQsXCJHXCI6MjA0LFwiQlwiOjIwNH19LFwiTGluZVdlaWdodFwiOjEuMCxcIkxpbmVUeXBlXCI6MH0sXCJWZXJ0aWNhbENvbm5lY3RvclN0eWxlXCI6e1wiJGlkXCI6XCIxNTdcIixcIkxpbmVDb2xvclwiOntcIiRpZFwiOlwiMTU4XCIsXCIkdHlwZVwiOlwiTkxSRS5Db21tb24uRG9tLlNvbGlkQ29sb3JCcnVzaCwgTkxSRS5Db21tb25cIixcIkNvbG9yXCI6e1wiJGlkXCI6XCIxNTlcIixcIkFcIjoyNTUsXCJSXCI6MjA0LFwiR1wiOjIwNCxcIkJcIjoyMDR9fSxcIkxpbmVXZWlnaHRcIjoxLjAsXCJMaW5lVHlwZVwiOjB9LFwiTWFyZ2luXCI6bnVsbCxcIlN0YXJ0RGF0ZVBvc2l0aW9uXCI6MyxcIkVuZERhdGVQb3NpdGlvblwiOjQsXCJUaXRsZVBvc2l0aW9uXCI6MixcIkR1cmF0aW9uUG9zaXRpb25cIjo2LFwiUGVyY2VudGFnZUNvbXBsZXRlZFBvc2l0aW9uXCI6NixcIlNwYWNpbmdcIjo1LFwiSXNCZWxvd1RpbWViYW5kXCI6dHJ1ZSxcIlBlcmNlbnRhZ2VDb21wbGV0ZVNoYXBlT3BhY2l0eVwiOjM1LFwiR3JvdXBOYW1lXCI6bnVsbCxcIkF0dGFjaGVkTWlsZXN0b25lc1N0eWxlc1wiOm51bGwsXCJTaGFwZVN0eWxlXCI6e1wiJGlkXCI6XCIxNjBcIixcIk1hcmdpblwiOntcIiRpZFwiOlwiMTYxXCIsXCJUb3BcIjowLjAsXCJMZWZ0XCI6NC4wLFwiUmlnaHRcIjo0LjAsXCJCb3R0b21cIjowLjB9LFwiUGFkZGluZ1wiOntcIiRpZFwiOlwiMTYyXCIsXCJUb3BcIjowLjAsXCJMZWZ0XCI6MC4wLFwiUmlnaHRcIjowLjAsXCJCb3R0b21cIjowLjB9LFwiQmFja2dyb3VuZFwiOntcIiRpZFwiOlwiMTYzXCIsXCJDb2xvclwiOntcIiRpZFwiOlwiMTY0XCIsXCJBXCI6MjU1LFwiUlwiOjAsXCJHXCI6MTE0LFwiQlwiOjE4OH19LFwiSXNWaXNpYmxlXCI6dHJ1ZSxcIldpZHRoXCI6MC4wLFwiSGVpZ2h0XCI6MTYuMCxcIkJvcmRlclN0eWxlXCI6e1wiJGlkXCI6XCIxNjVcIixcIkxpbmVDb2xvclwiOntcIiRpZFwiOlwiMTY2XCIsXCIkdHlwZVwiOlwiTkxSRS5Db21tb24uRG9tLlNvbGlkQ29sb3JCcnVzaCwgTkxSRS5Db21tb25cIixcIkNvbG9yXCI6e1wiJGlkXCI6XCIxNjdcIixcIkFcIjoyNTUsXCJSXCI6MjU1LFwiR1wiOjAsXCJCXCI6MH19LFwiTGluZVdlaWdodFwiOjAuMCxcIkxpbmVUeXBlXCI6MH19LFwiVGl0bGVTdHlsZVwiOntcIiRpZFwiOlwiMTY4XCIsXCJGb250U2V0dGluZ3NcIjp7XCIkaWRcIjpcIjE2OVwiLFwiRm9udFNpemVcIjoxMSxcIkZvbnROYW1lXCI6XCJDYWxpYnJpXCIsXCJJc0JvbGRcIjp0cnVlLFwiSXNJdGFsaWNcIjpmYWxzZSxcIklzVW5kZXJsaW5lZFwiOmZhbHNlfSxcIkF1dG9TaXplXCI6MCxcIkZvcmVncm91bmRcIjp7XCIkaWRcIjpcIjE3MFwiLFwiQ29sb3JcIjp7XCIkaWRcIjpcIjE3MVwiLFwiQVwiOjI1NSxcIlJcIjowLFwiR1wiOjAsXCJCXCI6MH19LFwiQmFja2dyb3VuZEZpbGxUeXBlXCI6MCxcIk1heFdpZHRoXCI6OTYwLjAsXCJNYXhIZWlnaHRcIjpcIkluZmluaXR5XCIsXCJTbWFydEZvcmVncm91bmRJc0FjdGl2ZVwiOmZhbHNlLFwiSG9yaXpvbnRhbEFsaWdubWVudFwiOjEsXCJWZXJ0aWNhbEFsaWdubWVudFwiOjAsXCJTbWFydEZvcmVncm91bmRcIjpudWxsLFwiTWFyZ2luXCI6e1wiJGlkXCI6XCIxNzJcIixcIlRvcFwiOjAuMCxcIkxlZnRcIjowLjAsXCJSaWdodFwiOjAuMCxcIkJvdHRvbVwiOjAuMH0sXCJQYWRkaW5nXCI6e1wiJGlkXCI6XCIxNzNcIixcIlRvcFwiOjAuMCxcIkxlZnRcIjowLjAsXCJSaWdodFwiOjAuMCxcIkJvdHRvbVwiOjAuMH0sXCJCYWNrZ3JvdW5kXCI6e1wiJGlkXCI6XCIxNzRcIixcIkNvbG9yXCI6e1wiJHJlZlwiOlwiMzZcIn19LFwiSXNWaXNpYmxlXCI6dHJ1ZSxcIldpZHRoXCI6MC4wLFwiSGVpZ2h0XCI6MC4wLFwiQm9yZGVyU3R5bGVcIjpudWxsfSxcIkRhdGVTdHlsZVwiOntcIiRpZFwiOlwiMTc1XCIsXCJGb250U2V0dGluZ3NcIjp7XCIkaWRcIjpcIjE3NlwiLFwiRm9udFNpemVcIjoxMCxcIkZvbnROYW1lXCI6XCJDYWxpYnJpXCIsXCJJc0JvbGRcIjpmYWxzZSxcIklzSXRhbGljXCI6ZmFsc2UsXCJJc1VuZGVybGluZWRcIjpmYWxzZX0sXCJBdXRvU2l6ZVwiOjAsXCJGb3JlZ3JvdW5kXCI6e1wiJGlkXCI6XCIxNzdcIixcIkNvbG9yXCI6e1wiJGlkXCI6XCIxNzhcIixcIkFcIjoyNTUsXCJSXCI6NjgsXCJHXCI6ODQsXCJCXCI6MTA2fX0sXCJCYWNrZ3JvdW5kRmlsbFR5cGVcIjowLFwiTWF4V2lkdGhcIjoyMDAuMCxcIk1heEhlaWdodFwiOlwiSW5maW5pdHlcIixcIlNtYXJ0Rm9yZWdyb3VuZElzQWN0aXZlXCI6ZmFsc2UsXCJIb3Jpem9udGFsQWxpZ25tZW50XCI6MSxcIlZlcnRpY2FsQWxpZ25tZW50XCI6MCxcIlNtYXJ0Rm9yZWdyb3VuZFwiOm51bGwsXCJNYXJnaW5cIjp7XCIkaWRcIjpcIjE3OVwiLFwiVG9wXCI6MC4wLFwiTGVmdFwiOjAuMCxcIlJpZ2h0XCI6MC4wLFwiQm90dG9tXCI6MC4wfSxcIlBhZGRpbmdcIjp7XCIkaWRcIjpcIjE4MFwiLFwiVG9wXCI6MC4wLFwiTGVmdFwiOjAuMCxcIlJpZ2h0XCI6MC4wLFwiQm90dG9tXCI6MC4wfSxcIkJhY2tncm91bmRcIjp7XCIkaWRcIjpcIjE4MVwiLFwiQ29sb3JcIjp7XCIkcmVmXCI6XCIzNlwifX0sXCJJc1Zpc2libGVcIjp0cnVlLFwiV2lkdGhcIjowLjAsXCJIZWlnaHRcIjowLjAsXCJCb3JkZXJTdHlsZVwiOm51bGx9LFwiRGF0ZUZvcm1hdFwiOntcIiRpZFwiOlwiMTg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ODNcIixcIkhlYWRlclN0eWxlXCI6e1wiJGlkXCI6XCIxODRcIixcIlRleHRTdHlsZVwiOntcIiRpZFwiOlwiMTg1XCIsXCJGb250U2V0dGluZ3NcIjp7XCIkaWRcIjpcIjE4NlwiLFwiRm9udFNpemVcIjoxMixcIkZvbnROYW1lXCI6XCJDYWxpYnJpXCIsXCJJc0JvbGRcIjpmYWxzZSxcIklzSXRhbGljXCI6ZmFsc2UsXCJJc1VuZGVybGluZWRcIjpmYWxzZX0sXCJBdXRvU2l6ZVwiOjAsXCJGb3JlZ3JvdW5kXCI6e1wiJGlkXCI6XCIxODdcIixcIkNvbG9yXCI6e1wiJGlkXCI6XCIxODh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ODlcIixcIlRvcFwiOjAuMCxcIkxlZnRcIjowLjAsXCJSaWdodFwiOjAuMCxcIkJvdHRvbVwiOjAuMH0sXCJQYWRkaW5nXCI6e1wiJGlkXCI6XCIxOTBcIixcIlRvcFwiOjAuMCxcIkxlZnRcIjowLjAsXCJSaWdodFwiOjAuMCxcIkJvdHRvbVwiOjAuMH0sXCJCYWNrZ3JvdW5kXCI6bnVsbCxcIklzVmlzaWJsZVwiOmZhbHNlLFwiV2lkdGhcIjowLjAsXCJIZWlnaHRcIjowLjAsXCJCb3JkZXJTdHlsZVwiOm51bGx9LFwiUmVjdGFuZ2xlU3R5bGVcIjp7XCIkaWRcIjpcIjE5MVwiLFwiTWFyZ2luXCI6e1wiJGlkXCI6XCIxOTJcIixcIlRvcFwiOjAuMCxcIkxlZnRcIjowLjAsXCJSaWdodFwiOjAuMCxcIkJvdHRvbVwiOjAuMH0sXCJQYWRkaW5nXCI6e1wiJGlkXCI6XCIxOTNcIixcIlRvcFwiOjAuMCxcIkxlZnRcIjowLjAsXCJSaWdodFwiOjAuMCxcIkJvdHRvbVwiOjAuMH0sXCJCYWNrZ3JvdW5kXCI6e1wiJGlkXCI6XCIxOTRcIixcIkNvbG9yXCI6e1wiJGlkXCI6XCIxOTVcIixcIkFcIjoxMjcsXCJSXCI6OTEsXCJHXCI6MTU1LFwiQlwiOjIxM319LFwiSXNWaXNpYmxlXCI6ZmFsc2UsXCJXaWR0aFwiOjAuMCxcIkhlaWdodFwiOjAuMCxcIkJvcmRlclN0eWxlXCI6e1wiJGlkXCI6XCIxOTZcIixcIkxpbmVDb2xvclwiOntcIiRpZFwiOlwiMTk3XCIsXCIkdHlwZVwiOlwiTkxSRS5Db21tb24uRG9tLlNvbGlkQ29sb3JCcnVzaCwgTkxSRS5Db21tb25cIixcIkNvbG9yXCI6e1wiJGlkXCI6XCIxOThcIixcIkFcIjoyNTUsXCJSXCI6MjU1LFwiR1wiOjAsXCJCXCI6MH19LFwiTGluZVdlaWdodFwiOjAuMCxcIkxpbmVUeXBlXCI6MH19LFwiVGV4dElzVmVydGljYWxcIjpmYWxzZX0sXCJCYWNrZ3JvdW5kU3R5bGVcIjp7XCIkaWRcIjpcIjE5OVwiLFwiTWFyZ2luXCI6e1wiJGlkXCI6XCIyMDBcIixcIlRvcFwiOjAuMCxcIkxlZnRcIjowLjAsXCJSaWdodFwiOjAuMCxcIkJvdHRvbVwiOjAuMH0sXCJQYWRkaW5nXCI6e1wiJGlkXCI6XCIyMDFcIixcIlRvcFwiOjAuMCxcIkxlZnRcIjowLjAsXCJSaWdodFwiOjAuMCxcIkJvdHRvbVwiOjAuMH0sXCJCYWNrZ3JvdW5kXCI6e1wiJGlkXCI6XCIyMDJcIixcIkNvbG9yXCI6e1wiJGlkXCI6XCIyMDNcIixcIkFcIjozOCxcIlJcIjo5MSxcIkdcIjoxNTUsXCJCXCI6MjEzfX0sXCJJc1Zpc2libGVcIjp0cnVlLFwiV2lkdGhcIjowLjAsXCJIZWlnaHRcIjowLjAsXCJCb3JkZXJTdHlsZVwiOntcIiRpZFwiOlwiMjA0XCIsXCJMaW5lQ29sb3JcIjp7XCIkaWRcIjpcIjIwNVwiLFwiJHR5cGVcIjpcIk5MUkUuQ29tbW9uLkRvbS5Tb2xpZENvbG9yQnJ1c2gsIE5MUkUuQ29tbW9uXCIsXCJDb2xvclwiOntcIiRpZFwiOlwiMjA2XCIsXCJBXCI6MjU1LFwiUlwiOjI1NSxcIkdcIjowLFwiQlwiOjB9fSxcIkxpbmVXZWlnaHRcIjowLjAsXCJMaW5lVHlwZVwiOjB9fSxcIklzQWJvdmVUaW1lYmFuZFwiOmZhbHNlfSxcIkRlZmF1bHRTd2ltbGFuZVYyU3R5bGVcIjp7XCIkaWRcIjpcIjIwN1wiLFwiSGVhZGVyU3R5bGVcIjp7XCIkaWRcIjpcIjIwOFwiLFwiVGV4dFN0eWxlXCI6e1wiJGlkXCI6XCIyMDlcIixcIkZvbnRTZXR0aW5nc1wiOntcIiRpZFwiOlwiMjEwXCIsXCJGb250U2l6ZVwiOjEyLFwiRm9udE5hbWVcIjpcIkNhbGlicmlcIixcIklzQm9sZFwiOmZhbHNlLFwiSXNJdGFsaWNcIjpmYWxzZSxcIklzVW5kZXJsaW5lZFwiOmZhbHNlfSxcIkF1dG9TaXplXCI6MixcIkZvcmVncm91bmRcIjp7XCIkaWRcIjpcIjIxMVwiLFwiQ29sb3JcIjp7XCIkaWRcIjpcIjIxMlwiLFwiQVwiOjI1NSxcIlJcIjoyNTUsXCJHXCI6MjU1LFwiQlwiOjI1NX19LFwiQmFja2dyb3VuZEZpbGxUeXBlXCI6MCxcIk1heFdpZHRoXCI6XCJJbmZpbml0eVwiLFwiTWF4SGVpZ2h0XCI6MC4wLFwiU21hcnRGb3JlZ3JvdW5kSXNBY3RpdmVcIjpmYWxzZSxcIkhvcml6b250YWxBbGlnbm1lbnRcIjowLFwiVmVydGljYWxBbGlnbm1lbnRcIjowLFwiU21hcnRGb3JlZ3JvdW5kXCI6bnVsbCxcIk1hcmdpblwiOntcIiRpZFwiOlwiMjEzXCIsXCJUb3BcIjowLjAsXCJMZWZ0XCI6MC4wLFwiUmlnaHRcIjowLjAsXCJCb3R0b21cIjowLjB9LFwiUGFkZGluZ1wiOntcIiRpZFwiOlwiMjE0XCIsXCJUb3BcIjowLjAsXCJMZWZ0XCI6MC4wLFwiUmlnaHRcIjowLjAsXCJCb3R0b21cIjowLjB9LFwiQmFja2dyb3VuZFwiOm51bGwsXCJJc1Zpc2libGVcIjp0cnVlLFwiV2lkdGhcIjowLjAsXCJIZWlnaHRcIjowLjAsXCJCb3JkZXJTdHlsZVwiOm51bGx9LFwiUmVjdGFuZ2xlU3R5bGVcIjp7XCIkaWRcIjpcIjIxNVwiLFwiTWFyZ2luXCI6e1wiJGlkXCI6XCIyMTZcIixcIlRvcFwiOjAuMCxcIkxlZnRcIjowLjAsXCJSaWdodFwiOjAuMCxcIkJvdHRvbVwiOjAuMH0sXCJQYWRkaW5nXCI6e1wiJGlkXCI6XCIyMTdcIixcIlRvcFwiOjAuMCxcIkxlZnRcIjowLjAsXCJSaWdodFwiOjAuMCxcIkJvdHRvbVwiOjAuMH0sXCJCYWNrZ3JvdW5kXCI6e1wiJGlkXCI6XCIyMThcIixcIkNvbG9yXCI6e1wiJGlkXCI6XCIyMTlcIixcIkFcIjoyNTUsXCJSXCI6NjgsXCJHXCI6MTE0LFwiQlwiOjE5Nn19LFwiSXNWaXNpYmxlXCI6dHJ1ZSxcIldpZHRoXCI6MC4wLFwiSGVpZ2h0XCI6MC4wLFwiQm9yZGVyU3R5bGVcIjp7XCIkaWRcIjpcIjIyMFwiLFwiTGluZUNvbG9yXCI6e1wiJGlkXCI6XCIyMjFcIixcIiR0eXBlXCI6XCJOTFJFLkNvbW1vbi5Eb20uU29saWRDb2xvckJydXNoLCBOTFJFLkNvbW1vblwiLFwiQ29sb3JcIjp7XCIkaWRcIjpcIjIyMlwiLFwiQVwiOjI1NSxcIlJcIjoyNTUsXCJHXCI6MCxcIkJcIjowfX0sXCJMaW5lV2VpZ2h0XCI6MC4wLFwiTGluZVR5cGVcIjowfX0sXCJUZXh0SXNWZXJ0aWNhbFwiOmZhbHNlfSxcIkJhY2tncm91bmRTdHlsZVwiOntcIiRpZFwiOlwiMjIzXCIsXCJNYXJnaW5cIjpudWxsLFwiUGFkZGluZ1wiOm51bGwsXCJCYWNrZ3JvdW5kXCI6e1wiJGlkXCI6XCIyMjRcIixcIkNvbG9yXCI6e1wiJGlkXCI6XCIyMjVcIixcIkFcIjo1MSxcIlJcIjoxNjUsXCJHXCI6MTY1LFwiQlwiOjE2NX19LFwiSXNWaXNpYmxlXCI6ZmFsc2UsXCJXaWR0aFwiOjAuMCxcIkhlaWdodFwiOjAuMCxcIkJvcmRlclN0eWxlXCI6e1wiJGlkXCI6XCIyMjZcIixcIkxpbmVDb2xvclwiOntcIiRpZFwiOlwiMjI3XCIsXCIkdHlwZVwiOlwiTkxSRS5Db21tb24uRG9tLlNvbGlkQ29sb3JCcnVzaCwgTkxSRS5Db21tb25cIixcIkNvbG9yXCI6e1wiJGlkXCI6XCIyMjhcIixcIkFcIjoyNTUsXCJSXCI6MjU1LFwiR1wiOjAsXCJCXCI6MH19LFwiTGluZVdlaWdodFwiOjAuMCxcIkxpbmVUeXBlXCI6MH19LFwiSXNBYm92ZVRpbWViYW5kXCI6ZmFsc2UsXCJTd2ltbGFuZURlZmF1bHRBY3Rpdml0eVN0eWxlXCI6e1wiJGlkXCI6XCIyMjlcIixcIkhlYWRlclN0eWxlXCI6e1wiJGlkXCI6XCIyMzBcIixcIlRleHRTdHlsZVwiOntcIiRpZFwiOlwiMjMxXCIsXCJGb250U2V0dGluZ3NcIjp7XCIkaWRcIjpcIjIzMlwiLFwiRm9udFNpemVcIjoxMSxcIkZvbnROYW1lXCI6XCJDYWxpYnJpXCIsXCJJc0JvbGRcIjpmYWxzZSxcIklzSXRhbGljXCI6ZmFsc2UsXCJJc1VuZGVybGluZWRcIjpmYWxzZX0sXCJBdXRvU2l6ZVwiOjIsXCJGb3JlZ3JvdW5kXCI6e1wiJGlkXCI6XCIyMzNcIixcIkNvbG9yXCI6e1wiJGlkXCI6XCIyMzRcIixcIkFcIjoyNTUsXCJSXCI6MCxcIkdcIjowLFwiQlwiOjB9fSxcIkJhY2tncm91bmRGaWxsVHlwZVwiOjAsXCJNYXhXaWR0aFwiOlwiSW5maW5pdHlcIixcIk1heEhlaWdodFwiOjAuMCxcIlNtYXJ0Rm9yZWdyb3VuZElzQWN0aXZlXCI6ZmFsc2UsXCJIb3Jpem9udGFsQWxpZ25tZW50XCI6MCxcIlZlcnRpY2FsQWxpZ25tZW50XCI6MCxcIlNtYXJ0Rm9yZWdyb3VuZFwiOm51bGwsXCJNYXJnaW5cIjp7XCIkaWRcIjpcIjIzNVwiLFwiVG9wXCI6MC4wLFwiTGVmdFwiOjAuMCxcIlJpZ2h0XCI6MC4wLFwiQm90dG9tXCI6MC4wfSxcIlBhZGRpbmdcIjp7XCIkaWRcIjpcIjIzNlwiLFwiVG9wXCI6MC4wLFwiTGVmdFwiOjAuMCxcIlJpZ2h0XCI6MC4wLFwiQm90dG9tXCI6MC4wfSxcIkJhY2tncm91bmRcIjpudWxsLFwiSXNWaXNpYmxlXCI6dHJ1ZSxcIldpZHRoXCI6MC4wLFwiSGVpZ2h0XCI6MC4wLFwiQm9yZGVyU3R5bGVcIjpudWxsfSxcIlJlY3RhbmdsZVN0eWxlXCI6e1wiJGlkXCI6XCIyMzdcIixcIk1hcmdpblwiOntcIiRpZFwiOlwiMjM4XCIsXCJUb3BcIjowLjAsXCJMZWZ0XCI6MC4wLFwiUmlnaHRcIjowLjAsXCJCb3R0b21cIjowLjB9LFwiUGFkZGluZ1wiOntcIiRpZFwiOlwiMjM5XCIsXCJUb3BcIjowLjAsXCJMZWZ0XCI6MC4wLFwiUmlnaHRcIjowLjAsXCJCb3R0b21cIjowLjB9LFwiQmFja2dyb3VuZFwiOntcIiRpZFwiOlwiMjQwXCIsXCJDb2xvclwiOntcIiRpZFwiOlwiMjQxXCIsXCJBXCI6NjMsXCJSXCI6NjgsXCJHXCI6MTE0LFwiQlwiOjE5Nn19LFwiSXNWaXNpYmxlXCI6dHJ1ZSxcIldpZHRoXCI6MC4wLFwiSGVpZ2h0XCI6MC4wLFwiQm9yZGVyU3R5bGVcIjp7XCIkaWRcIjpcIjI0MlwiLFwiTGluZUNvbG9yXCI6e1wiJGlkXCI6XCIyNDNcIixcIiR0eXBlXCI6XCJOTFJFLkNvbW1vbi5Eb20uU29saWRDb2xvckJydXNoLCBOTFJFLkNvbW1vblwiLFwiQ29sb3JcIjp7XCIkaWRcIjpcIjI0NFwiLFwiQVwiOjI1NSxcIlJcIjoyNTUsXCJHXCI6MCxcIkJcIjowfX0sXCJMaW5lV2VpZ2h0XCI6MC4wLFwiTGluZVR5cGVcIjowfX19LFwiQmFja2dyb3VuZFN0eWxlXCI6e1wiJGlkXCI6XCIyNDVcIixcIk1hcmdpblwiOm51bGwsXCJQYWRkaW5nXCI6bnVsbCxcIkJhY2tncm91bmRcIjp7XCIkaWRcIjpcIjI0NlwiLFwiQ29sb3JcIjp7XCIkaWRcIjpcIjI0N1wiLFwiQVwiOjUxLFwiUlwiOjE2NSxcIkdcIjoxNjUsXCJCXCI6MTY1fX0sXCJJc1Zpc2libGVcIjpmYWxzZSxcIldpZHRoXCI6MC4wLFwiSGVpZ2h0XCI6MC4wLFwiQm9yZGVyU3R5bGVcIjp7XCIkaWRcIjpcIjI0OFwiLFwiTGluZUNvbG9yXCI6e1wiJGlkXCI6XCIyNDlcIixcIiR0eXBlXCI6XCJOTFJFLkNvbW1vbi5Eb20uU29saWRDb2xvckJydXNoLCBOTFJFLkNvbW1vblwiLFwiQ29sb3JcIjp7XCIkaWRcIjpcIjI1MFwiLFwiQVwiOjI1NSxcIlJcIjoyNTUsXCJHXCI6MCxcIkJcIjowfX0sXCJMaW5lV2VpZ2h0XCI6MC4wLFwiTGluZVR5cGVcIjowfX0sXCJDdXN0b21Td2ltbGFuZU1pbGVzdG9uZVN0eWxlTGlzdFwiOltdLFwiQ3VzdG9tU3dpbWxhbmVUYXNrU3R5bGVMaXN0XCI6W10sXCJJc1Zpc2libGVcIjp0cnVlfSxcIkN1c3RvbVN3aW1sYW5lQWN0aXZpdGllc1N0eWxlTGlzdFwiOltdLFwiSXNWaXNpYmxlXCI6dHJ1ZSxcIlNwYWNpbmdcIjoyfSxcIkN1c3RvbU1pbGVzdG9uZVN0eWxlTGlzdFwiOltdLFwiQ3VzdG9tVGFza1N0eWxlTGlzdFwiOltdLFwiQ3VzdG9tU3dpbWxhbmVEZWZpbml0aW9uU3R5bGVMaXN0XCI6W3tcIiRpZFwiOlwiMjUxXCIsXCJTdHlsZVwiOntcIiRpZFwiOlwiMjUyXCIsXCJIZWFkZXJTdHlsZVwiOntcIiRpZFwiOlwiMjUzXCIsXCJUZXh0U3R5bGVcIjp7XCIkaWRcIjpcIjI1NFwiLFwiRm9udFNldHRpbmdzXCI6e1wiJGlkXCI6XCIyNTVcIixcIkZvbnRTaXplXCI6MTIsXCJGb250TmFtZVwiOlwiQ2FsaWJyaVwiLFwiSXNCb2xkXCI6dHJ1ZSxcIklzSXRhbGljXCI6ZmFsc2UsXCJJc1VuZGVybGluZWRcIjpmYWxzZX0sXCJBdXRvU2l6ZVwiOjAsXCJGb3JlZ3JvdW5kXCI6e1wiJGlkXCI6XCIyNTZcIixcIkNvbG9yXCI6e1wiJGlkXCI6XCIyNTdcIixcIkFcIjoyNTUsXCJSXCI6NjAsXCJHXCI6NTQsXCJCXCI6NDl9fSxcIkJhY2tncm91bmRGaWxsVHlwZVwiOjAsXCJNYXhXaWR0aFwiOjAuMCxcIk1heEhlaWdodFwiOjAuMCxcIlNtYXJ0Rm9yZWdyb3VuZElzQWN0aXZlXCI6ZmFsc2UsXCJIb3Jpem9udGFsQWxpZ25tZW50XCI6MCxcIlZlcnRpY2FsQWxpZ25tZW50XCI6MCxcIlNtYXJ0Rm9yZWdyb3VuZFwiOm51bGwsXCJNYXJnaW5cIjp7XCIkaWRcIjpcIjI1OFwiLFwiVG9wXCI6MC4wLFwiTGVmdFwiOjAuMCxcIlJpZ2h0XCI6MC4wLFwiQm90dG9tXCI6MC4wfSxcIlBhZGRpbmdcIjp7XCIkaWRcIjpcIjI1OVwiLFwiVG9wXCI6MC4wLFwiTGVmdFwiOjAuMCxcIlJpZ2h0XCI6MC4wLFwiQm90dG9tXCI6MC4wfSxcIkJhY2tncm91bmRcIjpudWxsLFwiSXNWaXNpYmxlXCI6ZmFsc2UsXCJXaWR0aFwiOjAuMCxcIkhlaWdodFwiOjAuMCxcIkJvcmRlclN0eWxlXCI6bnVsbH0sXCJSZWN0YW5nbGVTdHlsZVwiOntcIiRpZFwiOlwiMjYwXCIsXCJNYXJnaW5cIjp7XCIkaWRcIjpcIjI2MVwiLFwiVG9wXCI6MC4wLFwiTGVmdFwiOjAuMCxcIlJpZ2h0XCI6MC4wLFwiQm90dG9tXCI6MC4wfSxcIlBhZGRpbmdcIjp7XCIkaWRcIjpcIjI2MlwiLFwiVG9wXCI6MC4wLFwiTGVmdFwiOjAuMCxcIlJpZ2h0XCI6MC4wLFwiQm90dG9tXCI6MC4wfSxcIkJhY2tncm91bmRcIjp7XCIkaWRcIjpcIjI2M1wiLFwiQ29sb3JcIjp7XCIkaWRcIjpcIjI2NFwiLFwiQVwiOjI1NSxcIlJcIjoyNTUsXCJHXCI6MTkyLFwiQlwiOjB9fSxcIklzVmlzaWJsZVwiOmZhbHNlLFwiV2lkdGhcIjowLjAsXCJIZWlnaHRcIjowLjAsXCJCb3JkZXJTdHlsZVwiOntcIiRpZFwiOlwiMjY1XCIsXCJMaW5lQ29sb3JcIjp7XCIkaWRcIjpcIjI2NlwiLFwiJHR5cGVcIjpcIk5MUkUuQ29tbW9uLkRvbS5Tb2xpZENvbG9yQnJ1c2gsIE5MUkUuQ29tbW9uXCIsXCJDb2xvclwiOntcIiRpZFwiOlwiMjY3XCIsXCJBXCI6MjU1LFwiUlwiOjYwLFwiR1wiOjU0LFwiQlwiOjQ5fX0sXCJMaW5lV2VpZ2h0XCI6MC4wLFwiTGluZVR5cGVcIjowfX0sXCJUZXh0SXNWZXJ0aWNhbFwiOmZhbHNlfSxcIkJhY2tncm91bmRTdHlsZVwiOntcIiRpZFwiOlwiMjY4XCIsXCJNYXJnaW5cIjp7XCIkaWRcIjpcIjI2OVwiLFwiVG9wXCI6MC4wLFwiTGVmdFwiOjAuMCxcIlJpZ2h0XCI6MC4wLFwiQm90dG9tXCI6MC4wfSxcIlBhZGRpbmdcIjp7XCIkaWRcIjpcIjI3MFwiLFwiVG9wXCI6MC4wLFwiTGVmdFwiOjAuMCxcIlJpZ2h0XCI6MC4wLFwiQm90dG9tXCI6MC4wfSxcIkJhY2tncm91bmRcIjp7XCIkaWRcIjpcIjI3MVwiLFwiQ29sb3JcIjp7XCIkaWRcIjpcIjI3MlwiLFwiQVwiOjM4LFwiUlwiOjI1NSxcIkdcIjoxOTIsXCJCXCI6MH19LFwiSXNWaXNpYmxlXCI6dHJ1ZSxcIldpZHRoXCI6MC4wLFwiSGVpZ2h0XCI6MC4wLFwiQm9yZGVyU3R5bGVcIjp7XCIkaWRcIjpcIjI3M1wiLFwiTGluZUNvbG9yXCI6e1wiJGlkXCI6XCIyNzRcIixcIiR0eXBlXCI6XCJOTFJFLkNvbW1vbi5Eb20uU29saWRDb2xvckJydXNoLCBOTFJFLkNvbW1vblwiLFwiQ29sb3JcIjp7XCIkaWRcIjpcIjI3NVwiLFwiQVwiOjI1NSxcIlJcIjoyMDgsXCJHXCI6MjA2LFwiQlwiOjIwNn19LFwiTGluZVdlaWdodFwiOjAuMCxcIkxpbmVUeXBlXCI6MH19LFwiSXNBYm92ZVRpbWViYW5kXCI6ZmFsc2V9LFwiQ3VzdG9tU3dpbWxhbmVNaWxlc3RvbmVTdHlsZUxpc3RcIjpbe1wiJGlkXCI6XCIyNzZcIixcIlRpdGxlU3R5bGVcIjp7XCIkaWRcIjpcIjI3N1wiLFwiRm9udFNldHRpbmdzXCI6e1wiJGlkXCI6XCIyNzhcIixcIkZvbnRTaXplXCI6MTEsXCJGb250TmFtZVwiOlwiQ2FsaWJyaVwiLFwiSXNCb2xkXCI6dHJ1ZSxcIklzSXRhbGljXCI6ZmFsc2UsXCJJc1VuZGVybGluZWRcIjpmYWxzZX0sXCJBdXRvU2l6ZVwiOjAsXCJGb3JlZ3JvdW5kXCI6e1wiJGlkXCI6XCIyNzlcIixcIkNvbG9yXCI6e1wiJGlkXCI6XCIyODB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jgxXCIsXCJUb3BcIjowLjAsXCJMZWZ0XCI6MC4wLFwiUmlnaHRcIjowLjAsXCJCb3R0b21cIjowLjB9LFwiUGFkZGluZ1wiOntcIiRpZFwiOlwiMjgyXCIsXCJUb3BcIjowLjAsXCJMZWZ0XCI6MC4wLFwiUmlnaHRcIjowLjAsXCJCb3R0b21cIjowLjB9LFwiQmFja2dyb3VuZFwiOntcIiRyZWZcIjpcIjEwNVwifSxcIklzVmlzaWJsZVwiOnRydWUsXCJXaWR0aFwiOjAuMCxcIkhlaWdodFwiOjAuMCxcIkJvcmRlclN0eWxlXCI6bnVsbH0sXCJEYXRlU3R5bGVcIjp7XCIkaWRcIjpcIjI4M1wiLFwiRm9udFNldHRpbmdzXCI6e1wiJGlkXCI6XCIyODRcIixcIkZvbnRTaXplXCI6MTAsXCJGb250TmFtZVwiOlwiQ2FsaWJyaVwiLFwiSXNCb2xkXCI6ZmFsc2UsXCJJc0l0YWxpY1wiOmZhbHNlLFwiSXNVbmRlcmxpbmVkXCI6ZmFsc2V9LFwiQXV0b1NpemVcIjowLFwiRm9yZWdyb3VuZFwiOntcIiRpZFwiOlwiMjg1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I4NlwiLFwiVG9wXCI6MC4wLFwiTGVmdFwiOjAuMCxcIlJpZ2h0XCI6MC4wLFwiQm90dG9tXCI6MC4wfSxcIlBhZGRpbmdcIjp7XCIkaWRcIjpcIjI4N1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CxcIlNoYXBlU2l6ZVwiOjEsXCJTaGFwZVN0eWxlXCI6e1wiJGlkXCI6XCIyODhcIixcIk1hcmdpblwiOntcIiRpZFwiOlwiMjg5XCIsXCJUb3BcIjowLjAsXCJMZWZ0XCI6MC4wLFwiUmlnaHRcIjowLjAsXCJCb3R0b21cIjowLjB9LFwiUGFkZGluZ1wiOntcIiRpZFwiOlwiMjkwXCIsXCJUb3BcIjowLjAsXCJMZWZ0XCI6MC4wLFwiUmlnaHRcIjowLjAsXCJCb3R0b21cIjowLjB9LFwiQmFja2dyb3VuZFwiOntcIiRpZFwiOlwiMjkxXCIsXCJDb2xvclwiOntcIiRpZFwiOlwiMjkyXCIsXCJBXCI6MjU1LFwiUlwiOjI1NSxcIkdcIjoxOTIsXCJCXCI6MH19LFwiSXNWaXNpYmxlXCI6dHJ1ZSxcIldpZHRoXCI6MTguMCxcIkhlaWdodFwiOjIwLjAsXCJCb3JkZXJTdHlsZVwiOntcIiRpZFwiOlwiMjkzXCIsXCJMaW5lQ29sb3JcIjpudWxsLFwiTGluZVdlaWdodFwiOjAuMCxcIkxpbmVUeXBlXCI6MH19LFwiRGF0ZUZvcm1hdFwiOntcIiRpZFwiOlwiMjk0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zRkM2ZiZDItZjQ2NC00MWUxLTgyOWItYzU3MjRiODRiZDQxXCIsXCJTcGFjaW5nXCI6NX0se1wiJGlkXCI6XCIyOTVcIixcIlRpdGxlU3R5bGVcIjp7XCIkaWRcIjpcIjI5NlwiLFwiRm9udFNldHRpbmdzXCI6e1wiJGlkXCI6XCIyOTdcIixcIkZvbnRTaXplXCI6MTEsXCJGb250TmFtZVwiOlwiQ2FsaWJyaVwiLFwiSXNCb2xkXCI6dHJ1ZSxcIklzSXRhbGljXCI6ZmFsc2UsXCJJc1VuZGVybGluZWRcIjpmYWxzZX0sXCJBdXRvU2l6ZVwiOjIsXCJGb3JlZ3JvdW5kXCI6e1wiJGlkXCI6XCIyOThcIixcIkNvbG9yXCI6e1wiJGlkXCI6XCIyOTlcIixcIkFcIjoyNTUsXCJSXCI6MCxcIkdcIjowLFwiQlwiOjB9fSxcIkJhY2tncm91bmRGaWxsVHlwZVwiOjAsXCJNYXhXaWR0aFwiOjEwMC43NzMzMzMzMzMzMzMzNCxcIk1heEhlaWdodFwiOlwiSW5maW5pdHlcIixcIlNtYXJ0Rm9yZWdyb3VuZElzQWN0aXZlXCI6ZmFsc2UsXCJIb3Jpem9udGFsQWxpZ25tZW50XCI6MCxcIlZlcnRpY2FsQWxpZ25tZW50XCI6MCxcIlNtYXJ0Rm9yZWdyb3VuZFwiOm51bGwsXCJNYXJnaW5cIjp7XCIkaWRcIjpcIjMwMFwiLFwiVG9wXCI6MC4wLFwiTGVmdFwiOjAuMCxcIlJpZ2h0XCI6MC4wLFwiQm90dG9tXCI6MC4wfSxcIlBhZGRpbmdcIjp7XCIkaWRcIjpcIjMwMVwiLFwiVG9wXCI6MC4wLFwiTGVmdFwiOjAuMCxcIlJpZ2h0XCI6MC4wLFwiQm90dG9tXCI6MC4wfSxcIkJhY2tncm91bmRcIjp7XCIkcmVmXCI6XCIxMDVcIn0sXCJJc1Zpc2libGVcIjp0cnVlLFwiV2lkdGhcIjowLjAsXCJIZWlnaHRcIjowLjAsXCJCb3JkZXJTdHlsZVwiOm51bGx9LFwiRGF0ZVN0eWxlXCI6e1wiJGlkXCI6XCIzMDJcIixcIkZvbnRTZXR0aW5nc1wiOntcIiRpZFwiOlwiMzAzXCIsXCJGb250U2l6ZVwiOjEwLFwiRm9udE5hbWVcIjpcIkNhbGlicmlcIixcIklzQm9sZFwiOmZhbHNlLFwiSXNJdGFsaWNcIjpmYWxzZSxcIklzVW5kZXJsaW5lZFwiOmZhbHNlfSxcIkF1dG9TaXplXCI6MCxcIkZvcmVncm91bmRcIjp7XCIkaWRcIjpcIjMwNF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MDVcIixcIlRvcFwiOjAuMCxcIkxlZnRcIjowLjAsXCJSaWdodFwiOjAuMCxcIkJvdHRvbVwiOjAuMH0sXCJQYWRkaW5nXCI6e1wiJGlkXCI6XCIzMDZ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A3XCIsXCJNYXJnaW5cIjp7XCIkaWRcIjpcIjMwOFwiLFwiVG9wXCI6MC4wLFwiTGVmdFwiOjAuMCxcIlJpZ2h0XCI6MC4wLFwiQm90dG9tXCI6MC4wfSxcIlBhZGRpbmdcIjp7XCIkaWRcIjpcIjMwOVwiLFwiVG9wXCI6MC4wLFwiTGVmdFwiOjAuMCxcIlJpZ2h0XCI6MC4wLFwiQm90dG9tXCI6MC4wfSxcIkJhY2tncm91bmRcIjp7XCIkaWRcIjpcIjMxMFwiLFwiQ29sb3JcIjp7XCIkaWRcIjpcIjMxMVwiLFwiQVwiOjI1NSxcIlJcIjoyNTUsXCJHXCI6MTkyLFwiQlwiOjB9fSxcIklzVmlzaWJsZVwiOnRydWUsXCJXaWR0aFwiOjE4LjAsXCJIZWlnaHRcIjoyMC4wLFwiQm9yZGVyU3R5bGVcIjp7XCIkaWRcIjpcIjMxMlwiLFwiTGluZUNvbG9yXCI6bnVsbCxcIkxpbmVXZWlnaHRcIjowLjAsXCJMaW5lVHlwZVwiOjB9fSxcIkRhdGVGb3JtYXRcIjp7XCIkaWRcIjpcIjM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E0XCIsXCJUaXRsZVN0eWxlXCI6e1wiJGlkXCI6XCIzMTVcIixcIkZvbnRTZXR0aW5nc1wiOntcIiRpZFwiOlwiMzE2XCIsXCJGb250U2l6ZVwiOjExLFwiRm9udE5hbWVcIjpcIkNhbGlicmlcIixcIklzQm9sZFwiOnRydWUsXCJJc0l0YWxpY1wiOmZhbHNlLFwiSXNVbmRlcmxpbmVkXCI6ZmFsc2V9LFwiQXV0b1NpemVcIjowLFwiRm9yZWdyb3VuZFwiOntcIiRpZFwiOlwiMzE3XCIsXCJDb2xvclwiOntcIiRpZFwiOlwiMzE4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xOVwiLFwiVG9wXCI6MC4wLFwiTGVmdFwiOjAuMCxcIlJpZ2h0XCI6MC4wLFwiQm90dG9tXCI6MC4wfSxcIlBhZGRpbmdcIjp7XCIkaWRcIjpcIjMyMFwiLFwiVG9wXCI6MC4wLFwiTGVmdFwiOjAuMCxcIlJpZ2h0XCI6MC4wLFwiQm90dG9tXCI6MC4wfSxcIkJhY2tncm91bmRcIjp7XCIkcmVmXCI6XCIxMDVcIn0sXCJJc1Zpc2libGVcIjp0cnVlLFwiV2lkdGhcIjowLjAsXCJIZWlnaHRcIjowLjAsXCJCb3JkZXJTdHlsZVwiOm51bGx9LFwiRGF0ZVN0eWxlXCI6e1wiJGlkXCI6XCIzMjFcIixcIkZvbnRTZXR0aW5nc1wiOntcIiRpZFwiOlwiMzIyXCIsXCJGb250U2l6ZVwiOjEwLFwiRm9udE5hbWVcIjpcIkNhbGlicmlcIixcIklzQm9sZFwiOmZhbHNlLFwiSXNJdGFsaWNcIjpmYWxzZSxcIklzVW5kZXJsaW5lZFwiOmZhbHNlfSxcIkF1dG9TaXplXCI6MCxcIkZvcmVncm91bmRcIjp7XCIkaWRcIjpcIjMyM1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MjRcIixcIlRvcFwiOjAuMCxcIkxlZnRcIjowLjAsXCJSaWdodFwiOjAuMCxcIkJvdHRvbVwiOjAuMH0sXCJQYWRkaW5nXCI6e1wiJGlkXCI6XCIzMjV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I2XCIsXCJNYXJnaW5cIjp7XCIkaWRcIjpcIjMyN1wiLFwiVG9wXCI6MC4wLFwiTGVmdFwiOjAuMCxcIlJpZ2h0XCI6MC4wLFwiQm90dG9tXCI6MC4wfSxcIlBhZGRpbmdcIjp7XCIkaWRcIjpcIjMyOFwiLFwiVG9wXCI6MC4wLFwiTGVmdFwiOjAuMCxcIlJpZ2h0XCI6MC4wLFwiQm90dG9tXCI6MC4wfSxcIkJhY2tncm91bmRcIjp7XCIkaWRcIjpcIjMyOVwiLFwiQ29sb3JcIjp7XCIkaWRcIjpcIjMzMFwiLFwiQVwiOjI1NSxcIlJcIjoyNTUsXCJHXCI6MTkyLFwiQlwiOjB9fSxcIklzVmlzaWJsZVwiOnRydWUsXCJXaWR0aFwiOjE4LjAsXCJIZWlnaHRcIjoyMC4wLFwiQm9yZGVyU3R5bGVcIjp7XCIkaWRcIjpcIjMzMVwiLFwiTGluZUNvbG9yXCI6bnVsbCxcIkxpbmVXZWlnaHRcIjowLjAsXCJMaW5lVHlwZVwiOjB9fSxcIkRhdGVGb3JtYXRcIjp7XCIkaWRcIjpcIjMzMl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MzXCIsXCJUaXRsZVN0eWxlXCI6e1wiJGlkXCI6XCIzMzRcIixcIkZvbnRTZXR0aW5nc1wiOntcIiRpZFwiOlwiMzM1XCIsXCJGb250U2l6ZVwiOjExLFwiRm9udE5hbWVcIjpcIkNhbGlicmlcIixcIklzQm9sZFwiOnRydWUsXCJJc0l0YWxpY1wiOmZhbHNlLFwiSXNVbmRlcmxpbmVkXCI6ZmFsc2V9LFwiQXV0b1NpemVcIjoyLFwiRm9yZWdyb3VuZFwiOntcIiRpZFwiOlwiMzM2XCIsXCJDb2xvclwiOntcIiRpZFwiOlwiMzM3XCIsXCJBXCI6MjU1LFwiUlwiOjAsXCJHXCI6MCxcIkJcIjowfX0sXCJCYWNrZ3JvdW5kRmlsbFR5cGVcIjowLFwiTWF4V2lkdGhcIjo5MC4yOCxcIk1heEhlaWdodFwiOlwiSW5maW5pdHlcIixcIlNtYXJ0Rm9yZWdyb3VuZElzQWN0aXZlXCI6ZmFsc2UsXCJIb3Jpem9udGFsQWxpZ25tZW50XCI6MCxcIlZlcnRpY2FsQWxpZ25tZW50XCI6MCxcIlNtYXJ0Rm9yZWdyb3VuZFwiOm51bGwsXCJNYXJnaW5cIjp7XCIkaWRcIjpcIjMzOFwiLFwiVG9wXCI6MC4wLFwiTGVmdFwiOjAuMCxcIlJpZ2h0XCI6MC4wLFwiQm90dG9tXCI6MC4wfSxcIlBhZGRpbmdcIjp7XCIkaWRcIjpcIjMzOVwiLFwiVG9wXCI6MC4wLFwiTGVmdFwiOjAuMCxcIlJpZ2h0XCI6MC4wLFwiQm90dG9tXCI6MC4wfSxcIkJhY2tncm91bmRcIjp7XCIkcmVmXCI6XCIxMDVcIn0sXCJJc1Zpc2libGVcIjp0cnVlLFwiV2lkdGhcIjowLjAsXCJIZWlnaHRcIjowLjAsXCJCb3JkZXJTdHlsZVwiOm51bGx9LFwiRGF0ZVN0eWxlXCI6e1wiJGlkXCI6XCIzNDBcIixcIkZvbnRTZXR0aW5nc1wiOntcIiRpZFwiOlwiMzQxXCIsXCJGb250U2l6ZVwiOjEwLFwiRm9udE5hbWVcIjpcIkNhbGlicmlcIixcIklzQm9sZFwiOmZhbHNlLFwiSXNJdGFsaWNcIjpmYWxzZSxcIklzVW5kZXJsaW5lZFwiOmZhbHNlfSxcIkF1dG9TaXplXCI6MCxcIkZvcmVncm91bmRcIjp7XCIkaWRcIjpcIjM0Ml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NDNcIixcIlRvcFwiOjAuMCxcIkxlZnRcIjowLjAsXCJSaWdodFwiOjAuMCxcIkJvdHRvbVwiOjAuMH0sXCJQYWRkaW5nXCI6e1wiJGlkXCI6XCIzNDR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Q1XCIsXCJNYXJnaW5cIjp7XCIkaWRcIjpcIjM0NlwiLFwiVG9wXCI6MC4wLFwiTGVmdFwiOjAuMCxcIlJpZ2h0XCI6MC4wLFwiQm90dG9tXCI6MC4wfSxcIlBhZGRpbmdcIjp7XCIkaWRcIjpcIjM0N1wiLFwiVG9wXCI6MC4wLFwiTGVmdFwiOjAuMCxcIlJpZ2h0XCI6MC4wLFwiQm90dG9tXCI6MC4wfSxcIkJhY2tncm91bmRcIjp7XCIkaWRcIjpcIjM0OFwiLFwiQ29sb3JcIjp7XCIkaWRcIjpcIjM0OVwiLFwiQVwiOjI1NSxcIlJcIjoyNTUsXCJHXCI6MTkyLFwiQlwiOjB9fSxcIklzVmlzaWJsZVwiOnRydWUsXCJXaWR0aFwiOjE4LjAsXCJIZWlnaHRcIjoyMC4wLFwiQm9yZGVyU3R5bGVcIjp7XCIkaWRcIjpcIjM1MFwiLFwiTGluZUNvbG9yXCI6bnVsbCxcIkxpbmVXZWlnaHRcIjowLjAsXCJMaW5lVHlwZVwiOjB9fSxcIkRhdGVGb3JtYXRcIjp7XCIkaWRcIjpcIjM1M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UyXCIsXCJUaXRsZVN0eWxlXCI6e1wiJGlkXCI6XCIzNTNcIixcIkZvbnRTZXR0aW5nc1wiOntcIiRpZFwiOlwiMzU0XCIsXCJGb250U2l6ZVwiOjExLFwiRm9udE5hbWVcIjpcIkNhbGlicmlcIixcIklzQm9sZFwiOnRydWUsXCJJc0l0YWxpY1wiOmZhbHNlLFwiSXNVbmRlcmxpbmVkXCI6ZmFsc2V9LFwiQXV0b1NpemVcIjowLFwiRm9yZWdyb3VuZFwiOntcIiRpZFwiOlwiMzU1XCIsXCJDb2xvclwiOntcIiRpZFwiOlwiMzU2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1N1wiLFwiVG9wXCI6MC4wLFwiTGVmdFwiOjAuMCxcIlJpZ2h0XCI6MC4wLFwiQm90dG9tXCI6MC4wfSxcIlBhZGRpbmdcIjp7XCIkaWRcIjpcIjM1OFwiLFwiVG9wXCI6MC4wLFwiTGVmdFwiOjAuMCxcIlJpZ2h0XCI6MC4wLFwiQm90dG9tXCI6MC4wfSxcIkJhY2tncm91bmRcIjp7XCIkcmVmXCI6XCIxMDVcIn0sXCJJc1Zpc2libGVcIjp0cnVlLFwiV2lkdGhcIjowLjAsXCJIZWlnaHRcIjowLjAsXCJCb3JkZXJTdHlsZVwiOm51bGx9LFwiRGF0ZVN0eWxlXCI6e1wiJGlkXCI6XCIzNTlcIixcIkZvbnRTZXR0aW5nc1wiOntcIiRpZFwiOlwiMzYwXCIsXCJGb250U2l6ZVwiOjEwLFwiRm9udE5hbWVcIjpcIkNhbGlicmlcIixcIklzQm9sZFwiOmZhbHNlLFwiSXNJdGFsaWNcIjpmYWxzZSxcIklzVW5kZXJsaW5lZFwiOmZhbHNlfSxcIkF1dG9TaXplXCI6MCxcIkZvcmVncm91bmRcIjp7XCIkaWRcIjpcIjM2MV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NjJcIixcIlRvcFwiOjAuMCxcIkxlZnRcIjowLjAsXCJSaWdodFwiOjAuMCxcIkJvdHRvbVwiOjAuMH0sXCJQYWRkaW5nXCI6e1wiJGlkXCI6XCIzNjN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Y0XCIsXCJNYXJnaW5cIjp7XCIkaWRcIjpcIjM2NVwiLFwiVG9wXCI6MC4wLFwiTGVmdFwiOjAuMCxcIlJpZ2h0XCI6MC4wLFwiQm90dG9tXCI6MC4wfSxcIlBhZGRpbmdcIjp7XCIkaWRcIjpcIjM2NlwiLFwiVG9wXCI6MC4wLFwiTGVmdFwiOjAuMCxcIlJpZ2h0XCI6MC4wLFwiQm90dG9tXCI6MC4wfSxcIkJhY2tncm91bmRcIjp7XCIkaWRcIjpcIjM2N1wiLFwiQ29sb3JcIjp7XCIkaWRcIjpcIjM2OFwiLFwiQVwiOjI1NSxcIlJcIjoyNTUsXCJHXCI6MTkyLFwiQlwiOjB9fSxcIklzVmlzaWJsZVwiOnRydWUsXCJXaWR0aFwiOjE4LjAsXCJIZWlnaHRcIjoyMC4wLFwiQm9yZGVyU3R5bGVcIjp7XCIkaWRcIjpcIjM2OVwiLFwiTGluZUNvbG9yXCI6bnVsbCxcIkxpbmVXZWlnaHRcIjowLjAsXCJMaW5lVHlwZVwiOjB9fSxcIkRhdGVGb3JtYXRcIjp7XCIkaWRcIjpcIjM3M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lhNGFiODU5LTU4NGYtNDg5OC05YzdhLTQ2NGJhOWE1YzE1MVwiLFwiU3BhY2luZ1wiOjV9LHtcIiRpZFwiOlwiMzcxXCIsXCJUaXRsZVN0eWxlXCI6e1wiJGlkXCI6XCIzNzJcIixcIkZvbnRTZXR0aW5nc1wiOntcIiRpZFwiOlwiMzczXCIsXCJGb250U2l6ZVwiOjExLFwiRm9udE5hbWVcIjpcIkNhbGlicmlcIixcIklzQm9sZFwiOnRydWUsXCJJc0l0YWxpY1wiOmZhbHNlLFwiSXNVbmRlcmxpbmVkXCI6ZmFsc2V9LFwiQXV0b1NpemVcIjoyLFwiRm9yZWdyb3VuZFwiOntcIiRpZFwiOlwiMzc0XCIsXCJDb2xvclwiOntcIiRpZFwiOlwiMzc1XCIsXCJBXCI6MjU1LFwiUlwiOjAsXCJHXCI6MCxcIkJcIjowfX0sXCJCYWNrZ3JvdW5kRmlsbFR5cGVcIjowLFwiTWF4V2lkdGhcIjo3NC4zOTY2NjY2NjY2NjY2NzUsXCJNYXhIZWlnaHRcIjpcIkluZmluaXR5XCIsXCJTbWFydEZvcmVncm91bmRJc0FjdGl2ZVwiOmZhbHNlLFwiSG9yaXpvbnRhbEFsaWdubWVudFwiOjAsXCJWZXJ0aWNhbEFsaWdubWVudFwiOjAsXCJTbWFydEZvcmVncm91bmRcIjpudWxsLFwiTWFyZ2luXCI6e1wiJGlkXCI6XCIzNzZcIixcIlRvcFwiOjAuMCxcIkxlZnRcIjowLjAsXCJSaWdodFwiOjAuMCxcIkJvdHRvbVwiOjAuMH0sXCJQYWRkaW5nXCI6e1wiJGlkXCI6XCIzNzdcIixcIlRvcFwiOjAuMCxcIkxlZnRcIjowLjAsXCJSaWdodFwiOjAuMCxcIkJvdHRvbVwiOjAuMH0sXCJCYWNrZ3JvdW5kXCI6e1wiJHJlZlwiOlwiMTA1XCJ9LFwiSXNWaXNpYmxlXCI6dHJ1ZSxcIldpZHRoXCI6MC4wLFwiSGVpZ2h0XCI6MC4wLFwiQm9yZGVyU3R5bGVcIjpudWxsfSxcIkRhdGVTdHlsZVwiOntcIiRpZFwiOlwiMzc4XCIsXCJGb250U2V0dGluZ3NcIjp7XCIkaWRcIjpcIjM3OVwiLFwiRm9udFNpemVcIjoxMCxcIkZvbnROYW1lXCI6XCJDYWxpYnJpXCIsXCJJc0JvbGRcIjpmYWxzZSxcIklzSXRhbGljXCI6ZmFsc2UsXCJJc1VuZGVybGluZWRcIjpmYWxzZX0sXCJBdXRvU2l6ZVwiOjAsXCJGb3JlZ3JvdW5kXCI6e1wiJGlkXCI6XCIzO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MzgxXCIsXCJUb3BcIjowLjAsXCJMZWZ0XCI6MC4wLFwiUmlnaHRcIjowLjAsXCJCb3R0b21cIjowLjB9LFwiUGFkZGluZ1wiOntcIiRpZFwiOlwiMzg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0LFwiU2hhcGVTaXplXCI6MSxcIlNoYXBlU3R5bGVcIjp7XCIkaWRcIjpcIjM4M1wiLFwiTWFyZ2luXCI6e1wiJGlkXCI6XCIzODRcIixcIlRvcFwiOjAuMCxcIkxlZnRcIjowLjAsXCJSaWdodFwiOjAuMCxcIkJvdHRvbVwiOjAuMH0sXCJQYWRkaW5nXCI6e1wiJGlkXCI6XCIzODVcIixcIlRvcFwiOjAuMCxcIkxlZnRcIjowLjAsXCJSaWdodFwiOjAuMCxcIkJvdHRvbVwiOjAuMH0sXCJCYWNrZ3JvdW5kXCI6e1wiJGlkXCI6XCIzODZcIixcIkNvbG9yXCI6e1wiJGlkXCI6XCIzODdcIixcIkFcIjoyNTUsXCJSXCI6MjU1LFwiR1wiOjE5MixcIkJcIjowfX0sXCJJc1Zpc2libGVcIjp0cnVlLFwiV2lkdGhcIjoxOC4wLFwiSGVpZ2h0XCI6MjAuMCxcIkJvcmRlclN0eWxlXCI6e1wiJGlkXCI6XCIzODhcIixcIkxpbmVDb2xvclwiOm51bGwsXCJMaW5lV2VpZ2h0XCI6MC4wLFwiTGluZVR5cGVcIjowfX0sXCJEYXRlRm9ybWF0XCI6e1wiJGlkXCI6XCIzO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YTRhYjg1OS01ODRmLTQ4OTgtOWM3YS00NjRiYTlhNWMxNTFcIixcIlNwYWNpbmdcIjo1fSx7XCIkaWRcIjpcIjM5MFwiLFwiVGl0bGVTdHlsZVwiOntcIiRpZFwiOlwiMzkxXCIsXCJGb250U2V0dGluZ3NcIjp7XCIkaWRcIjpcIjM5MlwiLFwiRm9udFNpemVcIjoxMSxcIkZvbnROYW1lXCI6XCJDYWxpYnJpXCIsXCJJc0JvbGRcIjp0cnVlLFwiSXNJdGFsaWNcIjpmYWxzZSxcIklzVW5kZXJsaW5lZFwiOmZhbHNlfSxcIkF1dG9TaXplXCI6MCxcIkZvcmVncm91bmRcIjp7XCIkaWRcIjpcIjM5M1wiLFwiQ29sb3JcIjp7XCIkaWRcIjpcIjM5N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zOTVcIixcIlRvcFwiOjAuMCxcIkxlZnRcIjowLjAsXCJSaWdodFwiOjAuMCxcIkJvdHRvbVwiOjAuMH0sXCJQYWRkaW5nXCI6e1wiJGlkXCI6XCIzOTZcIixcIlRvcFwiOjAuMCxcIkxlZnRcIjowLjAsXCJSaWdodFwiOjAuMCxcIkJvdHRvbVwiOjAuMH0sXCJCYWNrZ3JvdW5kXCI6e1wiJHJlZlwiOlwiMTA1XCJ9LFwiSXNWaXNpYmxlXCI6dHJ1ZSxcIldpZHRoXCI6MC4wLFwiSGVpZ2h0XCI6MC4wLFwiQm9yZGVyU3R5bGVcIjpudWxsfSxcIkRhdGVTdHlsZVwiOntcIiRpZFwiOlwiMzk3XCIsXCJGb250U2V0dGluZ3NcIjp7XCIkaWRcIjpcIjM5OFwiLFwiRm9udFNpemVcIjoxMCxcIkZvbnROYW1lXCI6XCJDYWxpYnJpXCIsXCJJc0JvbGRcIjpmYWxzZSxcIklzSXRhbGljXCI6ZmFsc2UsXCJJc1VuZGVybGluZWRcIjpmYWxzZX0sXCJBdXRvU2l6ZVwiOjAsXCJGb3JlZ3JvdW5kXCI6e1wiJGlkXCI6XCIzOTl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DAwXCIsXCJUb3BcIjowLjAsXCJMZWZ0XCI6MC4wLFwiUmlnaHRcIjowLjAsXCJCb3R0b21cIjowLjB9LFwiUGFkZGluZ1wiOntcIiRpZFwiOlwiNDAx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0LFwiU2hhcGVTaXplXCI6MSxcIlNoYXBlU3R5bGVcIjp7XCIkaWRcIjpcIjQwMlwiLFwiTWFyZ2luXCI6e1wiJGlkXCI6XCI0MDNcIixcIlRvcFwiOjAuMCxcIkxlZnRcIjowLjAsXCJSaWdodFwiOjAuMCxcIkJvdHRvbVwiOjAuMH0sXCJQYWRkaW5nXCI6e1wiJGlkXCI6XCI0MDRcIixcIlRvcFwiOjAuMCxcIkxlZnRcIjowLjAsXCJSaWdodFwiOjAuMCxcIkJvdHRvbVwiOjAuMH0sXCJCYWNrZ3JvdW5kXCI6e1wiJGlkXCI6XCI0MDVcIixcIkNvbG9yXCI6e1wiJGlkXCI6XCI0MDZcIixcIkFcIjoyNTUsXCJSXCI6MjU1LFwiR1wiOjE5MixcIkJcIjowfX0sXCJJc1Zpc2libGVcIjp0cnVlLFwiV2lkdGhcIjoxOC4wLFwiSGVpZ2h0XCI6MjAuMCxcIkJvcmRlclN0eWxlXCI6e1wiJGlkXCI6XCI0MDdcIixcIkxpbmVDb2xvclwiOm51bGwsXCJMaW5lV2VpZ2h0XCI6MC4wLFwiTGluZVR5cGVcIjowfX0sXCJEYXRlRm9ybWF0XCI6e1wiJGlkXCI6XCI0MDh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YTRhYjg1OS01ODRmLTQ4OTgtOWM3YS00NjRiYTlhNWMxNTFcIixcIlNwYWNpbmdcIjo1fSx7XCIkaWRcIjpcIjQwOVwiLFwiVGl0bGVTdHlsZVwiOntcIiRpZFwiOlwiNDEwXCIsXCJGb250U2V0dGluZ3NcIjp7XCIkaWRcIjpcIjQxMVwiLFwiRm9udFNpemVcIjoxMSxcIkZvbnROYW1lXCI6XCJDYWxpYnJpXCIsXCJJc0JvbGRcIjp0cnVlLFwiSXNJdGFsaWNcIjpmYWxzZSxcIklzVW5kZXJsaW5lZFwiOmZhbHNlfSxcIkF1dG9TaXplXCI6MixcIkZvcmVncm91bmRcIjp7XCIkaWRcIjpcIjQxMlwiLFwiQ29sb3JcIjp7XCIkaWRcIjpcIjQxM1wiLFwiQVwiOjI1NSxcIlJcIjowLFwiR1wiOjAsXCJCXCI6MH19LFwiQmFja2dyb3VuZEZpbGxUeXBlXCI6MCxcIk1heFdpZHRoXCI6ODkuMTc2NjY2NjY2NjY2Njc3LFwiTWF4SGVpZ2h0XCI6XCJJbmZpbml0eVwiLFwiU21hcnRGb3JlZ3JvdW5kSXNBY3RpdmVcIjpmYWxzZSxcIkhvcml6b250YWxBbGlnbm1lbnRcIjowLFwiVmVydGljYWxBbGlnbm1lbnRcIjowLFwiU21hcnRGb3JlZ3JvdW5kXCI6bnVsbCxcIk1hcmdpblwiOntcIiRpZFwiOlwiNDE0XCIsXCJUb3BcIjowLjAsXCJMZWZ0XCI6MC4wLFwiUmlnaHRcIjowLjAsXCJCb3R0b21cIjowLjB9LFwiUGFkZGluZ1wiOntcIiRpZFwiOlwiNDE1XCIsXCJUb3BcIjowLjAsXCJMZWZ0XCI6MC4wLFwiUmlnaHRcIjowLjAsXCJCb3R0b21cIjowLjB9LFwiQmFja2dyb3VuZFwiOntcIiRyZWZcIjpcIjEwNVwifSxcIklzVmlzaWJsZVwiOnRydWUsXCJXaWR0aFwiOjAuMCxcIkhlaWdodFwiOjAuMCxcIkJvcmRlclN0eWxlXCI6bnVsbH0sXCJEYXRlU3R5bGVcIjp7XCIkaWRcIjpcIjQxNlwiLFwiRm9udFNldHRpbmdzXCI6e1wiJGlkXCI6XCI0MTdcIixcIkZvbnRTaXplXCI6MTAsXCJGb250TmFtZVwiOlwiQ2FsaWJyaVwiLFwiSXNCb2xkXCI6ZmFsc2UsXCJJc0l0YWxpY1wiOmZhbHNlLFwiSXNVbmRlcmxpbmVkXCI6ZmFsc2V9LFwiQXV0b1NpemVcIjowLFwiRm9yZWdyb3VuZFwiOntcIiRpZFwiOlwiNDE4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QxOVwiLFwiVG9wXCI6MC4wLFwiTGVmdFwiOjAuMCxcIlJpZ2h0XCI6MC4wLFwiQm90dG9tXCI6MC4wfSxcIlBhZGRpbmdcIjp7XCIkaWRcIjpcIjQyM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CxcIlNoYXBlU2l6ZVwiOjEsXCJTaGFwZVN0eWxlXCI6e1wiJGlkXCI6XCI0MjFcIixcIk1hcmdpblwiOntcIiRpZFwiOlwiNDIyXCIsXCJUb3BcIjowLjAsXCJMZWZ0XCI6MC4wLFwiUmlnaHRcIjowLjAsXCJCb3R0b21cIjowLjB9LFwiUGFkZGluZ1wiOntcIiRpZFwiOlwiNDIzXCIsXCJUb3BcIjowLjAsXCJMZWZ0XCI6MC4wLFwiUmlnaHRcIjowLjAsXCJCb3R0b21cIjowLjB9LFwiQmFja2dyb3VuZFwiOntcIiRpZFwiOlwiNDI0XCIsXCJDb2xvclwiOntcIiRpZFwiOlwiNDI1XCIsXCJBXCI6MjU1LFwiUlwiOjI1NSxcIkdcIjoxOTIsXCJCXCI6MH19LFwiSXNWaXNpYmxlXCI6dHJ1ZSxcIldpZHRoXCI6MTguMCxcIkhlaWdodFwiOjIwLjAsXCJCb3JkZXJTdHlsZVwiOntcIiRpZFwiOlwiNDI2XCIsXCJMaW5lQ29sb3JcIjpudWxsLFwiTGluZVdlaWdodFwiOjAuMCxcIkxpbmVUeXBlXCI6MH19LFwiRGF0ZUZvcm1hdFwiOntcIiRpZFwiOlwiNDI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m51bGwsXCJTcGFjaW5nXCI6NX1dLFwiQ3VzdG9tU3dpbWxhbmVUYXNrU3R5bGVMaXN0XCI6W119LHtcIiRpZFwiOlwiNDI4XCIsXCJTdHlsZVwiOntcIiRpZFwiOlwiNDI5XCIsXCJIZWFkZXJTdHlsZVwiOntcIiRpZFwiOlwiNDMwXCIsXCJUZXh0U3R5bGVcIjp7XCIkaWRcIjpcIjQzMVwiLFwiRm9udFNldHRpbmdzXCI6e1wiJGlkXCI6XCI0MzJcIixcIkZvbnRTaXplXCI6MTIsXCJGb250TmFtZVwiOlwiQ2FsaWJyaVwiLFwiSXNCb2xkXCI6dHJ1ZSxcIklzSXRhbGljXCI6ZmFsc2UsXCJJc1VuZGVybGluZWRcIjpmYWxzZX0sXCJBdXRvU2l6ZVwiOjAsXCJGb3JlZ3JvdW5kXCI6e1wiJGlkXCI6XCI0MzNcIixcIkNvbG9yXCI6e1wiJGlkXCI6XCI0MzRcIixcIkFcIjoyNTUsXCJSXCI6MjcsXCJHXCI6MTYsXCJCXCI6MTl9fSxcIkJhY2tncm91bmRGaWxsVHlwZVwiOjAsXCJNYXhXaWR0aFwiOjAuMCxcIk1heEhlaWdodFwiOjAuMCxcIlNtYXJ0Rm9yZWdyb3VuZElzQWN0aXZlXCI6ZmFsc2UsXCJIb3Jpem9udGFsQWxpZ25tZW50XCI6MCxcIlZlcnRpY2FsQWxpZ25tZW50XCI6MCxcIlNtYXJ0Rm9yZWdyb3VuZFwiOm51bGwsXCJNYXJnaW5cIjp7XCIkaWRcIjpcIjQzNVwiLFwiVG9wXCI6MC4wLFwiTGVmdFwiOjAuMCxcIlJpZ2h0XCI6MC4wLFwiQm90dG9tXCI6MC4wfSxcIlBhZGRpbmdcIjp7XCIkaWRcIjpcIjQzNlwiLFwiVG9wXCI6MC4wLFwiTGVmdFwiOjAuMCxcIlJpZ2h0XCI6MC4wLFwiQm90dG9tXCI6MC4wfSxcIkJhY2tncm91bmRcIjpudWxsLFwiSXNWaXNpYmxlXCI6ZmFsc2UsXCJXaWR0aFwiOjAuMCxcIkhlaWdodFwiOjAuMCxcIkJvcmRlclN0eWxlXCI6bnVsbH0sXCJSZWN0YW5nbGVTdHlsZVwiOntcIiRpZFwiOlwiNDM3XCIsXCJNYXJnaW5cIjp7XCIkaWRcIjpcIjQzOFwiLFwiVG9wXCI6MC4wLFwiTGVmdFwiOjAuMCxcIlJpZ2h0XCI6MC4wLFwiQm90dG9tXCI6MC4wfSxcIlBhZGRpbmdcIjp7XCIkaWRcIjpcIjQzOVwiLFwiVG9wXCI6MC4wLFwiTGVmdFwiOjAuMCxcIlJpZ2h0XCI6MC4wLFwiQm90dG9tXCI6MC4wfSxcIkJhY2tncm91bmRcIjp7XCIkaWRcIjpcIjQ0MFwiLFwiQ29sb3JcIjp7XCIkaWRcIjpcIjQ0MVwiLFwiQVwiOjI1NSxcIlJcIjoxMTIsXCJHXCI6MTczLFwiQlwiOjcxfX0sXCJJc1Zpc2libGVcIjpmYWxzZSxcIldpZHRoXCI6MC4wLFwiSGVpZ2h0XCI6MC4wLFwiQm9yZGVyU3R5bGVcIjp7XCIkaWRcIjpcIjQ0MlwiLFwiTGluZUNvbG9yXCI6e1wiJGlkXCI6XCI0NDNcIixcIiR0eXBlXCI6XCJOTFJFLkNvbW1vbi5Eb20uU29saWRDb2xvckJydXNoLCBOTFJFLkNvbW1vblwiLFwiQ29sb3JcIjp7XCIkaWRcIjpcIjQ0NFwiLFwiQVwiOjI1NSxcIlJcIjoyNyxcIkdcIjoxNixcIkJcIjoxOX19LFwiTGluZVdlaWdodFwiOjAuMCxcIkxpbmVUeXBlXCI6MH19LFwiVGV4dElzVmVydGljYWxcIjpmYWxzZX0sXCJCYWNrZ3JvdW5kU3R5bGVcIjp7XCIkaWRcIjpcIjQ0NVwiLFwiTWFyZ2luXCI6e1wiJGlkXCI6XCI0NDZcIixcIlRvcFwiOjAuMCxcIkxlZnRcIjowLjAsXCJSaWdodFwiOjAuMCxcIkJvdHRvbVwiOjAuMH0sXCJQYWRkaW5nXCI6e1wiJGlkXCI6XCI0NDdcIixcIlRvcFwiOjAuMCxcIkxlZnRcIjowLjAsXCJSaWdodFwiOjAuMCxcIkJvdHRvbVwiOjAuMH0sXCJCYWNrZ3JvdW5kXCI6e1wiJGlkXCI6XCI0NDhcIixcIkNvbG9yXCI6e1wiJGlkXCI6XCI0NDlcIixcIkFcIjozOCxcIlJcIjoxMTIsXCJHXCI6MTczLFwiQlwiOjcxfX0sXCJJc1Zpc2libGVcIjp0cnVlLFwiV2lkdGhcIjowLjAsXCJIZWlnaHRcIjowLjAsXCJCb3JkZXJTdHlsZVwiOntcIiRpZFwiOlwiNDUwXCIsXCJMaW5lQ29sb3JcIjp7XCIkaWRcIjpcIjQ1MVwiLFwiJHR5cGVcIjpcIk5MUkUuQ29tbW9uLkRvbS5Tb2xpZENvbG9yQnJ1c2gsIE5MUkUuQ29tbW9uXCIsXCJDb2xvclwiOntcIiRpZFwiOlwiNDUyXCIsXCJBXCI6MjU1LFwiUlwiOjIwOCxcIkdcIjoyMDYsXCJCXCI6MjA2fX0sXCJMaW5lV2VpZ2h0XCI6MC4wLFwiTGluZVR5cGVcIjowfX0sXCJJc0Fib3ZlVGltZWJhbmRcIjpmYWxzZX0sXCJDdXN0b21Td2ltbGFuZU1pbGVzdG9uZVN0eWxlTGlzdFwiOlt7XCIkaWRcIjpcIjQ1M1wiLFwiVGl0bGVTdHlsZVwiOntcIiRpZFwiOlwiNDU0XCIsXCJGb250U2V0dGluZ3NcIjp7XCIkaWRcIjpcIjQ1NVwiLFwiRm9udFNpemVcIjoxMSxcIkZvbnROYW1lXCI6XCJDYWxpYnJpXCIsXCJJc0JvbGRcIjp0cnVlLFwiSXNJdGFsaWNcIjpmYWxzZSxcIklzVW5kZXJsaW5lZFwiOmZhbHNlfSxcIkF1dG9TaXplXCI6MCxcIkZvcmVncm91bmRcIjp7XCIkaWRcIjpcIjQ1NlwiLFwiQ29sb3JcIjp7XCIkaWRcIjpcIjQ1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NThcIixcIlRvcFwiOjAuMCxcIkxlZnRcIjowLjAsXCJSaWdodFwiOjAuMCxcIkJvdHRvbVwiOjAuMH0sXCJQYWRkaW5nXCI6e1wiJGlkXCI6XCI0NTlcIixcIlRvcFwiOjAuMCxcIkxlZnRcIjowLjAsXCJSaWdodFwiOjAuMCxcIkJvdHRvbVwiOjAuMH0sXCJCYWNrZ3JvdW5kXCI6e1wiJGlkXCI6XCI0NjBcIixcIkNvbG9yXCI6e1wiJGlkXCI6XCI0NjFcIixcIkFcIjowLFwiUlwiOjAsXCJHXCI6MCxcIkJcIjowfX0sXCJJc1Zpc2libGVcIjp0cnVlLFwiV2lkdGhcIjowLjAsXCJIZWlnaHRcIjowLjAsXCJCb3JkZXJTdHlsZVwiOm51bGx9LFwiRGF0ZVN0eWxlXCI6e1wiJGlkXCI6XCI0NjJcIixcIkZvbnRTZXR0aW5nc1wiOntcIiRpZFwiOlwiNDYzXCIsXCJGb250U2l6ZVwiOjEwLFwiRm9udE5hbWVcIjpcIkNhbGlicmlcIixcIklzQm9sZFwiOmZhbHNlLFwiSXNJdGFsaWNcIjpmYWxzZSxcIklzVW5kZXJsaW5lZFwiOmZhbHNlfSxcIkF1dG9TaXplXCI6MCxcIkZvcmVncm91bmRcIjp7XCIkaWRcIjpcIjQ2NF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0NjVcIixcIlRvcFwiOjAuMCxcIkxlZnRcIjowLjAsXCJSaWdodFwiOjAuMCxcIkJvdHRvbVwiOjAuMH0sXCJQYWRkaW5nXCI6e1wiJGlkXCI6XCI0NjZcIixcIlRvcFwiOjAuMCxcIkxlZnRcIjowLjAsXCJSaWdodFwiOjAuMCxcIkJvdHRvbVwiOjAuMH0sXCJCYWNrZ3JvdW5kXCI6e1wiJGlkXCI6XCI0NjdcIixcIkNvbG9yXCI6e1wiJHJlZlwiOlwiNDYxXCJ9fSxcIklzVmlzaWJsZVwiOmZhbHNlLFwiV2lkdGhcIjowLjAsXCJIZWlnaHRcIjowLjAsXCJCb3JkZXJTdHlsZVwiOm51bGx9LFwiVGl0bGVQb3NpdGlvblwiOjIsXCJEYXRlUG9zaXRpb25cIjpcIkxlZnRcIixcIlNoYXBlVHlwZVwiOjEsXCJTaGFwZVNpemVcIjoxLFwiU2hhcGVTdHlsZVwiOntcIiRpZFwiOlwiNDY4XCIsXCJNYXJnaW5cIjp7XCIkaWRcIjpcIjQ2OVwiLFwiVG9wXCI6MC4wLFwiTGVmdFwiOjAuMCxcIlJpZ2h0XCI6MC4wLFwiQm90dG9tXCI6MC4wfSxcIlBhZGRpbmdcIjp7XCIkaWRcIjpcIjQ3MFwiLFwiVG9wXCI6MC4wLFwiTGVmdFwiOjAuMCxcIlJpZ2h0XCI6MC4wLFwiQm90dG9tXCI6MC4wfSxcIkJhY2tncm91bmRcIjp7XCIkaWRcIjpcIjQ3MVwiLFwiQ29sb3JcIjp7XCIkaWRcIjpcIjQ3MlwiLFwiQVwiOjI1NSxcIlJcIjoxMTIsXCJHXCI6MTczLFwiQlwiOjcxfX0sXCJJc1Zpc2libGVcIjp0cnVlLFwiV2lkdGhcIjoxOC4wLFwiSGVpZ2h0XCI6MjAuMCxcIkJvcmRlclN0eWxlXCI6e1wiJGlkXCI6XCI0NzNcIixcIkxpbmVDb2xvclwiOm51bGwsXCJMaW5lV2VpZ2h0XCI6MC4wLFwiTGluZVR5cGVcIjowfX0sXCJEYXRlRm9ybWF0XCI6e1wiJGlkXCI6XCI0NzR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Q3NVwiLFwiVGl0bGVTdHlsZVwiOntcIiRpZFwiOlwiNDc2XCIsXCJGb250U2V0dGluZ3NcIjp7XCIkaWRcIjpcIjQ3N1wiLFwiRm9udFNpemVcIjoxMSxcIkZvbnROYW1lXCI6XCJDYWxpYnJpXCIsXCJJc0JvbGRcIjp0cnVlLFwiSXNJdGFsaWNcIjpmYWxzZSxcIklzVW5kZXJsaW5lZFwiOmZhbHNlfSxcIkF1dG9TaXplXCI6MCxcIkZvcmVncm91bmRcIjp7XCIkaWRcIjpcIjQ3OFwiLFwiQ29sb3JcIjp7XCIkaWRcIjpcIjQ3O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DBcIixcIlRvcFwiOjAuMCxcIkxlZnRcIjowLjAsXCJSaWdodFwiOjAuMCxcIkJvdHRvbVwiOjAuMH0sXCJQYWRkaW5nXCI6e1wiJGlkXCI6XCI0ODFcIixcIlRvcFwiOjAuMCxcIkxlZnRcIjowLjAsXCJSaWdodFwiOjAuMCxcIkJvdHRvbVwiOjAuMH0sXCJCYWNrZ3JvdW5kXCI6e1wiJHJlZlwiOlwiNDYwXCJ9LFwiSXNWaXNpYmxlXCI6dHJ1ZSxcIldpZHRoXCI6MC4wLFwiSGVpZ2h0XCI6MC4wLFwiQm9yZGVyU3R5bGVcIjpudWxsfSxcIkRhdGVTdHlsZVwiOntcIiRpZFwiOlwiNDgyXCIsXCJGb250U2V0dGluZ3NcIjp7XCIkaWRcIjpcIjQ4M1wiLFwiRm9udFNpemVcIjoxMCxcIkZvbnROYW1lXCI6XCJDYWxpYnJpXCIsXCJJc0JvbGRcIjpmYWxzZSxcIklzSXRhbGljXCI6ZmFsc2UsXCJJc1VuZGVybGluZWRcIjpmYWxzZX0sXCJBdXRvU2l6ZVwiOjAsXCJGb3JlZ3JvdW5kXCI6e1wiJGlkXCI6XCI0ODR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Dg1XCIsXCJUb3BcIjowLjAsXCJMZWZ0XCI6MC4wLFwiUmlnaHRcIjowLjAsXCJCb3R0b21cIjowLjB9LFwiUGFkZGluZ1wiOntcIiRpZFwiOlwiNDg2XCIsXCJUb3BcIjowLjAsXCJMZWZ0XCI6MC4wLFwiUmlnaHRcIjowLjAsXCJCb3R0b21cIjowLjB9LFwiQmFja2dyb3VuZFwiOntcIiRyZWZcIjpcIjQ2N1wifSxcIklzVmlzaWJsZVwiOmZhbHNlLFwiV2lkdGhcIjowLjAsXCJIZWlnaHRcIjowLjAsXCJCb3JkZXJTdHlsZVwiOm51bGx9LFwiVGl0bGVQb3NpdGlvblwiOjIsXCJEYXRlUG9zaXRpb25cIjpcIkxlZnRcIixcIlNoYXBlVHlwZVwiOjEsXCJTaGFwZVNpemVcIjoxLFwiU2hhcGVTdHlsZVwiOntcIiRpZFwiOlwiNDg3XCIsXCJNYXJnaW5cIjp7XCIkaWRcIjpcIjQ4OFwiLFwiVG9wXCI6MC4wLFwiTGVmdFwiOjAuMCxcIlJpZ2h0XCI6MC4wLFwiQm90dG9tXCI6MC4wfSxcIlBhZGRpbmdcIjp7XCIkaWRcIjpcIjQ4OVwiLFwiVG9wXCI6MC4wLFwiTGVmdFwiOjAuMCxcIlJpZ2h0XCI6MC4wLFwiQm90dG9tXCI6MC4wfSxcIkJhY2tncm91bmRcIjp7XCIkaWRcIjpcIjQ5MFwiLFwiQ29sb3JcIjp7XCIkaWRcIjpcIjQ5MVwiLFwiQVwiOjI1NSxcIlJcIjoxMTIsXCJHXCI6MTczLFwiQlwiOjcxfX0sXCJJc1Zpc2libGVcIjp0cnVlLFwiV2lkdGhcIjoxOC4wLFwiSGVpZ2h0XCI6MjAuMCxcIkJvcmRlclN0eWxlXCI6e1wiJGlkXCI6XCI0OTJcIixcIkxpbmVDb2xvclwiOm51bGwsXCJMaW5lV2VpZ2h0XCI6MC4wLFwiTGluZVR5cGVcIjowfX0sXCJEYXRlRm9ybWF0XCI6e1wiJGlkXCI6XCI0OT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Q5NFwiLFwiVGl0bGVTdHlsZVwiOntcIiRpZFwiOlwiNDk1XCIsXCJGb250U2V0dGluZ3NcIjp7XCIkaWRcIjpcIjQ5NlwiLFwiRm9udFNpemVcIjoxMSxcIkZvbnROYW1lXCI6XCJDYWxpYnJpXCIsXCJJc0JvbGRcIjp0cnVlLFwiSXNJdGFsaWNcIjpmYWxzZSxcIklzVW5kZXJsaW5lZFwiOmZhbHNlfSxcIkF1dG9TaXplXCI6MCxcIkZvcmVncm91bmRcIjp7XCIkaWRcIjpcIjQ5N1wiLFwiQ29sb3JcIjp7XCIkaWRcIjpcIjQ5O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TlcIixcIlRvcFwiOjAuMCxcIkxlZnRcIjowLjAsXCJSaWdodFwiOjAuMCxcIkJvdHRvbVwiOjAuMH0sXCJQYWRkaW5nXCI6e1wiJGlkXCI6XCI1MDBcIixcIlRvcFwiOjAuMCxcIkxlZnRcIjowLjAsXCJSaWdodFwiOjAuMCxcIkJvdHRvbVwiOjAuMH0sXCJCYWNrZ3JvdW5kXCI6e1wiJHJlZlwiOlwiMTA1XCJ9LFwiSXNWaXNpYmxlXCI6dHJ1ZSxcIldpZHRoXCI6MC4wLFwiSGVpZ2h0XCI6MC4wLFwiQm9yZGVyU3R5bGVcIjpudWxsfSxcIkRhdGVTdHlsZVwiOntcIiRpZFwiOlwiNTAxXCIsXCJGb250U2V0dGluZ3NcIjp7XCIkaWRcIjpcIjUwMlwiLFwiRm9udFNpemVcIjoxMCxcIkZvbnROYW1lXCI6XCJDYWxpYnJpXCIsXCJJc0JvbGRcIjpmYWxzZSxcIklzSXRhbGljXCI6ZmFsc2UsXCJJc1VuZGVybGluZWRcIjpmYWxzZX0sXCJBdXRvU2l6ZVwiOjAsXCJGb3JlZ3JvdW5kXCI6e1wiJGlkXCI6XCI1MDN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A0XCIsXCJUb3BcIjowLjAsXCJMZWZ0XCI6MC4wLFwiUmlnaHRcIjowLjAsXCJCb3R0b21cIjowLjB9LFwiUGFkZGluZ1wiOntcIiRpZFwiOlwiNTA1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A2XCIsXCJNYXJnaW5cIjp7XCIkaWRcIjpcIjUwN1wiLFwiVG9wXCI6MC4wLFwiTGVmdFwiOjAuMCxcIlJpZ2h0XCI6MC4wLFwiQm90dG9tXCI6MC4wfSxcIlBhZGRpbmdcIjp7XCIkaWRcIjpcIjUwOFwiLFwiVG9wXCI6MC4wLFwiTGVmdFwiOjAuMCxcIlJpZ2h0XCI6MC4wLFwiQm90dG9tXCI6MC4wfSxcIkJhY2tncm91bmRcIjp7XCIkaWRcIjpcIjUwOVwiLFwiQ29sb3JcIjp7XCIkaWRcIjpcIjUxMFwiLFwiQVwiOjI1NSxcIlJcIjoxMTIsXCJHXCI6MTczLFwiQlwiOjcxfX0sXCJJc1Zpc2libGVcIjp0cnVlLFwiV2lkdGhcIjoxOC4wLFwiSGVpZ2h0XCI6MjAuMCxcIkJvcmRlclN0eWxlXCI6e1wiJGlkXCI6XCI1MTFcIixcIkxpbmVDb2xvclwiOm51bGwsXCJMaW5lV2VpZ2h0XCI6MC4wLFwiTGluZVR5cGVcIjowfX0sXCJEYXRlRm9ybWF0XCI6e1wiJGlkXCI6XCI1MTJ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UxM1wiLFwiVGl0bGVTdHlsZVwiOntcIiRpZFwiOlwiNTE0XCIsXCJGb250U2V0dGluZ3NcIjp7XCIkaWRcIjpcIjUxNVwiLFwiRm9udFNpemVcIjoxMSxcIkZvbnROYW1lXCI6XCJDYWxpYnJpXCIsXCJJc0JvbGRcIjp0cnVlLFwiSXNJdGFsaWNcIjpmYWxzZSxcIklzVW5kZXJsaW5lZFwiOmZhbHNlfSxcIkF1dG9TaXplXCI6MCxcIkZvcmVncm91bmRcIjp7XCIkaWRcIjpcIjUxNlwiLFwiQ29sb3JcIjp7XCIkaWRcIjpcIjUx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MThcIixcIlRvcFwiOjAuMCxcIkxlZnRcIjowLjAsXCJSaWdodFwiOjAuMCxcIkJvdHRvbVwiOjAuMH0sXCJQYWRkaW5nXCI6e1wiJGlkXCI6XCI1MTlcIixcIlRvcFwiOjAuMCxcIkxlZnRcIjowLjAsXCJSaWdodFwiOjAuMCxcIkJvdHRvbVwiOjAuMH0sXCJCYWNrZ3JvdW5kXCI6e1wiJHJlZlwiOlwiMTA1XCJ9LFwiSXNWaXNpYmxlXCI6dHJ1ZSxcIldpZHRoXCI6MC4wLFwiSGVpZ2h0XCI6MC4wLFwiQm9yZGVyU3R5bGVcIjpudWxsfSxcIkRhdGVTdHlsZVwiOntcIiRpZFwiOlwiNTIwXCIsXCJGb250U2V0dGluZ3NcIjp7XCIkaWRcIjpcIjUyMVwiLFwiRm9udFNpemVcIjoxMCxcIkZvbnROYW1lXCI6XCJDYWxpYnJpXCIsXCJJc0JvbGRcIjpmYWxzZSxcIklzSXRhbGljXCI6ZmFsc2UsXCJJc1VuZGVybGluZWRcIjpmYWxzZX0sXCJBdXRvU2l6ZVwiOjAsXCJGb3JlZ3JvdW5kXCI6e1wiJGlkXCI6XCI1MjJcIixcIkNvbG9yXCI6e1wiJGlkXCI6XCI1MjNcIixcIkFcIjoyNTUsXCJSXCI6MTgsXCJHXCI6MTksXCJCXCI6MjJ9fSxcIkJhY2tncm91bmRGaWxsVHlwZVwiOjAsXCJNYXhXaWR0aFwiOjIwMC4wLFwiTWF4SGVpZ2h0XCI6XCJJbmZpbml0eVwiLFwiU21hcnRGb3JlZ3JvdW5kSXNBY3RpdmVcIjpmYWxzZSxcIkhvcml6b250YWxBbGlnbm1lbnRcIjoyLFwiVmVydGljYWxBbGlnbm1lbnRcIjowLFwiU21hcnRGb3JlZ3JvdW5kXCI6bnVsbCxcIk1hcmdpblwiOntcIiRpZFwiOlwiNTI0XCIsXCJUb3BcIjowLjAsXCJMZWZ0XCI6MC4wLFwiUmlnaHRcIjowLjAsXCJCb3R0b21cIjowLjB9LFwiUGFkZGluZ1wiOntcIiRpZFwiOlwiNTI1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I2XCIsXCJNYXJnaW5cIjp7XCIkaWRcIjpcIjUyN1wiLFwiVG9wXCI6MC4wLFwiTGVmdFwiOjAuMCxcIlJpZ2h0XCI6MC4wLFwiQm90dG9tXCI6MC4wfSxcIlBhZGRpbmdcIjp7XCIkaWRcIjpcIjUyOFwiLFwiVG9wXCI6MC4wLFwiTGVmdFwiOjAuMCxcIlJpZ2h0XCI6MC4wLFwiQm90dG9tXCI6MC4wfSxcIkJhY2tncm91bmRcIjp7XCIkaWRcIjpcIjUyOVwiLFwiQ29sb3JcIjp7XCIkaWRcIjpcIjUzMFwiLFwiQVwiOjI1NSxcIlJcIjoxMTIsXCJHXCI6MTczLFwiQlwiOjcxfX0sXCJJc1Zpc2libGVcIjp0cnVlLFwiV2lkdGhcIjoxOC4wLFwiSGVpZ2h0XCI6MjAuMCxcIkJvcmRlclN0eWxlXCI6e1wiJGlkXCI6XCI1MzFcIixcIkxpbmVDb2xvclwiOm51bGwsXCJMaW5lV2VpZ2h0XCI6MC4wLFwiTGluZVR5cGVcIjowfX0sXCJEYXRlRm9ybWF0XCI6e1wiJGlkXCI6XCI1MzJ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UzM1wiLFwiVGl0bGVTdHlsZVwiOntcIiRpZFwiOlwiNTM0XCIsXCJGb250U2V0dGluZ3NcIjp7XCIkaWRcIjpcIjUzNVwiLFwiRm9udFNpemVcIjoxMSxcIkZvbnROYW1lXCI6XCJDYWxpYnJpXCIsXCJJc0JvbGRcIjp0cnVlLFwiSXNJdGFsaWNcIjpmYWxzZSxcIklzVW5kZXJsaW5lZFwiOmZhbHNlfSxcIkF1dG9TaXplXCI6MCxcIkZvcmVncm91bmRcIjp7XCIkaWRcIjpcIjUzNlwiLFwiQ29sb3JcIjp7XCIkaWRcIjpcIjUz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MzhcIixcIlRvcFwiOjAuMCxcIkxlZnRcIjowLjAsXCJSaWdodFwiOjAuMCxcIkJvdHRvbVwiOjAuMH0sXCJQYWRkaW5nXCI6e1wiJGlkXCI6XCI1MzlcIixcIlRvcFwiOjAuMCxcIkxlZnRcIjowLjAsXCJSaWdodFwiOjAuMCxcIkJvdHRvbVwiOjAuMH0sXCJCYWNrZ3JvdW5kXCI6e1wiJHJlZlwiOlwiMTA1XCJ9LFwiSXNWaXNpYmxlXCI6dHJ1ZSxcIldpZHRoXCI6MC4wLFwiSGVpZ2h0XCI6MC4wLFwiQm9yZGVyU3R5bGVcIjpudWxsfSxcIkRhdGVTdHlsZVwiOntcIiRpZFwiOlwiNTQwXCIsXCJGb250U2V0dGluZ3NcIjp7XCIkaWRcIjpcIjU0MVwiLFwiRm9udFNpemVcIjoxMCxcIkZvbnROYW1lXCI6XCJDYWxpYnJpXCIsXCJJc0JvbGRcIjpmYWxzZSxcIklzSXRhbGljXCI6ZmFsc2UsXCJJc1VuZGVybGluZWRcIjpmYWxzZX0sXCJBdXRvU2l6ZVwiOjAsXCJGb3JlZ3JvdW5kXCI6e1wiJGlkXCI6XCI1NDJ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QzXCIsXCJUb3BcIjowLjAsXCJMZWZ0XCI6MC4wLFwiUmlnaHRcIjowLjAsXCJCb3R0b21cIjowLjB9LFwiUGFkZGluZ1wiOntcIiRpZFwiOlwiNTQ0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Q1XCIsXCJNYXJnaW5cIjp7XCIkaWRcIjpcIjU0NlwiLFwiVG9wXCI6MC4wLFwiTGVmdFwiOjAuMCxcIlJpZ2h0XCI6MC4wLFwiQm90dG9tXCI6MC4wfSxcIlBhZGRpbmdcIjp7XCIkaWRcIjpcIjU0N1wiLFwiVG9wXCI6MC4wLFwiTGVmdFwiOjAuMCxcIlJpZ2h0XCI6MC4wLFwiQm90dG9tXCI6MC4wfSxcIkJhY2tncm91bmRcIjp7XCIkaWRcIjpcIjU0OFwiLFwiQ29sb3JcIjp7XCIkaWRcIjpcIjU0OVwiLFwiQVwiOjI1NSxcIlJcIjoxMTIsXCJHXCI6MTczLFwiQlwiOjcxfX0sXCJJc1Zpc2libGVcIjp0cnVlLFwiV2lkdGhcIjoxOC4wLFwiSGVpZ2h0XCI6MjAuMCxcIkJvcmRlclN0eWxlXCI6e1wiJGlkXCI6XCI1NTBcIixcIkxpbmVDb2xvclwiOm51bGwsXCJMaW5lV2VpZ2h0XCI6MC4wLFwiTGluZVR5cGVcIjowfX0sXCJEYXRlRm9ybWF0XCI6e1wiJGlkXCI6XCI1NTF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1MlwiLFwiVGl0bGVTdHlsZVwiOntcIiRpZFwiOlwiNTUzXCIsXCJGb250U2V0dGluZ3NcIjp7XCIkaWRcIjpcIjU1NFwiLFwiRm9udFNpemVcIjoxMSxcIkZvbnROYW1lXCI6XCJDYWxpYnJpXCIsXCJJc0JvbGRcIjp0cnVlLFwiSXNJdGFsaWNcIjpmYWxzZSxcIklzVW5kZXJsaW5lZFwiOmZhbHNlfSxcIkF1dG9TaXplXCI6MCxcIkZvcmVncm91bmRcIjp7XCIkaWRcIjpcIjU1NVwiLFwiQ29sb3JcIjp7XCIkaWRcIjpcIjU1N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NTdcIixcIlRvcFwiOjAuMCxcIkxlZnRcIjowLjAsXCJSaWdodFwiOjAuMCxcIkJvdHRvbVwiOjAuMH0sXCJQYWRkaW5nXCI6e1wiJGlkXCI6XCI1NThcIixcIlRvcFwiOjAuMCxcIkxlZnRcIjowLjAsXCJSaWdodFwiOjAuMCxcIkJvdHRvbVwiOjAuMH0sXCJCYWNrZ3JvdW5kXCI6e1wiJHJlZlwiOlwiMTA1XCJ9LFwiSXNWaXNpYmxlXCI6dHJ1ZSxcIldpZHRoXCI6MC4wLFwiSGVpZ2h0XCI6MC4wLFwiQm9yZGVyU3R5bGVcIjpudWxsfSxcIkRhdGVTdHlsZVwiOntcIiRpZFwiOlwiNTU5XCIsXCJGb250U2V0dGluZ3NcIjp7XCIkaWRcIjpcIjU2MFwiLFwiRm9udFNpemVcIjoxMCxcIkZvbnROYW1lXCI6XCJDYWxpYnJpXCIsXCJJc0JvbGRcIjpmYWxzZSxcIklzSXRhbGljXCI6ZmFsc2UsXCJJc1VuZGVybGluZWRcIjpmYWxzZX0sXCJBdXRvU2l6ZVwiOjAsXCJGb3JlZ3JvdW5kXCI6e1wiJGlkXCI6XCI1NjF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YyXCIsXCJUb3BcIjowLjAsXCJMZWZ0XCI6MC4wLFwiUmlnaHRcIjowLjAsXCJCb3R0b21cIjowLjB9LFwiUGFkZGluZ1wiOntcIiRpZFwiOlwiNTYz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Y0XCIsXCJNYXJnaW5cIjp7XCIkaWRcIjpcIjU2NVwiLFwiVG9wXCI6MC4wLFwiTGVmdFwiOjAuMCxcIlJpZ2h0XCI6MC4wLFwiQm90dG9tXCI6MC4wfSxcIlBhZGRpbmdcIjp7XCIkaWRcIjpcIjU2NlwiLFwiVG9wXCI6MC4wLFwiTGVmdFwiOjAuMCxcIlJpZ2h0XCI6MC4wLFwiQm90dG9tXCI6MC4wfSxcIkJhY2tncm91bmRcIjp7XCIkaWRcIjpcIjU2N1wiLFwiQ29sb3JcIjp7XCIkaWRcIjpcIjU2OFwiLFwiQVwiOjI1NSxcIlJcIjoxMTIsXCJHXCI6MTczLFwiQlwiOjcxfX0sXCJJc1Zpc2libGVcIjp0cnVlLFwiV2lkdGhcIjoxOC4wLFwiSGVpZ2h0XCI6MjAuMCxcIkJvcmRlclN0eWxlXCI6e1wiJGlkXCI6XCI1NjlcIixcIkxpbmVDb2xvclwiOm51bGwsXCJMaW5lV2VpZ2h0XCI6MC4wLFwiTGluZVR5cGVcIjowfX0sXCJEYXRlRm9ybWF0XCI6e1wiJGlkXCI6XCI1NzB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3MVwiLFwiVGl0bGVTdHlsZVwiOntcIiRpZFwiOlwiNTcyXCIsXCJGb250U2V0dGluZ3NcIjp7XCIkaWRcIjpcIjU3M1wiLFwiRm9udFNpemVcIjoxMSxcIkZvbnROYW1lXCI6XCJDYWxpYnJpXCIsXCJJc0JvbGRcIjp0cnVlLFwiSXNJdGFsaWNcIjpmYWxzZSxcIklzVW5kZXJsaW5lZFwiOmZhbHNlfSxcIkF1dG9TaXplXCI6MCxcIkZvcmVncm91bmRcIjp7XCIkaWRcIjpcIjU3NFwiLFwiQ29sb3JcIjp7XCIkaWRcIjpcIjU3N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NzZcIixcIlRvcFwiOjAuMCxcIkxlZnRcIjowLjAsXCJSaWdodFwiOjAuMCxcIkJvdHRvbVwiOjAuMH0sXCJQYWRkaW5nXCI6e1wiJGlkXCI6XCI1NzdcIixcIlRvcFwiOjAuMCxcIkxlZnRcIjowLjAsXCJSaWdodFwiOjAuMCxcIkJvdHRvbVwiOjAuMH0sXCJCYWNrZ3JvdW5kXCI6e1wiJHJlZlwiOlwiNDYwXCJ9LFwiSXNWaXNpYmxlXCI6dHJ1ZSxcIldpZHRoXCI6MC4wLFwiSGVpZ2h0XCI6MC4wLFwiQm9yZGVyU3R5bGVcIjpudWxsfSxcIkRhdGVTdHlsZVwiOntcIiRpZFwiOlwiNTc4XCIsXCJGb250U2V0dGluZ3NcIjp7XCIkaWRcIjpcIjU3OVwiLFwiRm9udFNpemVcIjoxMCxcIkZvbnROYW1lXCI6XCJDYWxpYnJpXCIsXCJJc0JvbGRcIjpmYWxzZSxcIklzSXRhbGljXCI6ZmFsc2UsXCJJc1VuZGVybGluZWRcIjpmYWxzZX0sXCJBdXRvU2l6ZVwiOjAsXCJGb3JlZ3JvdW5kXCI6e1wiJGlkXCI6XCI1O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gxXCIsXCJUb3BcIjowLjAsXCJMZWZ0XCI6MC4wLFwiUmlnaHRcIjowLjAsXCJCb3R0b21cIjowLjB9LFwiUGFkZGluZ1wiOntcIiRpZFwiOlwiNTgyXCIsXCJUb3BcIjowLjAsXCJMZWZ0XCI6MC4wLFwiUmlnaHRcIjowLjAsXCJCb3R0b21cIjowLjB9LFwiQmFja2dyb3VuZFwiOntcIiRyZWZcIjpcIjQ2N1wifSxcIklzVmlzaWJsZVwiOmZhbHNlLFwiV2lkdGhcIjowLjAsXCJIZWlnaHRcIjowLjAsXCJCb3JkZXJTdHlsZVwiOm51bGx9LFwiVGl0bGVQb3NpdGlvblwiOjIsXCJEYXRlUG9zaXRpb25cIjpcIkxlZnRcIixcIlNoYXBlVHlwZVwiOjEsXCJTaGFwZVNpemVcIjoxLFwiU2hhcGVTdHlsZVwiOntcIiRpZFwiOlwiNTgzXCIsXCJNYXJnaW5cIjp7XCIkaWRcIjpcIjU4NFwiLFwiVG9wXCI6MC4wLFwiTGVmdFwiOjAuMCxcIlJpZ2h0XCI6MC4wLFwiQm90dG9tXCI6MC4wfSxcIlBhZGRpbmdcIjp7XCIkaWRcIjpcIjU4NVwiLFwiVG9wXCI6MC4wLFwiTGVmdFwiOjAuMCxcIlJpZ2h0XCI6MC4wLFwiQm90dG9tXCI6MC4wfSxcIkJhY2tncm91bmRcIjp7XCIkaWRcIjpcIjU4NlwiLFwiQ29sb3JcIjp7XCIkaWRcIjpcIjU4N1wiLFwiQVwiOjI1NSxcIlJcIjoxMTIsXCJHXCI6MTczLFwiQlwiOjcxfX0sXCJJc1Zpc2libGVcIjp0cnVlLFwiV2lkdGhcIjoxOC4wLFwiSGVpZ2h0XCI6MjAuMCxcIkJvcmRlclN0eWxlXCI6e1wiJGlkXCI6XCI1ODhcIixcIkxpbmVDb2xvclwiOm51bGwsXCJMaW5lV2VpZ2h0XCI6MC4wLFwiTGluZVR5cGVcIjowfX0sXCJEYXRlRm9ybWF0XCI6e1wiJGlkXCI6XCI1O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5MFwiLFwiVGl0bGVTdHlsZVwiOntcIiRpZFwiOlwiNTkxXCIsXCJGb250U2V0dGluZ3NcIjp7XCIkaWRcIjpcIjU5MlwiLFwiRm9udFNpemVcIjoxMSxcIkZvbnROYW1lXCI6XCJDYWxpYnJpXCIsXCJJc0JvbGRcIjp0cnVlLFwiSXNJdGFsaWNcIjpmYWxzZSxcIklzVW5kZXJsaW5lZFwiOmZhbHNlfSxcIkF1dG9TaXplXCI6MCxcIkZvcmVncm91bmRcIjp7XCIkaWRcIjpcIjU5M1wiLFwiQ29sb3JcIjp7XCIkaWRcIjpcIjU5N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OTVcIixcIlRvcFwiOjAuMCxcIkxlZnRcIjowLjAsXCJSaWdodFwiOjAuMCxcIkJvdHRvbVwiOjAuMH0sXCJQYWRkaW5nXCI6e1wiJGlkXCI6XCI1OTZcIixcIlRvcFwiOjAuMCxcIkxlZnRcIjowLjAsXCJSaWdodFwiOjAuMCxcIkJvdHRvbVwiOjAuMH0sXCJCYWNrZ3JvdW5kXCI6e1wiJHJlZlwiOlwiMTA1XCJ9LFwiSXNWaXNpYmxlXCI6dHJ1ZSxcIldpZHRoXCI6MC4wLFwiSGVpZ2h0XCI6MC4wLFwiQm9yZGVyU3R5bGVcIjpudWxsfSxcIkRhdGVTdHlsZVwiOntcIiRpZFwiOlwiNTk3XCIsXCJGb250U2V0dGluZ3NcIjp7XCIkaWRcIjpcIjU5OFwiLFwiRm9udFNpemVcIjoxMCxcIkZvbnROYW1lXCI6XCJDYWxpYnJpXCIsXCJJc0JvbGRcIjpmYWxzZSxcIklzSXRhbGljXCI6ZmFsc2UsXCJJc1VuZGVybGluZWRcIjpmYWxzZX0sXCJBdXRvU2l6ZVwiOjAsXCJGb3JlZ3JvdW5kXCI6e1wiJGlkXCI6XCI1OTlcIixcIkNvbG9yXCI6e1wiJGlkXCI6XCI2MDBcIixcIkFcIjoyNTUsXCJSXCI6MTgsXCJHXCI6MTksXCJCXCI6MjJ9fSxcIkJhY2tncm91bmRGaWxsVHlwZVwiOjAsXCJNYXhXaWR0aFwiOjIwMC4wLFwiTWF4SGVpZ2h0XCI6XCJJbmZpbml0eVwiLFwiU21hcnRGb3JlZ3JvdW5kSXNBY3RpdmVcIjpmYWxzZSxcIkhvcml6b250YWxBbGlnbm1lbnRcIjoyLFwiVmVydGljYWxBbGlnbm1lbnRcIjowLFwiU21hcnRGb3JlZ3JvdW5kXCI6bnVsbCxcIk1hcmdpblwiOntcIiRpZFwiOlwiNjAxXCIsXCJUb3BcIjowLjAsXCJMZWZ0XCI6MC4wLFwiUmlnaHRcIjowLjAsXCJCb3R0b21cIjowLjB9LFwiUGFkZGluZ1wiOntcIiRpZFwiOlwiNjA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jAzXCIsXCJNYXJnaW5cIjp7XCIkaWRcIjpcIjYwNFwiLFwiVG9wXCI6MC4wLFwiTGVmdFwiOjAuMCxcIlJpZ2h0XCI6MC4wLFwiQm90dG9tXCI6MC4wfSxcIlBhZGRpbmdcIjp7XCIkaWRcIjpcIjYwNVwiLFwiVG9wXCI6MC4wLFwiTGVmdFwiOjAuMCxcIlJpZ2h0XCI6MC4wLFwiQm90dG9tXCI6MC4wfSxcIkJhY2tncm91bmRcIjp7XCIkaWRcIjpcIjYwNlwiLFwiQ29sb3JcIjp7XCIkaWRcIjpcIjYwN1wiLFwiQVwiOjI1NSxcIlJcIjoxMTIsXCJHXCI6MTczLFwiQlwiOjcxfX0sXCJJc1Zpc2libGVcIjp0cnVlLFwiV2lkdGhcIjoxOC4wLFwiSGVpZ2h0XCI6MjAuMCxcIkJvcmRlclN0eWxlXCI6e1wiJGlkXCI6XCI2MDhcIixcIkxpbmVDb2xvclwiOm51bGwsXCJMaW5lV2VpZ2h0XCI6MC4wLFwiTGluZVR5cGVcIjowfX0sXCJEYXRlRm9ybWF0XCI6e1wiJGlkXCI6XCI2M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YxMFwiLFwiVGl0bGVTdHlsZVwiOntcIiRpZFwiOlwiNjExXCIsXCJGb250U2V0dGluZ3NcIjp7XCIkaWRcIjpcIjYxMlwiLFwiRm9udFNpemVcIjoxMSxcIkZvbnROYW1lXCI6XCJDYWxpYnJpXCIsXCJJc0JvbGRcIjp0cnVlLFwiSXNJdGFsaWNcIjpmYWxzZSxcIklzVW5kZXJsaW5lZFwiOmZhbHNlfSxcIkF1dG9TaXplXCI6MixcIkZvcmVncm91bmRcIjp7XCIkaWRcIjpcIjYxM1wiLFwiQ29sb3JcIjp7XCIkaWRcIjpcIjYxNFwiLFwiQVwiOjI1NSxcIlJcIjowLFwiR1wiOjAsXCJCXCI6MH19LFwiQmFja2dyb3VuZEZpbGxUeXBlXCI6MCxcIk1heFdpZHRoXCI6NjMuMjUzMzMzMzMzMzMzMzM3LFwiTWF4SGVpZ2h0XCI6XCJJbmZpbml0eVwiLFwiU21hcnRGb3JlZ3JvdW5kSXNBY3RpdmVcIjpmYWxzZSxcIkhvcml6b250YWxBbGlnbm1lbnRcIjowLFwiVmVydGljYWxBbGlnbm1lbnRcIjowLFwiU21hcnRGb3JlZ3JvdW5kXCI6bnVsbCxcIk1hcmdpblwiOntcIiRpZFwiOlwiNjE1XCIsXCJUb3BcIjowLjAsXCJMZWZ0XCI6MC4wLFwiUmlnaHRcIjowLjAsXCJCb3R0b21cIjowLjB9LFwiUGFkZGluZ1wiOntcIiRpZFwiOlwiNjE2XCIsXCJUb3BcIjowLjAsXCJMZWZ0XCI6MC4wLFwiUmlnaHRcIjowLjAsXCJCb3R0b21cIjowLjB9LFwiQmFja2dyb3VuZFwiOntcIiRyZWZcIjpcIjEwNVwifSxcIklzVmlzaWJsZVwiOnRydWUsXCJXaWR0aFwiOjAuMCxcIkhlaWdodFwiOjAuMCxcIkJvcmRlclN0eWxlXCI6bnVsbH0sXCJEYXRlU3R5bGVcIjp7XCIkaWRcIjpcIjYxN1wiLFwiRm9udFNldHRpbmdzXCI6e1wiJGlkXCI6XCI2MThcIixcIkZvbnRTaXplXCI6MTAsXCJGb250TmFtZVwiOlwiQ2FsaWJyaVwiLFwiSXNCb2xkXCI6ZmFsc2UsXCJJc0l0YWxpY1wiOmZhbHNlLFwiSXNVbmRlcmxpbmVkXCI6ZmFsc2V9LFwiQXV0b1NpemVcIjowLFwiRm9yZWdyb3VuZFwiOntcIiRpZFwiOlwiNjE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yMFwiLFwiVG9wXCI6MC4wLFwiTGVmdFwiOjAuMCxcIlJpZ2h0XCI6MC4wLFwiQm90dG9tXCI6MC4wfSxcIlBhZGRpbmdcIjp7XCIkaWRcIjpcIjYy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LFwiU2hhcGVTaXplXCI6MSxcIlNoYXBlU3R5bGVcIjp7XCIkaWRcIjpcIjYyMlwiLFwiTWFyZ2luXCI6e1wiJGlkXCI6XCI2MjNcIixcIlRvcFwiOjAuMCxcIkxlZnRcIjowLjAsXCJSaWdodFwiOjAuMCxcIkJvdHRvbVwiOjAuMH0sXCJQYWRkaW5nXCI6e1wiJGlkXCI6XCI2MjRcIixcIlRvcFwiOjAuMCxcIkxlZnRcIjowLjAsXCJSaWdodFwiOjAuMCxcIkJvdHRvbVwiOjAuMH0sXCJCYWNrZ3JvdW5kXCI6e1wiJGlkXCI6XCI2MjVcIixcIkNvbG9yXCI6e1wiJGlkXCI6XCI2MjZcIixcIkFcIjoyNTUsXCJSXCI6MTEyLFwiR1wiOjE3MyxcIkJcIjo3MX19LFwiSXNWaXNpYmxlXCI6dHJ1ZSxcIldpZHRoXCI6MTguMCxcIkhlaWdodFwiOjIwLjAsXCJCb3JkZXJTdHlsZVwiOntcIiRpZFwiOlwiNjI3XCIsXCJMaW5lQ29sb3JcIjpudWxsLFwiTGluZVdlaWdodFwiOjAuMCxcIkxpbmVUeXBlXCI6MH19LFwiRGF0ZUZvcm1hdFwiOntcIiRpZFwiOlwiNjI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XCIsXCJTcGFjaW5nXCI6NX1dLFwiQ3VzdG9tU3dpbWxhbmVUYXNrU3R5bGVMaXN0XCI6W119LHtcIiRpZFwiOlwiNjI5XCIsXCJTdHlsZVwiOntcIiRpZFwiOlwiNjMwXCIsXCJIZWFkZXJTdHlsZVwiOntcIiRpZFwiOlwiNjMxXCIsXCJUZXh0U3R5bGVcIjp7XCIkaWRcIjpcIjYzMlwiLFwiRm9udFNldHRpbmdzXCI6e1wiJGlkXCI6XCI2MzNcIixcIkZvbnRTaXplXCI6MTIsXCJGb250TmFtZVwiOlwiQ2FsaWJyaVwiLFwiSXNCb2xkXCI6dHJ1ZSxcIklzSXRhbGljXCI6ZmFsc2UsXCJJc1VuZGVybGluZWRcIjpmYWxzZX0sXCJBdXRvU2l6ZVwiOjAsXCJGb3JlZ3JvdW5kXCI6e1wiJGlkXCI6XCI2MzRcIixcIkNvbG9yXCI6e1wiJGlkXCI6XCI2MzV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YzNlwiLFwiVG9wXCI6MC4wLFwiTGVmdFwiOjAuMCxcIlJpZ2h0XCI6MC4wLFwiQm90dG9tXCI6MC4wfSxcIlBhZGRpbmdcIjp7XCIkaWRcIjpcIjYzN1wiLFwiVG9wXCI6MC4wLFwiTGVmdFwiOjAuMCxcIlJpZ2h0XCI6MC4wLFwiQm90dG9tXCI6MC4wfSxcIkJhY2tncm91bmRcIjpudWxsLFwiSXNWaXNpYmxlXCI6ZmFsc2UsXCJXaWR0aFwiOjAuMCxcIkhlaWdodFwiOjAuMCxcIkJvcmRlclN0eWxlXCI6bnVsbH0sXCJSZWN0YW5nb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5MSxcIkdcIjoxNTUsXCJCXCI6MjEzfX0sXCJJc1Zpc2libGVcIjpmYWxzZSxcIldpZHRoXCI6MC4wLFwiSGVpZ2h0XCI6MC4wLFwiQm9yZGVyU3R5bGVcIjp7XCIkaWRcIjpcIjY0M1wiLFwiTGluZUNvbG9yXCI6e1wiJGlkXCI6XCI2NDRcIixcIiR0eXBlXCI6XCJOTFJFLkNvbW1vbi5Eb20uU29saWRDb2xvckJydXNoLCBOTFJFLkNvbW1vblwiLFwiQ29sb3JcIjp7XCIkaWRcIjpcIjY0NVwiLFwiQVwiOjI1NSxcIlJcIjo2LFwiR1wiOjQsXCJCXCI6NX19LFwiTGluZVdlaWdodFwiOjAuMCxcIkxpbmVUeXBlXCI6MH19LFwiVGV4dElzVmVydGljYWxcIjpmYWxzZX0sXCJCYWNrZ3JvdW5kU3R5bGVcIjp7XCIkaWRcIjpcIjY0NlwiLFwiTWFyZ2luXCI6e1wiJGlkXCI6XCI2NDdcIixcIlRvcFwiOjAuMCxcIkxlZnRcIjowLjAsXCJSaWdodFwiOjAuMCxcIkJvdHRvbVwiOjAuMH0sXCJQYWRkaW5nXCI6e1wiJGlkXCI6XCI2NDhcIixcIlRvcFwiOjAuMCxcIkxlZnRcIjowLjAsXCJSaWdodFwiOjAuMCxcIkJvdHRvbVwiOjAuMH0sXCJCYWNrZ3JvdW5kXCI6e1wiJGlkXCI6XCI2NDlcIixcIkNvbG9yXCI6e1wiJGlkXCI6XCI2NTBcIixcIkFcIjozOCxcIlJcIjo5MSxcIkdcIjoxNTUsXCJCXCI6MjEzfX0sXCJJc1Zpc2libGVcIjp0cnVlLFwiV2lkdGhcIjowLjAsXCJIZWlnaHRcIjowLjAsXCJCb3JkZXJTdHlsZVwiOntcIiRpZFwiOlwiNjUxXCIsXCJMaW5lQ29sb3JcIjp7XCIkaWRcIjpcIjY1MlwiLFwiJHR5cGVcIjpcIk5MUkUuQ29tbW9uLkRvbS5Tb2xpZENvbG9yQnJ1c2gsIE5MUkUuQ29tbW9uXCIsXCJDb2xvclwiOntcIiRpZFwiOlwiNjUzXCIsXCJBXCI6MjU1LFwiUlwiOjIwOCxcIkdcIjoyMDYsXCJCXCI6MjA2fX0sXCJMaW5lV2VpZ2h0XCI6MC4wLFwiTGluZVR5cGVcIjowfX0sXCJJc0Fib3ZlVGltZWJhbmRcIjpmYWxzZX0sXCJDdXN0b21Td2ltbGFuZU1pbGVzdG9uZVN0eWxlTGlzdFwiOlt7XCIkaWRcIjpcIjY1NFwiLFwiVGl0bGVTdHlsZVwiOntcIiRpZFwiOlwiNjU1XCIsXCJGb250U2V0dGluZ3NcIjp7XCIkaWRcIjpcIjY1NlwiLFwiRm9udFNpemVcIjoxMSxcIkZvbnROYW1lXCI6XCJDYWxpYnJpXCIsXCJJc0JvbGRcIjp0cnVlLFwiSXNJdGFsaWNcIjpmYWxzZSxcIklzVW5kZXJsaW5lZFwiOmZhbHNlfSxcIkF1dG9TaXplXCI6MixcIkZvcmVncm91bmRcIjp7XCIkaWRcIjpcIjY1N1wiLFwiQ29sb3JcIjp7XCIkaWRcIjpcIjY1OFwiLFwiQVwiOjI1NSxcIlJcIjowLFwiR1wiOjAsXCJCXCI6MH19LFwiQmFja2dyb3VuZEZpbGxUeXBlXCI6MCxcIk1heFdpZHRoXCI6ODYuNjkwMDAwMDAwMDAwMDEyLFwiTWF4SGVpZ2h0XCI6XCJJbmZpbml0eVwiLFwiU21hcnRGb3JlZ3JvdW5kSXNBY3RpdmVcIjpmYWxzZSxcIkhvcml6b250YWxBbGlnbm1lbnRcIjowLFwiVmVydGljYWxBbGlnbm1lbnRcIjowLFwiU21hcnRGb3JlZ3JvdW5kXCI6bnVsbCxcIk1hcmdpblwiOntcIiRpZFwiOlwiNjU5XCIsXCJUb3BcIjowLjAsXCJMZWZ0XCI6MC4wLFwiUmlnaHRcIjowLjAsXCJCb3R0b21cIjowLjB9LFwiUGFkZGluZ1wiOntcIiRpZFwiOlwiNjYwXCIsXCJUb3BcIjowLjAsXCJMZWZ0XCI6MC4wLFwiUmlnaHRcIjowLjAsXCJCb3R0b21cIjowLjB9LFwiQmFja2dyb3VuZFwiOntcIiRyZWZcIjpcIjEwNVwifSxcIklzVmlzaWJsZVwiOnRydWUsXCJXaWR0aFwiOjAuMCxcIkhlaWdodFwiOjAuMCxcIkJvcmRlclN0eWxlXCI6bnVsbH0sXCJEYXRlU3R5bGVcIjp7XCIkaWRcIjpcIjY2MVwiLFwiRm9udFNldHRpbmdzXCI6e1wiJGlkXCI6XCI2NjJcIixcIkZvbnRTaXplXCI6MTAsXCJGb250TmFtZVwiOlwiQ2FsaWJyaVwiLFwiSXNCb2xkXCI6ZmFsc2UsXCJJc0l0YWxpY1wiOmZhbHNlLFwiSXNVbmRlcmxpbmVkXCI6ZmFsc2V9LFwiQXV0b1NpemVcIjowLFwiRm9yZWdyb3VuZFwiOntcIiRpZFwiOlwiNjYz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2NFwiLFwiVG9wXCI6MC4wLFwiTGVmdFwiOjAuMCxcIlJpZ2h0XCI6MC4wLFwiQm90dG9tXCI6MC4wfSxcIlBhZGRpbmdcIjp7XCIkaWRcIjpcIjY2N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Y2NlwiLFwiTWFyZ2luXCI6e1wiJGlkXCI6XCI2NjdcIixcIlRvcFwiOjAuMCxcIkxlZnRcIjowLjAsXCJSaWdodFwiOjAuMCxcIkJvdHRvbVwiOjAuMH0sXCJQYWRkaW5nXCI6e1wiJGlkXCI6XCI2NjhcIixcIlRvcFwiOjAuMCxcIkxlZnRcIjowLjAsXCJSaWdodFwiOjAuMCxcIkJvdHRvbVwiOjAuMH0sXCJCYWNrZ3JvdW5kXCI6e1wiJGlkXCI6XCI2NjlcIixcIkNvbG9yXCI6e1wiJGlkXCI6XCI2NzBcIixcIkFcIjoyNTUsXCJSXCI6OTEsXCJHXCI6MTU1LFwiQlwiOjIxM319LFwiSXNWaXNpYmxlXCI6dHJ1ZSxcIldpZHRoXCI6MTIuMCxcIkhlaWdodFwiOjE0LjAsXCJCb3JkZXJTdHlsZVwiOntcIiRpZFwiOlwiNjcxXCIsXCJMaW5lQ29sb3JcIjpudWxsLFwiTGluZVdlaWdodFwiOjAuMCxcIkxpbmVUeXBlXCI6MH19LFwiRGF0ZUZvcm1hdFwiOntcIiRpZFwiOlwiNjc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2NzNcIixcIlRpdGxlU3R5bGVcIjp7XCIkaWRcIjpcIjY3NFwiLFwiRm9udFNldHRpbmdzXCI6e1wiJGlkXCI6XCI2NzVcIixcIkZvbnRTaXplXCI6MTEsXCJGb250TmFtZVwiOlwiQ2FsaWJyaVwiLFwiSXNCb2xkXCI6dHJ1ZSxcIklzSXRhbGljXCI6ZmFsc2UsXCJJc1VuZGVybGluZWRcIjpmYWxzZX0sXCJBdXRvU2l6ZVwiOjIsXCJGb3JlZ3JvdW5kXCI6e1wiJGlkXCI6XCI2NzZcIixcIkNvbG9yXCI6e1wiJGlkXCI6XCI2NzdcIixcIkFcIjoyNTUsXCJSXCI6MCxcIkdcIjowLFwiQlwiOjB9fSxcIkJhY2tncm91bmRGaWxsVHlwZVwiOjAsXCJNYXhXaWR0aFwiOjM5LjQzLFwiTWF4SGVpZ2h0XCI6XCJJbmZpbml0eVwiLFwiU21hcnRGb3JlZ3JvdW5kSXNBY3RpdmVcIjpmYWxzZSxcIkhvcml6b250YWxBbGlnbm1lbnRcIjowLFwiVmVydGljYWxBbGlnbm1lbnRcIjowLFwiU21hcnRGb3JlZ3JvdW5kXCI6bnVsbCxcIk1hcmdpblwiOntcIiRpZFwiOlwiNjc4XCIsXCJUb3BcIjowLjAsXCJMZWZ0XCI6MC4wLFwiUmlnaHRcIjowLjAsXCJCb3R0b21cIjowLjB9LFwiUGFkZGluZ1wiOntcIiRpZFwiOlwiNjc5XCIsXCJUb3BcIjowLjAsXCJMZWZ0XCI6MC4wLFwiUmlnaHRcIjowLjAsXCJCb3R0b21cIjowLjB9LFwiQmFja2dyb3VuZFwiOntcIiRyZWZcIjpcIjQ2MFwifSxcIklzVmlzaWJsZVwiOnRydWUsXCJXaWR0aFwiOjAuMCxcIkhlaWdodFwiOjAuMCxcIkJvcmRlclN0eWxlXCI6bnVsbH0sXCJEYXRlU3R5bGVcIjp7XCIkaWRcIjpcIjY4MFwiLFwiRm9udFNldHRpbmdzXCI6e1wiJGlkXCI6XCI2ODFcIixcIkZvbnRTaXplXCI6MTAsXCJGb250TmFtZVwiOlwiQ2FsaWJyaVwiLFwiSXNCb2xkXCI6ZmFsc2UsXCJJc0l0YWxpY1wiOmZhbHNlLFwiSXNVbmRlcmxpbmVkXCI6ZmFsc2V9LFwiQXV0b1NpemVcIjowLFwiRm9yZWdyb3VuZFwiOntcIiRpZFwiOlwiNjgy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4M1wiLFwiVG9wXCI6MC4wLFwiTGVmdFwiOjAuMCxcIlJpZ2h0XCI6MC4wLFwiQm90dG9tXCI6MC4wfSxcIlBhZGRpbmdcIjp7XCIkaWRcIjpcIjY4NFwiLFwiVG9wXCI6MC4wLFwiTGVmdFwiOjAuMCxcIlJpZ2h0XCI6MC4wLFwiQm90dG9tXCI6MC4wfSxcIkJhY2tncm91bmRcIjp7XCIkcmVmXCI6XCI0NjdcIn0sXCJJc1Zpc2libGVcIjpmYWxzZSxcIldpZHRoXCI6MC4wLFwiSGVpZ2h0XCI6MC4wLFwiQm9yZGVyU3R5bGVcIjpudWxsfSxcIlRpdGxlUG9zaXRpb25cIjoyLFwiRGF0ZVBvc2l0aW9uXCI6XCJMZWZ0XCIsXCJTaGFwZVR5cGVcIjo0LFwiU2hhcGVTaXplXCI6MCxcIlNoYXBlU3R5bGVcIjp7XCIkaWRcIjpcIjY4NVwiLFwiTWFyZ2luXCI6e1wiJGlkXCI6XCI2ODZcIixcIlRvcFwiOjAuMCxcIkxlZnRcIjowLjAsXCJSaWdodFwiOjAuMCxcIkJvdHRvbVwiOjAuMH0sXCJQYWRkaW5nXCI6e1wiJGlkXCI6XCI2ODdcIixcIlRvcFwiOjAuMCxcIkxlZnRcIjowLjAsXCJSaWdodFwiOjAuMCxcIkJvdHRvbVwiOjAuMH0sXCJCYWNrZ3JvdW5kXCI6e1wiJGlkXCI6XCI2ODhcIixcIkNvbG9yXCI6e1wiJGlkXCI6XCI2ODlcIixcIkFcIjoyNTUsXCJSXCI6OTEsXCJHXCI6MTU1LFwiQlwiOjIxM319LFwiSXNWaXNpYmxlXCI6dHJ1ZSxcIldpZHRoXCI6MTIuMCxcIkhlaWdodFwiOjE0LjAsXCJCb3JkZXJTdHlsZVwiOntcIiRpZFwiOlwiNjkwXCIsXCJMaW5lQ29sb3JcIjpudWxsLFwiTGluZVdlaWdodFwiOjAuMCxcIkxpbmVUeXBlXCI6MH19LFwiRGF0ZUZvcm1hdFwiOntcIiRpZFwiOlwiNjk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2OTJcIixcIlRpdGxlU3R5bGVcIjp7XCIkaWRcIjpcIjY5M1wiLFwiRm9udFNldHRpbmdzXCI6e1wiJGlkXCI6XCI2OTRcIixcIkZvbnRTaXplXCI6MTEsXCJGb250TmFtZVwiOlwiQ2FsaWJyaVwiLFwiSXNCb2xkXCI6dHJ1ZSxcIklzSXRhbGljXCI6ZmFsc2UsXCJJc1VuZGVybGluZWRcIjpmYWxzZX0sXCJBdXRvU2l6ZVwiOjIsXCJGb3JlZ3JvdW5kXCI6e1wiJGlkXCI6XCI2OTVcIixcIkNvbG9yXCI6e1wiJGlkXCI6XCI2OTZcIixcIkFcIjoyNTUsXCJSXCI6MCxcIkdcIjowLFwiQlwiOjB9fSxcIkJhY2tncm91bmRGaWxsVHlwZVwiOjAsXCJNYXhXaWR0aFwiOjYyLjc3LFwiTWF4SGVpZ2h0XCI6XCJJbmZpbml0eVwiLFwiU21hcnRGb3JlZ3JvdW5kSXNBY3RpdmVcIjpmYWxzZSxcIkhvcml6b250YWxBbGlnbm1lbnRcIjowLFwiVmVydGljYWxBbGlnbm1lbnRcIjowLFwiU21hcnRGb3JlZ3JvdW5kXCI6bnVsbCxcIk1hcmdpblwiOntcIiRpZFwiOlwiNjk3XCIsXCJUb3BcIjowLjAsXCJMZWZ0XCI6MC4wLFwiUmlnaHRcIjowLjAsXCJCb3R0b21cIjowLjB9LFwiUGFkZGluZ1wiOntcIiRpZFwiOlwiNjk4XCIsXCJUb3BcIjowLjAsXCJMZWZ0XCI6MC4wLFwiUmlnaHRcIjowLjAsXCJCb3R0b21cIjowLjB9LFwiQmFja2dyb3VuZFwiOntcIiRyZWZcIjpcIjQ2MFwifSxcIklzVmlzaWJsZVwiOnRydWUsXCJXaWR0aFwiOjAuMCxcIkhlaWdodFwiOjAuMCxcIkJvcmRlclN0eWxlXCI6bnVsbH0sXCJEYXRlU3R5bGVcIjp7XCIkaWRcIjpcIjY5OVwiLFwiRm9udFNldHRpbmdzXCI6e1wiJGlkXCI6XCI3MDBcIixcIkZvbnRTaXplXCI6MTAsXCJGb250TmFtZVwiOlwiQ2FsaWJyaVwiLFwiSXNCb2xkXCI6ZmFsc2UsXCJJc0l0YWxpY1wiOmZhbHNlLFwiSXNVbmRlcmxpbmVkXCI6ZmFsc2V9LFwiQXV0b1NpemVcIjowLFwiRm9yZWdyb3VuZFwiOntcIiRpZFwiOlwiNzAx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wMlwiLFwiVG9wXCI6MC4wLFwiTGVmdFwiOjAuMCxcIlJpZ2h0XCI6MC4wLFwiQm90dG9tXCI6MC4wfSxcIlBhZGRpbmdcIjp7XCIkaWRcIjpcIjcwM1wiLFwiVG9wXCI6MC4wLFwiTGVmdFwiOjAuMCxcIlJpZ2h0XCI6MC4wLFwiQm90dG9tXCI6MC4wfSxcIkJhY2tncm91bmRcIjp7XCIkcmVmXCI6XCI0NjdcIn0sXCJJc1Zpc2libGVcIjpmYWxzZSxcIldpZHRoXCI6MC4wLFwiSGVpZ2h0XCI6MC4wLFwiQm9yZGVyU3R5bGVcIjpudWxsfSxcIlRpdGxlUG9zaXRpb25cIjoyLFwiRGF0ZVBvc2l0aW9uXCI6XCJMZWZ0XCIsXCJTaGFwZVR5cGVcIjo0LFwiU2hhcGVTaXplXCI6MCxcIlNoYXBlU3R5bGVcIjp7XCIkaWRcIjpcIjcwNFwiLFwiTWFyZ2luXCI6e1wiJGlkXCI6XCI3MDVcIixcIlRvcFwiOjAuMCxcIkxlZnRcIjowLjAsXCJSaWdodFwiOjAuMCxcIkJvdHRvbVwiOjAuMH0sXCJQYWRkaW5nXCI6e1wiJGlkXCI6XCI3MDZcIixcIlRvcFwiOjAuMCxcIkxlZnRcIjowLjAsXCJSaWdodFwiOjAuMCxcIkJvdHRvbVwiOjAuMH0sXCJCYWNrZ3JvdW5kXCI6e1wiJGlkXCI6XCI3MDdcIixcIkNvbG9yXCI6e1wiJGlkXCI6XCI3MDhcIixcIkFcIjoyNTUsXCJSXCI6OTEsXCJHXCI6MTU1LFwiQlwiOjIxM319LFwiSXNWaXNpYmxlXCI6dHJ1ZSxcIldpZHRoXCI6MTIuMCxcIkhlaWdodFwiOjE0LjAsXCJCb3JkZXJTdHlsZVwiOntcIiRpZFwiOlwiNzA5XCIsXCJMaW5lQ29sb3JcIjpudWxsLFwiTGluZVdlaWdodFwiOjAuMCxcIkxpbmVUeXBlXCI6MH19LFwiRGF0ZUZvcm1hdFwiOntcIiRpZFwiOlwiNzEw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3MTFcIixcIlRpdGxlU3R5bGVcIjp7XCIkaWRcIjpcIjcxMlwiLFwiRm9udFNldHRpbmdzXCI6e1wiJGlkXCI6XCI3MTNcIixcIkZvbnRTaXplXCI6MTEsXCJGb250TmFtZVwiOlwiQ2FsaWJyaVwiLFwiSXNCb2xkXCI6dHJ1ZSxcIklzSXRhbGljXCI6ZmFsc2UsXCJJc1VuZGVybGluZWRcIjpmYWxzZX0sXCJBdXRvU2l6ZVwiOjIsXCJGb3JlZ3JvdW5kXCI6e1wiJGlkXCI6XCI3MTRcIixcIkNvbG9yXCI6e1wiJGlkXCI6XCI3MTVcIixcIkFcIjoyNTUsXCJSXCI6MCxcIkdcIjowLFwiQlwiOjB9fSxcIkJhY2tncm91bmRGaWxsVHlwZVwiOjAsXCJNYXhXaWR0aFwiOjU3LjI0NjY2NjY2NjY2NjY3LFwiTWF4SGVpZ2h0XCI6XCJJbmZpbml0eVwiLFwiU21hcnRGb3JlZ3JvdW5kSXNBY3RpdmVcIjpmYWxzZSxcIkhvcml6b250YWxBbGlnbm1lbnRcIjowLFwiVmVydGljYWxBbGlnbm1lbnRcIjowLFwiU21hcnRGb3JlZ3JvdW5kXCI6bnVsbCxcIk1hcmdpblwiOntcIiRpZFwiOlwiNzE2XCIsXCJUb3BcIjowLjAsXCJMZWZ0XCI6MC4wLFwiUmlnaHRcIjowLjAsXCJCb3R0b21cIjowLjB9LFwiUGFkZGluZ1wiOntcIiRpZFwiOlwiNzE3XCIsXCJUb3BcIjowLjAsXCJMZWZ0XCI6MC4wLFwiUmlnaHRcIjowLjAsXCJCb3R0b21cIjowLjB9LFwiQmFja2dyb3VuZFwiOntcIiRyZWZcIjpcIjEwNVwifSxcIklzVmlzaWJsZVwiOnRydWUsXCJXaWR0aFwiOjAuMCxcIkhlaWdodFwiOjAuMCxcIkJvcmRlclN0eWxlXCI6bnVsbH0sXCJEYXRlU3R5bGVcIjp7XCIkaWRcIjpcIjcxOFwiLFwiRm9udFNldHRpbmdzXCI6e1wiJGlkXCI6XCI3MTlcIixcIkZvbnRTaXplXCI6MTAsXCJGb250TmFtZVwiOlwiQ2FsaWJyaVwiLFwiSXNCb2xkXCI6ZmFsc2UsXCJJc0l0YWxpY1wiOmZhbHNlLFwiSXNVbmRlcmxpbmVkXCI6ZmFsc2V9LFwiQXV0b1NpemVcIjowLFwiRm9yZWdyb3VuZFwiOntcIiRpZFwiOlwiNzIw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yMVwiLFwiVG9wXCI6MC4wLFwiTGVmdFwiOjAuMCxcIlJpZ2h0XCI6MC4wLFwiQm90dG9tXCI6MC4wfSxcIlBhZGRpbmdcIjp7XCIkaWRcIjpcIjcyMl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cyM1wiLFwiTWFyZ2luXCI6e1wiJGlkXCI6XCI3MjRcIixcIlRvcFwiOjAuMCxcIkxlZnRcIjowLjAsXCJSaWdodFwiOjAuMCxcIkJvdHRvbVwiOjAuMH0sXCJQYWRkaW5nXCI6e1wiJGlkXCI6XCI3MjVcIixcIlRvcFwiOjAuMCxcIkxlZnRcIjowLjAsXCJSaWdodFwiOjAuMCxcIkJvdHRvbVwiOjAuMH0sXCJCYWNrZ3JvdW5kXCI6e1wiJGlkXCI6XCI3MjZcIixcIkNvbG9yXCI6e1wiJGlkXCI6XCI3MjdcIixcIkFcIjoyNTUsXCJSXCI6OTEsXCJHXCI6MTU1LFwiQlwiOjIxM319LFwiSXNWaXNpYmxlXCI6dHJ1ZSxcIldpZHRoXCI6MTIuMCxcIkhlaWdodFwiOjE0LjAsXCJCb3JkZXJTdHlsZVwiOntcIiRpZFwiOlwiNzI4XCIsXCJMaW5lQ29sb3JcIjpudWxsLFwiTGluZVdlaWdodFwiOjAuMCxcIkxpbmVUeXBlXCI6MH19LFwiRGF0ZUZvcm1hdFwiOntcIiRpZFwiOlwiNzI5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3MzBcIixcIlRpdGxlU3R5bGVcIjp7XCIkaWRcIjpcIjczMVwiLFwiRm9udFNldHRpbmdzXCI6e1wiJGlkXCI6XCI3MzJcIixcIkZvbnRTaXplXCI6MTEsXCJGb250TmFtZVwiOlwiQ2FsaWJyaVwiLFwiSXNCb2xkXCI6dHJ1ZSxcIklzSXRhbGljXCI6ZmFsc2UsXCJJc1VuZGVybGluZWRcIjpmYWxzZX0sXCJBdXRvU2l6ZVwiOjIsXCJGb3JlZ3JvdW5kXCI6e1wiJGlkXCI6XCI3MzNcIixcIkNvbG9yXCI6e1wiJGlkXCI6XCI3MzRcIixcIkFcIjoyNTUsXCJSXCI6MCxcIkdcIjowLFwiQlwiOjB9fSxcIkJhY2tncm91bmRGaWxsVHlwZVwiOjAsXCJNYXhXaWR0aFwiOjUxLjczMzMzMzMzMzMzMzMzNCxcIk1heEhlaWdodFwiOlwiSW5maW5pdHlcIixcIlNtYXJ0Rm9yZWdyb3VuZElzQWN0aXZlXCI6ZmFsc2UsXCJIb3Jpem9udGFsQWxpZ25tZW50XCI6MCxcIlZlcnRpY2FsQWxpZ25tZW50XCI6MCxcIlNtYXJ0Rm9yZWdyb3VuZFwiOm51bGwsXCJNYXJnaW5cIjp7XCIkaWRcIjpcIjczNVwiLFwiVG9wXCI6MC4wLFwiTGVmdFwiOjAuMCxcIlJpZ2h0XCI6MC4wLFwiQm90dG9tXCI6MC4wfSxcIlBhZGRpbmdcIjp7XCIkaWRcIjpcIjczNlwiLFwiVG9wXCI6MC4wLFwiTGVmdFwiOjAuMCxcIlJpZ2h0XCI6MC4wLFwiQm90dG9tXCI6MC4wfSxcIkJhY2tncm91bmRcIjp7XCIkcmVmXCI6XCI0NjBcIn0sXCJJc1Zpc2libGVcIjp0cnVlLFwiV2lkdGhcIjowLjAsXCJIZWlnaHRcIjowLjAsXCJCb3JkZXJTdHlsZVwiOm51bGx9LFwiRGF0ZVN0eWxlXCI6e1wiJGlkXCI6XCI3MzdcIixcIkZvbnRTZXR0aW5nc1wiOntcIiRpZFwiOlwiNzM4XCIsXCJGb250U2l6ZVwiOjEwLFwiRm9udE5hbWVcIjpcIkNhbGlicmlcIixcIklzQm9sZFwiOmZhbHNlLFwiSXNJdGFsaWNcIjpmYWxzZSxcIklzVW5kZXJsaW5lZFwiOmZhbHNlfSxcIkF1dG9TaXplXCI6MCxcIkZvcmVncm91bmRcIjp7XCIkaWRcIjpcIjczOV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3NDBcIixcIlRvcFwiOjAuMCxcIkxlZnRcIjowLjAsXCJSaWdodFwiOjAuMCxcIkJvdHRvbVwiOjAuMH0sXCJQYWRkaW5nXCI6e1wiJGlkXCI6XCI3NDFcIixcIlRvcFwiOjAuMCxcIkxlZnRcIjowLjAsXCJSaWdodFwiOjAuMCxcIkJvdHRvbVwiOjAuMH0sXCJCYWNrZ3JvdW5kXCI6e1wiJHJlZlwiOlwiNDY3XCJ9LFwiSXNWaXNpYmxlXCI6ZmFsc2UsXCJXaWR0aFwiOjAuMCxcIkhlaWdodFwiOjAuMCxcIkJvcmRlclN0eWxlXCI6bnVsbH0sXCJUaXRsZVBvc2l0aW9uXCI6MixcIkRhdGVQb3NpdGlvblwiOlwiTGVmdFwiLFwiU2hhcGVUeXBlXCI6NCxcIlNoYXBlU2l6ZVwiOjAsXCJTaGFwZVN0eWxlXCI6e1wiJGlkXCI6XCI3NDJcIixcIk1hcmdpblwiOntcIiRpZFwiOlwiNzQzXCIsXCJUb3BcIjowLjAsXCJMZWZ0XCI6MC4wLFwiUmlnaHRcIjowLjAsXCJCb3R0b21cIjowLjB9LFwiUGFkZGluZ1wiOntcIiRpZFwiOlwiNzQ0XCIsXCJUb3BcIjowLjAsXCJMZWZ0XCI6MC4wLFwiUmlnaHRcIjowLjAsXCJCb3R0b21cIjowLjB9LFwiQmFja2dyb3VuZFwiOntcIiRpZFwiOlwiNzQ1XCIsXCJDb2xvclwiOntcIiRpZFwiOlwiNzQ2XCIsXCJBXCI6MjU1LFwiUlwiOjkxLFwiR1wiOjE1NSxcIkJcIjoyMTN9fSxcIklzVmlzaWJsZVwiOnRydWUsXCJXaWR0aFwiOjEyLjAsXCJIZWlnaHRcIjoxNC4wLFwiQm9yZGVyU3R5bGVcIjp7XCIkaWRcIjpcIjc0N1wiLFwiTGluZUNvbG9yXCI6bnVsbCxcIkxpbmVXZWlnaHRcIjowLjAsXCJMaW5lVHlwZVwiOjB9fSxcIkRhdGVGb3JtYXRcIjp7XCIkaWRcIjpcIjc0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llNDVmYjM2LWZhYWQtNGU1NC1hMGE2LTZmYzdkNDE4YjVkMlwiLFwiU3BhY2luZ1wiOjV9LHtcIiRpZFwiOlwiNzQ5XCIsXCJUaXRsZVN0eWxlXCI6e1wiJGlkXCI6XCI3NTBcIixcIkZvbnRTZXR0aW5nc1wiOntcIiRpZFwiOlwiNzUxXCIsXCJGb250U2l6ZVwiOjExLFwiRm9udE5hbWVcIjpcIkNhbGlicmlcIixcIklzQm9sZFwiOnRydWUsXCJJc0l0YWxpY1wiOmZhbHNlLFwiSXNVbmRlcmxpbmVkXCI6ZmFsc2V9LFwiQXV0b1NpemVcIjoyLFwiRm9yZWdyb3VuZFwiOntcIiRpZFwiOlwiNzUyXCIsXCJDb2xvclwiOntcIiRpZFwiOlwiNzUzXCIsXCJBXCI6MjU1LFwiUlwiOjAsXCJHXCI6MCxcIkJcIjowfX0sXCJCYWNrZ3JvdW5kRmlsbFR5cGVcIjowLFwiTWF4V2lkdGhcIjo5Mi41NDY2NjY2NjY2NjY2NjcsXCJNYXhIZWlnaHRcIjpcIkluZmluaXR5XCIsXCJTbWFydEZvcmVncm91bmRJc0FjdGl2ZVwiOmZhbHNlLFwiSG9yaXpvbnRhbEFsaWdubWVudFwiOjAsXCJWZXJ0aWNhbEFsaWdubWVudFwiOjAsXCJTbWFydEZvcmVncm91bmRcIjpudWxsLFwiTWFyZ2luXCI6e1wiJGlkXCI6XCI3NTRcIixcIlRvcFwiOjAuMCxcIkxlZnRcIjowLjAsXCJSaWdodFwiOjAuMCxcIkJvdHRvbVwiOjAuMH0sXCJQYWRkaW5nXCI6e1wiJGlkXCI6XCI3NTVcIixcIlRvcFwiOjAuMCxcIkxlZnRcIjowLjAsXCJSaWdodFwiOjAuMCxcIkJvdHRvbVwiOjAuMH0sXCJCYWNrZ3JvdW5kXCI6e1wiJHJlZlwiOlwiMTA1XCJ9LFwiSXNWaXNpYmxlXCI6dHJ1ZSxcIldpZHRoXCI6MC4wLFwiSGVpZ2h0XCI6MC4wLFwiQm9yZGVyU3R5bGVcIjpudWxsfSxcIkRhdGVTdHlsZVwiOntcIiRpZFwiOlwiNzU2XCIsXCJGb250U2V0dGluZ3NcIjp7XCIkaWRcIjpcIjc1N1wiLFwiRm9udFNpemVcIjoxMCxcIkZvbnROYW1lXCI6XCJDYWxpYnJpXCIsXCJJc0JvbGRcIjpmYWxzZSxcIklzSXRhbGljXCI6ZmFsc2UsXCJJc1VuZGVybGluZWRcIjpmYWxzZX0sXCJBdXRvU2l6ZVwiOjAsXCJGb3JlZ3JvdW5kXCI6e1wiJGlkXCI6XCI3NTh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zU5XCIsXCJUb3BcIjowLjAsXCJMZWZ0XCI6MC4wLFwiUmlnaHRcIjowLjAsXCJCb3R0b21cIjowLjB9LFwiUGFkZGluZ1wiOntcIiRpZFwiOlwiNzYw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QsXCJTaGFwZVNpemVcIjowLFwiU2hhcGVTdHlsZVwiOntcIiRpZFwiOlwiNzYxXCIsXCJNYXJnaW5cIjp7XCIkaWRcIjpcIjc2MlwiLFwiVG9wXCI6MC4wLFwiTGVmdFwiOjAuMCxcIlJpZ2h0XCI6MC4wLFwiQm90dG9tXCI6MC4wfSxcIlBhZGRpbmdcIjp7XCIkaWRcIjpcIjc2M1wiLFwiVG9wXCI6MC4wLFwiTGVmdFwiOjAuMCxcIlJpZ2h0XCI6MC4wLFwiQm90dG9tXCI6MC4wfSxcIkJhY2tncm91bmRcIjp7XCIkaWRcIjpcIjc2NFwiLFwiQ29sb3JcIjp7XCIkaWRcIjpcIjc2NVwiLFwiQVwiOjI1NSxcIlJcIjo5MSxcIkdcIjoxNTUsXCJCXCI6MjEzfX0sXCJJc1Zpc2libGVcIjp0cnVlLFwiV2lkdGhcIjoxMi4wLFwiSGVpZ2h0XCI6MTQuMCxcIkJvcmRlclN0eWxlXCI6e1wiJGlkXCI6XCI3NjZcIixcIkxpbmVDb2xvclwiOm51bGwsXCJMaW5lV2VpZ2h0XCI6MC4wLFwiTGluZVR5cGVcIjowfX0sXCJEYXRlRm9ybWF0XCI6e1wiJGlkXCI6XCI3Nj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ZTQ1ZmIzNi1mYWFkLTRlNTQtYTBhNi02ZmM3ZDQxOGI1ZDJcIixcIlNwYWNpbmdcIjo1fSx7XCIkaWRcIjpcIjc2OFwiLFwiVGl0bGVTdHlsZVwiOntcIiRpZFwiOlwiNzY5XCIsXCJGb250U2V0dGluZ3NcIjp7XCIkaWRcIjpcIjc3MFwiLFwiRm9udFNpemVcIjoxMSxcIkZvbnROYW1lXCI6XCJDYWxpYnJpXCIsXCJJc0JvbGRcIjp0cnVlLFwiSXNJdGFsaWNcIjpmYWxzZSxcIklzVW5kZXJsaW5lZFwiOmZhbHNlfSxcIkF1dG9TaXplXCI6MixcIkZvcmVncm91bmRcIjp7XCIkaWRcIjpcIjc3MVwiLFwiQ29sb3JcIjp7XCIkaWRcIjpcIjc3MlwiLFwiQVwiOjI1NSxcIlJcIjowLFwiR1wiOjAsXCJCXCI6MH19LFwiQmFja2dyb3VuZEZpbGxUeXBlXCI6MCxcIk1heFdpZHRoXCI6NTEuODEsXCJNYXhIZWlnaHRcIjpcIkluZmluaXR5XCIsXCJTbWFydEZvcmVncm91bmRJc0FjdGl2ZVwiOmZhbHNlLFwiSG9yaXpvbnRhbEFsaWdubWVudFwiOjAsXCJWZXJ0aWNhbEFsaWdubWVudFwiOjAsXCJTbWFydEZvcmVncm91bmRcIjpudWxsLFwiTWFyZ2luXCI6e1wiJGlkXCI6XCI3NzNcIixcIlRvcFwiOjAuMCxcIkxlZnRcIjowLjAsXCJSaWdodFwiOjAuMCxcIkJvdHRvbVwiOjAuMH0sXCJQYWRkaW5nXCI6e1wiJGlkXCI6XCI3NzRcIixcIlRvcFwiOjAuMCxcIkxlZnRcIjowLjAsXCJSaWdodFwiOjAuMCxcIkJvdHRvbVwiOjAuMH0sXCJCYWNrZ3JvdW5kXCI6e1wiJHJlZlwiOlwiMTA1XCJ9LFwiSXNWaXNpYmxlXCI6dHJ1ZSxcIldpZHRoXCI6MC4wLFwiSGVpZ2h0XCI6MC4wLFwiQm9yZGVyU3R5bGVcIjpudWxsfSxcIkRhdGVTdHlsZVwiOntcIiRpZFwiOlwiNzc1XCIsXCJGb250U2V0dGluZ3NcIjp7XCIkaWRcIjpcIjc3NlwiLFwiRm9udFNpemVcIjoxMCxcIkZvbnROYW1lXCI6XCJDYWxpYnJpXCIsXCJJc0JvbGRcIjpmYWxzZSxcIklzSXRhbGljXCI6ZmFsc2UsXCJJc1VuZGVybGluZWRcIjpmYWxzZX0sXCJBdXRvU2l6ZVwiOjAsXCJGb3JlZ3JvdW5kXCI6e1wiJGlkXCI6XCI3Nzd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zc4XCIsXCJUb3BcIjowLjAsXCJMZWZ0XCI6MC4wLFwiUmlnaHRcIjowLjAsXCJCb3R0b21cIjowLjB9LFwiUGFkZGluZ1wiOntcIiRpZFwiOlwiNzc5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QsXCJTaGFwZVNpemVcIjowLFwiU2hhcGVTdHlsZVwiOntcIiRpZFwiOlwiNzgwXCIsXCJNYXJnaW5cIjp7XCIkaWRcIjpcIjc4MVwiLFwiVG9wXCI6MC4wLFwiTGVmdFwiOjAuMCxcIlJpZ2h0XCI6MC4wLFwiQm90dG9tXCI6MC4wfSxcIlBhZGRpbmdcIjp7XCIkaWRcIjpcIjc4MlwiLFwiVG9wXCI6MC4wLFwiTGVmdFwiOjAuMCxcIlJpZ2h0XCI6MC4wLFwiQm90dG9tXCI6MC4wfSxcIkJhY2tncm91bmRcIjp7XCIkaWRcIjpcIjc4M1wiLFwiQ29sb3JcIjp7XCIkaWRcIjpcIjc4NFwiLFwiQVwiOjI1NSxcIlJcIjo5MSxcIkdcIjoxNTUsXCJCXCI6MjEzfX0sXCJJc1Zpc2libGVcIjp0cnVlLFwiV2lkdGhcIjoxMi4wLFwiSGVpZ2h0XCI6MTQuMCxcIkJvcmRlclN0eWxlXCI6e1wiJGlkXCI6XCI3ODVcIixcIkxpbmVDb2xvclwiOm51bGwsXCJMaW5lV2VpZ2h0XCI6MC4wLFwiTGluZVR5cGVcIjowfX0sXCJEYXRlRm9ybWF0XCI6e1wiJGlkXCI6XCI3ODZ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ZTQ1ZmIzNi1mYWFkLTRlNTQtYTBhNi02ZmM3ZDQxOGI1ZDJcIixcIlNwYWNpbmdcIjo1fSx7XCIkaWRcIjpcIjc4N1wiLFwiVGl0bGVTdHlsZVwiOntcIiRpZFwiOlwiNzg4XCIsXCJGb250U2V0dGluZ3NcIjp7XCIkaWRcIjpcIjc4OVwiLFwiRm9udFNpemVcIjoxMSxcIkZvbnROYW1lXCI6XCJDYWxpYnJpXCIsXCJJc0JvbGRcIjp0cnVlLFwiSXNJdGFsaWNcIjpmYWxzZSxcIklzVW5kZXJsaW5lZFwiOmZhbHNlfSxcIkF1dG9TaXplXCI6MixcIkZvcmVncm91bmRcIjp7XCIkaWRcIjpcIjc5MFwiLFwiQ29sb3JcIjp7XCIkaWRcIjpcIjc5MVwiLFwiQVwiOjI1NSxcIlJcIjowLFwiR1wiOjAsXCJCXCI6MH19LFwiQmFja2dyb3VuZEZpbGxUeXBlXCI6MCxcIk1heFdpZHRoXCI6NDQuNTg2NjY2NjY2NjY2NjY2LFwiTWF4SGVpZ2h0XCI6XCJJbmZpbml0eVwiLFwiU21hcnRGb3JlZ3JvdW5kSXNBY3RpdmVcIjpmYWxzZSxcIkhvcml6b250YWxBbGlnbm1lbnRcIjowLFwiVmVydGljYWxBbGlnbm1lbnRcIjowLFwiU21hcnRGb3JlZ3JvdW5kXCI6bnVsbCxcIk1hcmdpblwiOntcIiRpZFwiOlwiNzkyXCIsXCJUb3BcIjowLjAsXCJMZWZ0XCI6MC4wLFwiUmlnaHRcIjowLjAsXCJCb3R0b21cIjowLjB9LFwiUGFkZGluZ1wiOntcIiRpZFwiOlwiNzkzXCIsXCJUb3BcIjowLjAsXCJMZWZ0XCI6MC4wLFwiUmlnaHRcIjowLjAsXCJCb3R0b21cIjowLjB9LFwiQmFja2dyb3VuZFwiOntcIiRyZWZcIjpcIjEwNVwifSxcIklzVmlzaWJsZVwiOnRydWUsXCJXaWR0aFwiOjAuMCxcIkhlaWdodFwiOjAuMCxcIkJvcmRlclN0eWxlXCI6bnVsbH0sXCJEYXRlU3R5bGVcIjp7XCIkaWRcIjpcIjc5NFwiLFwiRm9udFNldHRpbmdzXCI6e1wiJGlkXCI6XCI3OTVcIixcIkZvbnRTaXplXCI6MTAsXCJGb250TmFtZVwiOlwiQ2FsaWJyaVwiLFwiSXNCb2xkXCI6ZmFsc2UsXCJJc0l0YWxpY1wiOmZhbHNlLFwiSXNVbmRlcmxpbmVkXCI6ZmFsc2V9LFwiQXV0b1NpemVcIjowLFwiRm9yZWdyb3VuZFwiOntcIiRpZFwiOlwiNzk2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5N1wiLFwiVG9wXCI6MC4wLFwiTGVmdFwiOjAuMCxcIlJpZ2h0XCI6MC4wLFwiQm90dG9tXCI6MC4wfSxcIlBhZGRpbmdcIjp7XCIkaWRcIjpcIjc5O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c5OVwiLFwiTWFyZ2luXCI6e1wiJGlkXCI6XCI4MDBcIixcIlRvcFwiOjAuMCxcIkxlZnRcIjowLjAsXCJSaWdodFwiOjAuMCxcIkJvdHRvbVwiOjAuMH0sXCJQYWRkaW5nXCI6e1wiJGlkXCI6XCI4MDFcIixcIlRvcFwiOjAuMCxcIkxlZnRcIjowLjAsXCJSaWdodFwiOjAuMCxcIkJvdHRvbVwiOjAuMH0sXCJCYWNrZ3JvdW5kXCI6e1wiJGlkXCI6XCI4MDJcIixcIkNvbG9yXCI6e1wiJGlkXCI6XCI4MDNcIixcIkFcIjoyNTUsXCJSXCI6OTEsXCJHXCI6MTU1LFwiQlwiOjIxM319LFwiSXNWaXNpYmxlXCI6dHJ1ZSxcIldpZHRoXCI6MTIuMCxcIkhlaWdodFwiOjE0LjAsXCJCb3JkZXJTdHlsZVwiOntcIiRpZFwiOlwiODA0XCIsXCJMaW5lQ29sb3JcIjpudWxsLFwiTGluZVdlaWdodFwiOjAuMCxcIkxpbmVUeXBlXCI6MH19LFwiRGF0ZUZvcm1hdFwiOntcIiRpZFwiOlwiODA1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XCIsXCJTcGFjaW5nXCI6NX1dLFwiQ3VzdG9tU3dpbWxhbmVUYXNrU3R5bGVMaXN0XCI6W119LHtcIiRpZFwiOlwiODA2XCIsXCJTdHlsZVwiOntcIiRpZFwiOlwiODA3XCIsXCJIZWFkZXJTdHlsZVwiOntcIiRpZFwiOlwiODA4XCIsXCJUZXh0U3R5bGVcIjp7XCIkaWRcIjpcIjgwOVwiLFwiRm9udFNldHRpbmdzXCI6e1wiJGlkXCI6XCI4MTBcIixcIkZvbnRTaXplXCI6MTIsXCJGb250TmFtZVwiOlwiQ2FsaWJyaVwiLFwiSXNCb2xkXCI6dHJ1ZSxcIklzSXRhbGljXCI6ZmFsc2UsXCJJc1VuZGVybGluZWRcIjpmYWxzZX0sXCJBdXRvU2l6ZVwiOjAsXCJGb3JlZ3JvdW5kXCI6e1wiJGlkXCI6XCI4MTFcIixcIkNvbG9yXCI6e1wiJGlkXCI6XCI4MTJcIixcIkFcIjoyNTUsXCJSXCI6MjMsXCJHXCI6MzAsXCJCXCI6MzZ9fSxcIkJhY2tncm91bmRGaWxsVHlwZVwiOjAsXCJNYXhXaWR0aFwiOjAuMCxcIk1heEhlaWdodFwiOjAuMCxcIlNtYXJ0Rm9yZWdyb3VuZElzQWN0aXZlXCI6ZmFsc2UsXCJIb3Jpem9udGFsQWxpZ25tZW50XCI6MCxcIlZlcnRpY2FsQWxpZ25tZW50XCI6MCxcIlNtYXJ0Rm9yZWdyb3VuZFwiOm51bGwsXCJNYXJnaW5cIjp7XCIkaWRcIjpcIjgxM1wiLFwiVG9wXCI6MC4wLFwiTGVmdFwiOjAuMCxcIlJpZ2h0XCI6MC4wLFwiQm90dG9tXCI6MC4wfSxcIlBhZGRpbmdcIjp7XCIkaWRcIjpcIjgxNFwiLFwiVG9wXCI6MC4wLFwiTGVmdFwiOjAuMCxcIlJpZ2h0XCI6MC4wLFwiQm90dG9tXCI6MC4wfSxcIkJhY2tncm91bmRcIjpudWxsLFwiSXNWaXNpYmxlXCI6ZmFsc2UsXCJXaWR0aFwiOjAuMCxcIkhlaWdodFwiOjAuMCxcIkJvcmRlclN0eWxlXCI6bnVsbH0sXCJSZWN0YW5nbGVTdHlsZVwiOntcIiRpZFwiOlwiODE1XCIsXCJNYXJnaW5cIjp7XCIkaWRcIjpcIjgxNlwiLFwiVG9wXCI6MC4wLFwiTGVmdFwiOjAuMCxcIlJpZ2h0XCI6MC4wLFwiQm90dG9tXCI6MC4wfSxcIlBhZGRpbmdcIjp7XCIkaWRcIjpcIjgxN1wiLFwiVG9wXCI6MC4wLFwiTGVmdFwiOjAuMCxcIlJpZ2h0XCI6MC4wLFwiQm90dG9tXCI6MC4wfSxcIkJhY2tncm91bmRcIjp7XCIkaWRcIjpcIjgxOFwiLFwiQ29sb3JcIjp7XCIkaWRcIjpcIjgxOVwiLFwiQVwiOjI1NSxcIlJcIjoyMzcsXCJHXCI6MTI1LFwiQlwiOjQ5fX0sXCJJc1Zpc2libGVcIjpmYWxzZSxcIldpZHRoXCI6MC4wLFwiSGVpZ2h0XCI6MC4wLFwiQm9yZGVyU3R5bGVcIjp7XCIkaWRcIjpcIjgyMFwiLFwiTGluZUNvbG9yXCI6e1wiJGlkXCI6XCI4MjFcIixcIiR0eXBlXCI6XCJOTFJFLkNvbW1vbi5Eb20uU29saWRDb2xvckJydXNoLCBOTFJFLkNvbW1vblwiLFwiQ29sb3JcIjp7XCIkaWRcIjpcIjgyMlwiLFwiQVwiOjI1NSxcIlJcIjoyMyxcIkdcIjozMCxcIkJcIjozNn19LFwiTGluZVdlaWdodFwiOjAuMCxcIkxpbmVUeXBlXCI6MH19LFwiVGV4dElzVmVydGljYWxcIjpmYWxzZX0sXCJCYWNrZ3JvdW5kU3R5bGVcIjp7XCIkaWRcIjpcIjgyM1wiLFwiTWFyZ2luXCI6e1wiJGlkXCI6XCI4MjRcIixcIlRvcFwiOjAuMCxcIkxlZnRcIjowLjAsXCJSaWdodFwiOjAuMCxcIkJvdHRvbVwiOjAuMH0sXCJQYWRkaW5nXCI6e1wiJGlkXCI6XCI4MjVcIixcIlRvcFwiOjAuMCxcIkxlZnRcIjowLjAsXCJSaWdodFwiOjAuMCxcIkJvdHRvbVwiOjAuMH0sXCJCYWNrZ3JvdW5kXCI6e1wiJGlkXCI6XCI4MjZcIixcIkNvbG9yXCI6e1wiJGlkXCI6XCI4MjdcIixcIkFcIjozOCxcIlJcIjoyMzcsXCJHXCI6MTI1LFwiQlwiOjQ5fX0sXCJJc1Zpc2libGVcIjp0cnVlLFwiV2lkdGhcIjowLjAsXCJIZWlnaHRcIjowLjAsXCJCb3JkZXJTdHlsZVwiOntcIiRpZFwiOlwiODI4XCIsXCJMaW5lQ29sb3JcIjp7XCIkaWRcIjpcIjgyOVwiLFwiJHR5cGVcIjpcIk5MUkUuQ29tbW9uLkRvbS5Tb2xpZENvbG9yQnJ1c2gsIE5MUkUuQ29tbW9uXCIsXCJDb2xvclwiOntcIiRpZFwiOlwiODMwXCIsXCJBXCI6MjU1LFwiUlwiOjIwOCxcIkdcIjoyMDYsXCJCXCI6MjA2fX0sXCJMaW5lV2VpZ2h0XCI6MC4wLFwiTGluZVR5cGVcIjowfX0sXCJJc0Fib3ZlVGltZWJhbmRcIjpmYWxzZX0sXCJDdXN0b21Td2ltbGFuZU1pbGVzdG9uZVN0eWxlTGlzdFwiOlt7XCIkaWRcIjpcIjgzMVwiLFwiVGl0bGVTdHlsZVwiOntcIiRpZFwiOlwiODMyXCIsXCJGb250U2V0dGluZ3NcIjp7XCIkaWRcIjpcIjgzM1wiLFwiRm9udFNpemVcIjoxMSxcIkZvbnROYW1lXCI6XCJDYWxpYnJpXCIsXCJJc0JvbGRcIjp0cnVlLFwiSXNJdGFsaWNcIjpmYWxzZSxcIklzVW5kZXJsaW5lZFwiOmZhbHNlfSxcIkF1dG9TaXplXCI6MCxcIkZvcmVncm91bmRcIjp7XCIkaWRcIjpcIjgzNFwiLFwiQ29sb3JcIjp7XCIkaWRcIjpcIjgzN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4MzZcIixcIlRvcFwiOjAuMCxcIkxlZnRcIjowLjAsXCJSaWdodFwiOjAuMCxcIkJvdHRvbVwiOjAuMH0sXCJQYWRkaW5nXCI6e1wiJGlkXCI6XCI4MzdcIixcIlRvcFwiOjAuMCxcIkxlZnRcIjowLjAsXCJSaWdodFwiOjAuMCxcIkJvdHRvbVwiOjAuMH0sXCJCYWNrZ3JvdW5kXCI6e1wiJHJlZlwiOlwiMTA1XCJ9LFwiSXNWaXNpYmxlXCI6dHJ1ZSxcIldpZHRoXCI6MC4wLFwiSGVpZ2h0XCI6MC4wLFwiQm9yZGVyU3R5bGVcIjpudWxsfSxcIkRhdGVTdHlsZVwiOntcIiRpZFwiOlwiODM4XCIsXCJGb250U2V0dGluZ3NcIjp7XCIkaWRcIjpcIjgzOVwiLFwiRm9udFNpemVcIjoxMCxcIkZvbnROYW1lXCI6XCJDYWxpYnJpXCIsXCJJc0JvbGRcIjpmYWxzZSxcIklzSXRhbGljXCI6ZmFsc2UsXCJJc1VuZGVybGluZWRcIjpmYWxzZX0sXCJBdXRvU2l6ZVwiOjAsXCJGb3JlZ3JvdW5kXCI6e1wiJGlkXCI6XCI4N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ODQxXCIsXCJUb3BcIjowLjAsXCJMZWZ0XCI6MC4wLFwiUmlnaHRcIjowLjAsXCJCb3R0b21cIjowLjB9LFwiUGFkZGluZ1wiOntcIiRpZFwiOlwiODQ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3LFwiU2hhcGVTaXplXCI6MCxcIlNoYXBlU3R5bGVcIjp7XCIkaWRcIjpcIjg0M1wiLFwiTWFyZ2luXCI6e1wiJGlkXCI6XCI4NDRcIixcIlRvcFwiOjAuMCxcIkxlZnRcIjowLjAsXCJSaWdodFwiOjAuMCxcIkJvdHRvbVwiOjAuMH0sXCJQYWRkaW5nXCI6e1wiJGlkXCI6XCI4NDVcIixcIlRvcFwiOjAuMCxcIkxlZnRcIjowLjAsXCJSaWdodFwiOjAuMCxcIkJvdHRvbVwiOjAuMH0sXCJCYWNrZ3JvdW5kXCI6e1wiJGlkXCI6XCI4NDZcIixcIkNvbG9yXCI6e1wiJGlkXCI6XCI4NDdcIixcIkFcIjoyNTUsXCJSXCI6MjM3LFwiR1wiOjEyNSxcIkJcIjo0OX19LFwiSXNWaXNpYmxlXCI6dHJ1ZSxcIldpZHRoXCI6MTQuMCxcIkhlaWdodFwiOjE0LjAsXCJCb3JkZXJTdHlsZVwiOntcIiRpZFwiOlwiODQ4XCIsXCJMaW5lQ29sb3JcIjpudWxsLFwiTGluZVdlaWdodFwiOjAuMCxcIkxpbmVUeXBlXCI6MH19LFwiRGF0ZUZvcm1hdFwiOntcIiRpZFwiOlwiODQ5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ZDQ3ODM2OGItOGNiZC00OGZiLWIxNmYtMDA0ZGQ5MzcyMTQ3XCIsXCJTcGFjaW5nXCI6NX0se1wiJGlkXCI6XCI4NTBcIixcIlRpdGxlU3R5bGVcIjp7XCIkaWRcIjpcIjg1MVwiLFwiRm9udFNldHRpbmdzXCI6e1wiJGlkXCI6XCI4NTJcIixcIkZvbnRTaXplXCI6MTEsXCJGb250TmFtZVwiOlwiQ2FsaWJyaVwiLFwiSXNCb2xkXCI6dHJ1ZSxcIklzSXRhbGljXCI6ZmFsc2UsXCJJc1VuZGVybGluZWRcIjpmYWxzZX0sXCJBdXRvU2l6ZVwiOjAsXCJGb3JlZ3JvdW5kXCI6e1wiJGlkXCI6XCI4NTNcIixcIkNvbG9yXCI6e1wiJGlkXCI6XCI4NTR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DU1XCIsXCJUb3BcIjowLjAsXCJMZWZ0XCI6MC4wLFwiUmlnaHRcIjowLjAsXCJCb3R0b21cIjowLjB9LFwiUGFkZGluZ1wiOntcIiRpZFwiOlwiODU2XCIsXCJUb3BcIjowLjAsXCJMZWZ0XCI6MC4wLFwiUmlnaHRcIjowLjAsXCJCb3R0b21cIjowLjB9LFwiQmFja2dyb3VuZFwiOntcIiRyZWZcIjpcIjEwNVwifSxcIklzVmlzaWJsZVwiOnRydWUsXCJXaWR0aFwiOjAuMCxcIkhlaWdodFwiOjAuMCxcIkJvcmRlclN0eWxlXCI6bnVsbH0sXCJEYXRlU3R5bGVcIjp7XCIkaWRcIjpcIjg1N1wiLFwiRm9udFNldHRpbmdzXCI6e1wiJGlkXCI6XCI4NThcIixcIkZvbnRTaXplXCI6MTAsXCJGb250TmFtZVwiOlwiQ2FsaWJyaVwiLFwiSXNCb2xkXCI6ZmFsc2UsXCJJc0l0YWxpY1wiOmZhbHNlLFwiSXNVbmRlcmxpbmVkXCI6ZmFsc2V9LFwiQXV0b1NpemVcIjowLFwiRm9yZWdyb3VuZFwiOntcIiRpZFwiOlwiODU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g2MFwiLFwiVG9wXCI6MC4wLFwiTGVmdFwiOjAuMCxcIlJpZ2h0XCI6MC4wLFwiQm90dG9tXCI6MC4wfSxcIlBhZGRpbmdcIjp7XCIkaWRcIjpcIjg2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yxcIlNoYXBlU2l6ZVwiOjAsXCJTaGFwZVN0eWxlXCI6e1wiJGlkXCI6XCI4NjJcIixcIk1hcmdpblwiOntcIiRpZFwiOlwiODYzXCIsXCJUb3BcIjowLjAsXCJMZWZ0XCI6MC4wLFwiUmlnaHRcIjowLjAsXCJCb3R0b21cIjowLjB9LFwiUGFkZGluZ1wiOntcIiRpZFwiOlwiODY0XCIsXCJUb3BcIjowLjAsXCJMZWZ0XCI6MC4wLFwiUmlnaHRcIjowLjAsXCJCb3R0b21cIjowLjB9LFwiQmFja2dyb3VuZFwiOntcIiRpZFwiOlwiODY1XCIsXCJDb2xvclwiOntcIiRpZFwiOlwiODY2XCIsXCJBXCI6MjU1LFwiUlwiOjIzNyxcIkdcIjoxMjUsXCJCXCI6NDl9fSxcIklzVmlzaWJsZVwiOnRydWUsXCJXaWR0aFwiOjE0LjAsXCJIZWlnaHRcIjoxNC4wLFwiQm9yZGVyU3R5bGVcIjp7XCIkaWRcIjpcIjg2N1wiLFwiTGluZUNvbG9yXCI6bnVsbCxcIkxpbmVXZWlnaHRcIjowLjAsXCJMaW5lVHlwZVwiOjB9fSxcIkRhdGVGb3JtYXRcIjp7XCIkaWRcIjpcIjg2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mQ0NzgzNjhiLThjYmQtNDhmYi1iMTZmLTAwNGRkOTM3MjE0N1wiLFwiU3BhY2luZ1wiOjV9LHtcIiRpZFwiOlwiODY5XCIsXCJUaXRsZVN0eWxlXCI6e1wiJGlkXCI6XCI4NzBcIixcIkZvbnRTZXR0aW5nc1wiOntcIiRpZFwiOlwiODcxXCIsXCJGb250U2l6ZVwiOjExLFwiRm9udE5hbWVcIjpcIkNhbGlicmlcIixcIklzQm9sZFwiOnRydWUsXCJJc0l0YWxpY1wiOmZhbHNlLFwiSXNVbmRlcmxpbmVkXCI6ZmFsc2V9LFwiQXV0b1NpemVcIjowLFwiRm9yZWdyb3VuZFwiOntcIiRpZFwiOlwiODcyXCIsXCJDb2xvclwiOntcIiRpZFwiOlwiODcz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g3NFwiLFwiVG9wXCI6MC4wLFwiTGVmdFwiOjAuMCxcIlJpZ2h0XCI6MC4wLFwiQm90dG9tXCI6MC4wfSxcIlBhZGRpbmdcIjp7XCIkaWRcIjpcIjg3NVwiLFwiVG9wXCI6MC4wLFwiTGVmdFwiOjAuMCxcIlJpZ2h0XCI6MC4wLFwiQm90dG9tXCI6MC4wfSxcIkJhY2tncm91bmRcIjp7XCIkcmVmXCI6XCIxMDVcIn0sXCJJc1Zpc2libGVcIjp0cnVlLFwiV2lkdGhcIjowLjAsXCJIZWlnaHRcIjowLjAsXCJCb3JkZXJTdHlsZVwiOm51bGx9LFwiRGF0ZVN0eWxlXCI6e1wiJGlkXCI6XCI4NzZcIixcIkZvbnRTZXR0aW5nc1wiOntcIiRpZFwiOlwiODc3XCIsXCJGb250U2l6ZVwiOjEwLFwiRm9udE5hbWVcIjpcIkNhbGlicmlcIixcIklzQm9sZFwiOmZhbHNlLFwiSXNJdGFsaWNcIjpmYWxzZSxcIklzVW5kZXJsaW5lZFwiOmZhbHNlfSxcIkF1dG9TaXplXCI6MCxcIkZvcmVncm91bmRcIjp7XCIkaWRcIjpcIjg3OFwiLFwiQ29sb3JcIjp7XCIkaWRcIjpcIjg3O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ODgwXCIsXCJUb3BcIjowLjAsXCJMZWZ0XCI6MC4wLFwiUmlnaHRcIjowLjAsXCJCb3R0b21cIjowLjB9LFwiUGFkZGluZ1wiOntcIiRpZFwiOlwiODgx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3LFwiU2hhcGVTaXplXCI6MCxcIlNoYXBlU3R5bGVcIjp7XCIkaWRcIjpcIjg4MlwiLFwiTWFyZ2luXCI6e1wiJGlkXCI6XCI4ODNcIixcIlRvcFwiOjAuMCxcIkxlZnRcIjowLjAsXCJSaWdodFwiOjAuMCxcIkJvdHRvbVwiOjAuMH0sXCJQYWRkaW5nXCI6e1wiJGlkXCI6XCI4ODRcIixcIlRvcFwiOjAuMCxcIkxlZnRcIjowLjAsXCJSaWdodFwiOjAuMCxcIkJvdHRvbVwiOjAuMH0sXCJCYWNrZ3JvdW5kXCI6e1wiJGlkXCI6XCI4ODVcIixcIkNvbG9yXCI6e1wiJGlkXCI6XCI4ODZcIixcIkFcIjoyNTUsXCJSXCI6MjM3LFwiR1wiOjEyNSxcIkJcIjo0OX19LFwiSXNWaXNpYmxlXCI6dHJ1ZSxcIldpZHRoXCI6MTQuMCxcIkhlaWdodFwiOjE0LjAsXCJCb3JkZXJTdHlsZVwiOntcIiRpZFwiOlwiODg3XCIsXCJMaW5lQ29sb3JcIjpudWxsLFwiTGluZVdlaWdodFwiOjAuMCxcIkxpbmVUeXBlXCI6MH19LFwiRGF0ZUZvcm1hdFwiOntcIiRpZFwiOlwiODg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ZDQ3ODM2OGItOGNiZC00OGZiLWIxNmYtMDA0ZGQ5MzcyMTQ3XCIsXCJTcGFjaW5nXCI6NX0se1wiJGlkXCI6XCI4ODlcIixcIlRpdGxlU3R5bGVcIjp7XCIkaWRcIjpcIjg5MFwiLFwiRm9udFNldHRpbmdzXCI6e1wiJGlkXCI6XCI4OTFcIixcIkZvbnRTaXplXCI6MTEsXCJGb250TmFtZVwiOlwiQ2FsaWJyaVwiLFwiSXNCb2xkXCI6dHJ1ZSxcIklzSXRhbGljXCI6ZmFsc2UsXCJJc1VuZGVybGluZWRcIjpmYWxzZX0sXCJBdXRvU2l6ZVwiOjAsXCJGb3JlZ3JvdW5kXCI6e1wiJGlkXCI6XCI4OTJcIixcIkNvbG9yXCI6e1wiJGlkXCI6XCI4OTN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Dk0XCIsXCJUb3BcIjowLjAsXCJMZWZ0XCI6MC4wLFwiUmlnaHRcIjowLjAsXCJCb3R0b21cIjowLjB9LFwiUGFkZGluZ1wiOntcIiRpZFwiOlwiODk1XCIsXCJUb3BcIjowLjAsXCJMZWZ0XCI6MC4wLFwiUmlnaHRcIjowLjAsXCJCb3R0b21cIjowLjB9LFwiQmFja2dyb3VuZFwiOntcIiRyZWZcIjpcIjEwNVwifSxcIklzVmlzaWJsZVwiOnRydWUsXCJXaWR0aFwiOjAuMCxcIkhlaWdodFwiOjAuMCxcIkJvcmRlclN0eWxlXCI6bnVsbH0sXCJEYXRlU3R5bGVcIjp7XCIkaWRcIjpcIjg5NlwiLFwiRm9udFNldHRpbmdzXCI6e1wiJGlkXCI6XCI4OTdcIixcIkZvbnRTaXplXCI6MTAsXCJGb250TmFtZVwiOlwiQ2FsaWJyaVwiLFwiSXNCb2xkXCI6ZmFsc2UsXCJJc0l0YWxpY1wiOmZhbHNlLFwiSXNVbmRlcmxpbmVkXCI6ZmFsc2V9LFwiQXV0b1NpemVcIjowLFwiRm9yZWdyb3VuZFwiOntcIiRpZFwiOlwiODk4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g5OVwiLFwiVG9wXCI6MC4wLFwiTGVmdFwiOjAuMCxcIlJpZ2h0XCI6MC4wLFwiQm90dG9tXCI6MC4wfSxcIlBhZGRpbmdcIjp7XCIkaWRcIjpcIjkwM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yxcIlNoYXBlU2l6ZVwiOjAsXCJTaGFwZVN0eWxlXCI6e1wiJGlkXCI6XCI5MDFcIixcIk1hcmdpblwiOntcIiRpZFwiOlwiOTAyXCIsXCJUb3BcIjowLjAsXCJMZWZ0XCI6MC4wLFwiUmlnaHRcIjowLjAsXCJCb3R0b21cIjowLjB9LFwiUGFkZGluZ1wiOntcIiRpZFwiOlwiOTAzXCIsXCJUb3BcIjowLjAsXCJMZWZ0XCI6MC4wLFwiUmlnaHRcIjowLjAsXCJCb3R0b21cIjowLjB9LFwiQmFja2dyb3VuZFwiOntcIiRpZFwiOlwiOTA0XCIsXCJDb2xvclwiOntcIiRpZFwiOlwiOTA1XCIsXCJBXCI6MjU1LFwiUlwiOjIzNyxcIkdcIjoxMjUsXCJCXCI6NDl9fSxcIklzVmlzaWJsZVwiOnRydWUsXCJXaWR0aFwiOjE0LjAsXCJIZWlnaHRcIjoxNC4wLFwiQm9yZGVyU3R5bGVcIjp7XCIkaWRcIjpcIjkwNlwiLFwiTGluZUNvbG9yXCI6bnVsbCxcIkxpbmVXZWlnaHRcIjowLjAsXCJMaW5lVHlwZVwiOjB9fSxcIkRhdGVGb3JtYXRcIjp7XCIkaWRcIjpcIjkwN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lwiLFwiU3BhY2luZ1wiOjV9XSxcIkN1c3RvbVN3aW1sYW5lVGFza1N0eWxlTGlzdFwiOltdfSx7XCIkaWRcIjpcIjkwOFwiLFwiU3R5bGVcIjp7XCIkaWRcIjpcIjkwOVwiLFwiSGVhZGVyU3R5bGVcIjp7XCIkaWRcIjpcIjkxMFwiLFwiVGV4dFN0eWxlXCI6e1wiJGlkXCI6XCI5MTFcIixcIkZvbnRTZXR0aW5nc1wiOntcIiRpZFwiOlwiOTEyXCIsXCJGb250U2l6ZVwiOjEyLFwiRm9udE5hbWVcIjpcIkNhbGlicmlcIixcIklzQm9sZFwiOnRydWUsXCJJc0l0YWxpY1wiOmZhbHNlLFwiSXNVbmRlcmxpbmVkXCI6ZmFsc2V9LFwiQXV0b1NpemVcIjowLFwiRm9yZWdyb3VuZFwiOntcIiRpZFwiOlwiOTEzXCIsXCJDb2xvclwiOntcIiRpZFwiOlwiOTE0XCIsXCJBXCI6MjU1LFwiUlwiOjUxLFwiR1wiOjMwLFwiQlwiOjI4fX0sXCJCYWNrZ3JvdW5kRmlsbFR5cGVcIjowLFwiTWF4V2lkdGhcIjowLjAsXCJNYXhIZWlnaHRcIjowLjAsXCJTbWFydEZvcmVncm91bmRJc0FjdGl2ZVwiOmZhbHNlLFwiSG9yaXpvbnRhbEFsaWdubWVudFwiOjAsXCJWZXJ0aWNhbEFsaWdubWVudFwiOjAsXCJTbWFydEZvcmVncm91bmRcIjpudWxsLFwiTWFyZ2luXCI6e1wiJGlkXCI6XCI5MTVcIixcIlRvcFwiOjAuMCxcIkxlZnRcIjowLjAsXCJSaWdodFwiOjAuMCxcIkJvdHRvbVwiOjAuMH0sXCJQYWRkaW5nXCI6e1wiJGlkXCI6XCI5MTZcIixcIlRvcFwiOjAuMCxcIkxlZnRcIjowLjAsXCJSaWdodFwiOjAuMCxcIkJvdHRvbVwiOjAuMH0sXCJCYWNrZ3JvdW5kXCI6bnVsbCxcIklzVmlzaWJsZVwiOmZhbHNlLFwiV2lkdGhcIjowLjAsXCJIZWlnaHRcIjowLjAsXCJCb3JkZXJTdHlsZVwiOm51bGx9LFwiUmVjdGFuZ2xlU3R5bGVcIjp7XCIkaWRcIjpcIjkxN1wiLFwiTWFyZ2luXCI6e1wiJGlkXCI6XCI5MThcIixcIlRvcFwiOjAuMCxcIkxlZnRcIjowLjAsXCJSaWdodFwiOjAuMCxcIkJvdHRvbVwiOjAuMH0sXCJQYWRkaW5nXCI6e1wiJGlkXCI6XCI5MTlcIixcIlRvcFwiOjAuMCxcIkxlZnRcIjowLjAsXCJSaWdodFwiOjAuMCxcIkJvdHRvbVwiOjAuMH0sXCJCYWNrZ3JvdW5kXCI6e1wiJGlkXCI6XCI5MjBcIixcIkNvbG9yXCI6e1wiJGlkXCI6XCI5MjFcIixcIkFcIjoyNTUsXCJSXCI6MTY1LFwiR1wiOjE2NSxcIkJcIjoxNjV9fSxcIklzVmlzaWJsZVwiOmZhbHNlLFwiV2lkdGhcIjowLjAsXCJIZWlnaHRcIjowLjAsXCJCb3JkZXJTdHlsZVwiOntcIiRpZFwiOlwiOTIyXCIsXCJMaW5lQ29sb3JcIjp7XCIkaWRcIjpcIjkyM1wiLFwiJHR5cGVcIjpcIk5MUkUuQ29tbW9uLkRvbS5Tb2xpZENvbG9yQnJ1c2gsIE5MUkUuQ29tbW9uXCIsXCJDb2xvclwiOntcIiRpZFwiOlwiOTI0XCIsXCJBXCI6MjU1LFwiUlwiOjUxLFwiR1wiOjMwLFwiQlwiOjI4fX0sXCJMaW5lV2VpZ2h0XCI6MC4wLFwiTGluZVR5cGVcIjowfX0sXCJUZXh0SXNWZXJ0aWNhbFwiOmZhbHNlfSxcIkJhY2tncm91bmRTdHlsZVwiOntcIiRpZFwiOlwiOTI1XCIsXCJNYXJnaW5cIjp7XCIkaWRcIjpcIjkyNlwiLFwiVG9wXCI6MC4wLFwiTGVmdFwiOjAuMCxcIlJpZ2h0XCI6MC4wLFwiQm90dG9tXCI6MC4wfSxcIlBhZGRpbmdcIjp7XCIkaWRcIjpcIjkyN1wiLFwiVG9wXCI6MC4wLFwiTGVmdFwiOjAuMCxcIlJpZ2h0XCI6MC4wLFwiQm90dG9tXCI6MC4wfSxcIkJhY2tncm91bmRcIjp7XCIkaWRcIjpcIjkyOFwiLFwiQ29sb3JcIjp7XCIkaWRcIjpcIjkyOVwiLFwiQVwiOjM4LFwiUlwiOjE2NSxcIkdcIjoxNjUsXCJCXCI6MTY1fX0sXCJJc1Zpc2libGVcIjp0cnVlLFwiV2lkdGhcIjowLjAsXCJIZWlnaHRcIjowLjAsXCJCb3JkZXJTdHlsZVwiOntcIiRpZFwiOlwiOTMwXCIsXCJMaW5lQ29sb3JcIjp7XCIkaWRcIjpcIjkzMVwiLFwiJHR5cGVcIjpcIk5MUkUuQ29tbW9uLkRvbS5Tb2xpZENvbG9yQnJ1c2gsIE5MUkUuQ29tbW9uXCIsXCJDb2xvclwiOntcIiRpZFwiOlwiOTMyXCIsXCJBXCI6MjU1LFwiUlwiOjIwOCxcIkdcIjoyMDYsXCJCXCI6MjA2fX0sXCJMaW5lV2VpZ2h0XCI6MC4wLFwiTGluZVR5cGVcIjowfX0sXCJJc0Fib3ZlVGltZWJhbmRcIjpmYWxzZX0sXCJDdXN0b21Td2ltbGFuZU1pbGVzdG9uZVN0eWxlTGlzdFwiOlt7XCIkaWRcIjpcIjkzM1wiLFwiVGl0bGVTdHlsZVwiOntcIiRpZFwiOlwiOTM0XCIsXCJGb250U2V0dGluZ3NcIjp7XCIkaWRcIjpcIjkzNVwiLFwiRm9udFNpemVcIjoxMSxcIkZvbnROYW1lXCI6XCJDYWxpYnJpXCIsXCJJc0JvbGRcIjp0cnVlLFwiSXNJdGFsaWNcIjpmYWxzZSxcIklzVW5kZXJsaW5lZFwiOmZhbHNlfSxcIkF1dG9TaXplXCI6MCxcIkZvcmVncm91bmRcIjp7XCIkaWRcIjpcIjkzNlwiLFwiQ29sb3JcIjp7XCIkaWRcIjpcIjkz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5MzhcIixcIlRvcFwiOjAuMCxcIkxlZnRcIjowLjAsXCJSaWdodFwiOjAuMCxcIkJvdHRvbVwiOjAuMH0sXCJQYWRkaW5nXCI6e1wiJGlkXCI6XCI5MzlcIixcIlRvcFwiOjAuMCxcIkxlZnRcIjowLjAsXCJSaWdodFwiOjAuMCxcIkJvdHRvbVwiOjAuMH0sXCJCYWNrZ3JvdW5kXCI6e1wiJHJlZlwiOlwiMTA1XCJ9LFwiSXNWaXNpYmxlXCI6dHJ1ZSxcIldpZHRoXCI6MC4wLFwiSGVpZ2h0XCI6MC4wLFwiQm9yZGVyU3R5bGVcIjpudWxsfSxcIkRhdGVTdHlsZVwiOntcIiRpZFwiOlwiOTQwXCIsXCJGb250U2V0dGluZ3NcIjp7XCIkaWRcIjpcIjk0MVwiLFwiRm9udFNpemVcIjoxMCxcIkZvbnROYW1lXCI6XCJDYWxpYnJpXCIsXCJJc0JvbGRcIjpmYWxzZSxcIklzSXRhbGljXCI6ZmFsc2UsXCJJc1VuZGVybGluZWRcIjpmYWxzZX0sXCJBdXRvU2l6ZVwiOjAsXCJGb3JlZ3JvdW5kXCI6e1wiJGlkXCI6XCI5NDJ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OTQzXCIsXCJUb3BcIjowLjAsXCJMZWZ0XCI6MC4wLFwiUmlnaHRcIjowLjAsXCJCb3R0b21cIjowLjB9LFwiUGFkZGluZ1wiOntcIiRpZFwiOlwiOTQ0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UsXCJTaGFwZVNpemVcIjoxLFwiU2hhcGVTdHlsZVwiOntcIiRpZFwiOlwiOTQ1XCIsXCJNYXJnaW5cIjp7XCIkaWRcIjpcIjk0NlwiLFwiVG9wXCI6MC4wLFwiTGVmdFwiOjAuMCxcIlJpZ2h0XCI6MC4wLFwiQm90dG9tXCI6MC4wfSxcIlBhZGRpbmdcIjp7XCIkaWRcIjpcIjk0N1wiLFwiVG9wXCI6MC4wLFwiTGVmdFwiOjAuMCxcIlJpZ2h0XCI6MC4wLFwiQm90dG9tXCI6MC4wfSxcIkJhY2tncm91bmRcIjp7XCIkaWRcIjpcIjk0OFwiLFwiQ29sb3JcIjp7XCIkaWRcIjpcIjk0OVwiLFwiQVwiOjI1NSxcIlJcIjoxNjUsXCJHXCI6MTY1LFwiQlwiOjE2NX19LFwiSXNWaXNpYmxlXCI6dHJ1ZSxcIldpZHRoXCI6MTguMCxcIkhlaWdodFwiOjIwLjAsXCJCb3JkZXJTdHlsZVwiOntcIiRpZFwiOlwiOTUwXCIsXCJMaW5lQ29sb3JcIjpudWxsLFwiTGluZVdlaWdodFwiOjAuMCxcIkxpbmVUeXBlXCI6MH19LFwiRGF0ZUZvcm1hdFwiOntcIiRpZFwiOlwiOTU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MTIwMWM1ZmItZDIwNy00MmE0LWFiMzctMmIxYjk5M2YyZTNjXCIsXCJTcGFjaW5nXCI6NX0se1wiJGlkXCI6XCI5NTJcIixcIlRpdGxlU3R5bGVcIjp7XCIkaWRcIjpcIjk1M1wiLFwiRm9udFNldHRpbmdzXCI6e1wiJGlkXCI6XCI5NTRcIixcIkZvbnRTaXplXCI6MTEsXCJGb250TmFtZVwiOlwiQ2FsaWJyaVwiLFwiSXNCb2xkXCI6dHJ1ZSxcIklzSXRhbGljXCI6ZmFsc2UsXCJJc1VuZGVybGluZWRcIjpmYWxzZX0sXCJBdXRvU2l6ZVwiOjAsXCJGb3JlZ3JvdW5kXCI6e1wiJGlkXCI6XCI5NTVcIixcIkNvbG9yXCI6e1wiJGlkXCI6XCI5NTZ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TU3XCIsXCJUb3BcIjowLjAsXCJMZWZ0XCI6MC4wLFwiUmlnaHRcIjowLjAsXCJCb3R0b21cIjowLjB9LFwiUGFkZGluZ1wiOntcIiRpZFwiOlwiOTU4XCIsXCJUb3BcIjowLjAsXCJMZWZ0XCI6MC4wLFwiUmlnaHRcIjowLjAsXCJCb3R0b21cIjowLjB9LFwiQmFja2dyb3VuZFwiOntcIiRyZWZcIjpcIjEwNVwifSxcIklzVmlzaWJsZVwiOnRydWUsXCJXaWR0aFwiOjAuMCxcIkhlaWdodFwiOjAuMCxcIkJvcmRlclN0eWxlXCI6bnVsbH0sXCJEYXRlU3R5bGVcIjp7XCIkaWRcIjpcIjk1OVwiLFwiRm9udFNldHRpbmdzXCI6e1wiJGlkXCI6XCI5NjBcIixcIkZvbnRTaXplXCI6MTAsXCJGb250TmFtZVwiOlwiQ2FsaWJyaVwiLFwiSXNCb2xkXCI6ZmFsc2UsXCJJc0l0YWxpY1wiOmZhbHNlLFwiSXNVbmRlcmxpbmVkXCI6ZmFsc2V9LFwiQXV0b1NpemVcIjowLFwiRm9yZWdyb3VuZFwiOntcIiRpZFwiOlwiOTYx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k2MlwiLFwiVG9wXCI6MC4wLFwiTGVmdFwiOjAuMCxcIlJpZ2h0XCI6MC4wLFwiQm90dG9tXCI6MC4wfSxcIlBhZGRpbmdcIjp7XCIkaWRcIjpcIjk2M1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1LFwiU2hhcGVTaXplXCI6MSxcIlNoYXBlU3R5bGVcIjp7XCIkaWRcIjpcIjk2NFwiLFwiTWFyZ2luXCI6e1wiJGlkXCI6XCI5NjVcIixcIlRvcFwiOjAuMCxcIkxlZnRcIjowLjAsXCJSaWdodFwiOjAuMCxcIkJvdHRvbVwiOjAuMH0sXCJQYWRkaW5nXCI6e1wiJGlkXCI6XCI5NjZcIixcIlRvcFwiOjAuMCxcIkxlZnRcIjowLjAsXCJSaWdodFwiOjAuMCxcIkJvdHRvbVwiOjAuMH0sXCJCYWNrZ3JvdW5kXCI6e1wiJGlkXCI6XCI5NjdcIixcIkNvbG9yXCI6e1wiJGlkXCI6XCI5NjhcIixcIkFcIjoyNTUsXCJSXCI6MTY1LFwiR1wiOjE2NSxcIkJcIjoxNjV9fSxcIklzVmlzaWJsZVwiOnRydWUsXCJXaWR0aFwiOjE4LjAsXCJIZWlnaHRcIjoyMC4wLFwiQm9yZGVyU3R5bGVcIjp7XCIkaWRcIjpcIjk2OVwiLFwiTGluZUNvbG9yXCI6bnVsbCxcIkxpbmVXZWlnaHRcIjowLjAsXCJMaW5lVHlwZVwiOjB9fSxcIkRhdGVGb3JtYXRcIjp7XCIkaWRcIjpcIjk3M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EyMDFjNWZiLWQyMDctNDJhNC1hYjM3LTJiMWI5OTNmMmUzY1wiLFwiU3BhY2luZ1wiOjV9LHtcIiRpZFwiOlwiOTcxXCIsXCJUaXRsZVN0eWxlXCI6e1wiJGlkXCI6XCI5NzJcIixcIkZvbnRTZXR0aW5nc1wiOntcIiRpZFwiOlwiOTczXCIsXCJGb250U2l6ZVwiOjExLFwiRm9udE5hbWVcIjpcIkNhbGlicmlcIixcIklzQm9sZFwiOnRydWUsXCJJc0l0YWxpY1wiOmZhbHNlLFwiSXNVbmRlcmxpbmVkXCI6ZmFsc2V9LFwiQXV0b1NpemVcIjowLFwiRm9yZWdyb3VuZFwiOntcIiRpZFwiOlwiOTc0XCIsXCJDb2xvclwiOntcIiRpZFwiOlwiOTc1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k3NlwiLFwiVG9wXCI6MC4wLFwiTGVmdFwiOjAuMCxcIlJpZ2h0XCI6MC4wLFwiQm90dG9tXCI6MC4wfSxcIlBhZGRpbmdcIjp7XCIkaWRcIjpcIjk3N1wiLFwiVG9wXCI6MC4wLFwiTGVmdFwiOjAuMCxcIlJpZ2h0XCI6MC4wLFwiQm90dG9tXCI6MC4wfSxcIkJhY2tncm91bmRcIjp7XCIkcmVmXCI6XCIxMDVcIn0sXCJJc1Zpc2libGVcIjp0cnVlLFwiV2lkdGhcIjowLjAsXCJIZWlnaHRcIjowLjAsXCJCb3JkZXJTdHlsZVwiOm51bGx9LFwiRGF0ZVN0eWxlXCI6e1wiJGlkXCI6XCI5NzhcIixcIkZvbnRTZXR0aW5nc1wiOntcIiRpZFwiOlwiOTc5XCIsXCJGb250U2l6ZVwiOjEwLFwiRm9udE5hbWVcIjpcIkNhbGlicmlcIixcIklzQm9sZFwiOmZhbHNlLFwiSXNJdGFsaWNcIjpmYWxzZSxcIklzVW5kZXJsaW5lZFwiOmZhbHNlfSxcIkF1dG9TaXplXCI6MCxcIkZvcmVncm91bmRcIjp7XCIkaWRcIjpcIjk4MFwiLFwiQ29sb3JcIjp7XCIkaWRcIjpcIjk4M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OTgyXCIsXCJUb3BcIjowLjAsXCJMZWZ0XCI6MC4wLFwiUmlnaHRcIjowLjAsXCJCb3R0b21cIjowLjB9LFwiUGFkZGluZ1wiOntcIiRpZFwiOlwiOTgz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UsXCJTaGFwZVNpemVcIjoxLFwiU2hhcGVTdHlsZVwiOntcIiRpZFwiOlwiOTg0XCIsXCJNYXJnaW5cIjp7XCIkaWRcIjpcIjk4NVwiLFwiVG9wXCI6MC4wLFwiTGVmdFwiOjAuMCxcIlJpZ2h0XCI6MC4wLFwiQm90dG9tXCI6MC4wfSxcIlBhZGRpbmdcIjp7XCIkaWRcIjpcIjk4NlwiLFwiVG9wXCI6MC4wLFwiTGVmdFwiOjAuMCxcIlJpZ2h0XCI6MC4wLFwiQm90dG9tXCI6MC4wfSxcIkJhY2tncm91bmRcIjp7XCIkaWRcIjpcIjk4N1wiLFwiQ29sb3JcIjp7XCIkaWRcIjpcIjk4OFwiLFwiQVwiOjI1NSxcIlJcIjoxNjUsXCJHXCI6MTY1LFwiQlwiOjE2NX19LFwiSXNWaXNpYmxlXCI6dHJ1ZSxcIldpZHRoXCI6MTguMCxcIkhlaWdodFwiOjIwLjAsXCJCb3JkZXJTdHlsZVwiOntcIiRpZFwiOlwiOTg5XCIsXCJMaW5lQ29sb3JcIjpudWxsLFwiTGluZVdlaWdodFwiOjAuMCxcIkxpbmVUeXBlXCI6MH19LFwiRGF0ZUZvcm1hdFwiOntcIiRpZFwiOlwiOTkw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MTIwMWM1ZmItZDIwNy00MmE0LWFiMzctMmIxYjk5M2YyZTNjXCIsXCJTcGFjaW5nXCI6NX0se1wiJGlkXCI6XCI5OTFcIixcIlRpdGxlU3R5bGVcIjp7XCIkaWRcIjpcIjk5MlwiLFwiRm9udFNldHRpbmdzXCI6e1wiJGlkXCI6XCI5OTNcIixcIkZvbnRTaXplXCI6MTEsXCJGb250TmFtZVwiOlwiQ2FsaWJyaVwiLFwiSXNCb2xkXCI6dHJ1ZSxcIklzSXRhbGljXCI6ZmFsc2UsXCJJc1VuZGVybGluZWRcIjpmYWxzZX0sXCJBdXRvU2l6ZVwiOjAsXCJGb3JlZ3JvdW5kXCI6e1wiJGlkXCI6XCI5OTRcIixcIkNvbG9yXCI6e1wiJHJlZlwiOlwiMTAyXCJ9fSxcIkJhY2tncm91bmRGaWxsVHlwZVwiOjAsXCJNYXhXaWR0aFwiOjIwMC4wLFwiTWF4SGVpZ2h0XCI6XCJJbmZpbml0eVwiLFwiU21hcnRGb3JlZ3JvdW5kSXNBY3RpdmVcIjpmYWxzZSxcIkhvcml6b250YWxBbGlnbm1lbnRcIjoyLFwiVmVydGljYWxBbGlnbm1lbnRcIjowLFwiU21hcnRGb3JlZ3JvdW5kXCI6bnVsbCxcIk1hcmdpblwiOntcIiRpZFwiOlwiOTk1XCIsXCJUb3BcIjowLjAsXCJMZWZ0XCI6MC4wLFwiUmlnaHRcIjowLjAsXCJCb3R0b21cIjowLjB9LFwiUGFkZGluZ1wiOntcIiRpZFwiOlwiOTk2XCIsXCJUb3BcIjowLjAsXCJMZWZ0XCI6MC4wLFwiUmlnaHRcIjowLjAsXCJCb3R0b21cIjowLjB9LFwiQmFja2dyb3VuZFwiOntcIiRyZWZcIjpcIjEwNVwifSxcIklzVmlzaWJsZVwiOnRydWUsXCJXaWR0aFwiOjAuMCxcIkhlaWdodFwiOjAuMCxcIkJvcmRlclN0eWxlXCI6bnVsbH0sXCJEYXRlU3R5bGVcIjp7XCIkaWRcIjpcIjk5N1wiLFwiRm9udFNldHRpbmdzXCI6e1wiJGlkXCI6XCI5OThcIixcIkZvbnRTaXplXCI6MTAsXCJGb250TmFtZVwiOlwiQ2FsaWJyaVwiLFwiSXNCb2xkXCI6ZmFsc2UsXCJJc0l0YWxpY1wiOmZhbHNlLFwiSXNVbmRlcmxpbmVkXCI6ZmFsc2V9LFwiQXV0b1NpemVcIjowLFwiRm9yZWdyb3VuZFwiOntcIiRpZFwiOlwiOTk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EwMDBcIixcIlRvcFwiOjAuMCxcIkxlZnRcIjowLjAsXCJSaWdodFwiOjAuMCxcIkJvdHRvbVwiOjAuMH0sXCJQYWRkaW5nXCI6e1wiJGlkXCI6XCIxMDAxXCIsXCJUb3BcIjowLjAsXCJMZWZ0XCI6MC4wLFwiUmlnaHRcIjowLjAsXCJCb3R0b21cIjowLjB9LFwiQmFja2dyb3VuZFwiOntcIiRyZWZcIjpcIjExMlwifSxcIklzVmlzaWJsZVwiOnRydWUsXCJXaWR0aFwiOjAuMCxcIkhlaWdodFwiOjAuMCxcIkJvcmRlclN0eWxlXCI6bnVsbH0sXCJUaXRsZVBvc2l0aW9uXCI6MCxcIkRhdGVQb3NpdGlvblwiOlwiTGVmdFwiLFwiU2hhcGVUeXBlXCI6NSxcIlNoYXBlU2l6ZVwiOjEsXCJTaGFwZVN0eWxlXCI6e1wiJGlkXCI6XCIxMDAyXCIsXCJNYXJnaW5cIjp7XCIkaWRcIjpcIjEwMDNcIixcIlRvcFwiOjAuMCxcIkxlZnRcIjowLjAsXCJSaWdodFwiOjAuMCxcIkJvdHRvbVwiOjAuMH0sXCJQYWRkaW5nXCI6e1wiJGlkXCI6XCIxMDA0XCIsXCJUb3BcIjowLjAsXCJMZWZ0XCI6MC4wLFwiUmlnaHRcIjowLjAsXCJCb3R0b21cIjowLjB9LFwiQmFja2dyb3VuZFwiOntcIiRpZFwiOlwiMTAwNVwiLFwiQ29sb3JcIjp7XCIkaWRcIjpcIjEwMDZcIixcIkFcIjoyNTUsXCJSXCI6MTY1LFwiR1wiOjE2NSxcIkJcIjoxNjV9fSxcIklzVmlzaWJsZVwiOnRydWUsXCJXaWR0aFwiOjE4LjAsXCJIZWlnaHRcIjoyMC4wLFwiQm9yZGVyU3R5bGVcIjpudWxsfSxcIkRhdGVGb3JtYXRcIjp7XCIkaWRcIjpcIjEwMD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X1dLFwiQ3VzdG9tU3dpbWxhbmVWMlN0eWxlTGlzdFwiOlt7XCIkaWRcIjpcIjEwMDhcIixcIkhlYWRlclN0eWxlXCI6e1wiJGlkXCI6XCIxMDA5XCIsXCJUZXh0U3R5bGVcIjp7XCIkcmVmXCI6XCIyNTRcIn0sXCJSZWN0YW5nbGVTdHlsZVwiOntcIiRyZWZcIjpcIjI2MFwifSxcIlRleHRJc1ZlcnRpY2FsXCI6ZmFsc2V9LFwiQmFja2dyb3VuZFN0eWxlXCI6e1wiJHJlZlwiOlwiMjY4XCJ9LFwiSXNBYm92ZVRpbWViYW5kXCI6ZmFsc2UsXCJTd2ltbGFuZURlZmF1bHRBY3Rpdml0eVN0eWxlXCI6e1wiJGlkXCI6XCIxMDEwXCIsXCJIZWFkZXJTdHlsZVwiOntcIiRpZFwiOlwiMTAxMVwiLFwiVGV4dFN0eWxlXCI6e1wiJGlkXCI6XCIxMDEyXCIsXCJGb250U2V0dGluZ3NcIjp7XCIkaWRcIjpcIjEwMTNcIixcIkZvbnRTaXplXCI6MTIsXCJGb250TmFtZVwiOlwiQ2FsaWJyaVwiLFwiSXNCb2xkXCI6ZmFsc2UsXCJJc0l0YWxpY1wiOmZhbHNlLFwiSXNVbmRlcmxpbmVkXCI6ZmFsc2V9LFwiQXV0b1NpemVcIjowLFwiRm9yZWdyb3VuZFwiOntcIiRpZFwiOlwiMTAxNFwiLFwiQ29sb3JcIjp7XCIkaWRcIjpcIjEwMTV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MTZcIixcIlRvcFwiOjAuMCxcIkxlZnRcIjowLjAsXCJSaWdodFwiOjAuMCxcIkJvdHRvbVwiOjAuMH0sXCJQYWRkaW5nXCI6e1wiJGlkXCI6XCIxMDE3XCIsXCJUb3BcIjowLjAsXCJMZWZ0XCI6MC4wLFwiUmlnaHRcIjowLjAsXCJCb3R0b21cIjowLjB9LFwiQmFja2dyb3VuZFwiOm51bGwsXCJJc1Zpc2libGVcIjpmYWxzZSxcIldpZHRoXCI6MC4wLFwiSGVpZ2h0XCI6MC4wLFwiQm9yZGVyU3R5bGVcIjpudWxsfSxcIlJlY3RhbmdsZVN0eWxlXCI6e1wiJGlkXCI6XCIxMDE4XCIsXCJNYXJnaW5cIjp7XCIkaWRcIjpcIjEwMTlcIixcIlRvcFwiOjAuMCxcIkxlZnRcIjowLjAsXCJSaWdodFwiOjAuMCxcIkJvdHRvbVwiOjAuMH0sXCJQYWRkaW5nXCI6e1wiJGlkXCI6XCIxMDIwXCIsXCJUb3BcIjowLjAsXCJMZWZ0XCI6MC4wLFwiUmlnaHRcIjowLjAsXCJCb3R0b21cIjowLjB9LFwiQmFja2dyb3VuZFwiOntcIiRpZFwiOlwiMTAyMVwiLFwiQ29sb3JcIjp7XCIkaWRcIjpcIjEwMjJcIixcIkFcIjo2MyxcIlJcIjoyNTUsXCJHXCI6MTkyLFwiQlwiOjB9fSxcIklzVmlzaWJsZVwiOmZhbHNlLFwiV2lkdGhcIjowLjAsXCJIZWlnaHRcIjowLjAsXCJCb3JkZXJTdHlsZVwiOntcIiRpZFwiOlwiMTAyM1wiLFwiTGluZUNvbG9yXCI6e1wiJGlkXCI6XCIxMDI0XCIsXCIkdHlwZVwiOlwiTkxSRS5Db21tb24uRG9tLlNvbGlkQ29sb3JCcnVzaCwgTkxSRS5Db21tb25cIixcIkNvbG9yXCI6e1wiJGlkXCI6XCIxMDI1XCIsXCJBXCI6MjU1LFwiUlwiOjI1NSxcIkdcIjowLFwiQlwiOjB9fSxcIkxpbmVXZWlnaHRcIjowLjAsXCJMaW5lVHlwZVwiOjB9fX0sXCJCYWNrZ3JvdW5kU3R5bGVcIjp7XCIkaWRcIjpcIjEwMjZcIixcIk1hcmdpblwiOm51bGwsXCJQYWRkaW5nXCI6bnVsbCxcIkJhY2tncm91bmRcIjp7XCIkaWRcIjpcIjEwMjdcIixcIkNvbG9yXCI6e1wiJGlkXCI6XCIxMDI4XCIsXCJBXCI6NTEsXCJSXCI6MTY1LFwiR1wiOjE2NSxcIkJcIjoxNjV9fSxcIklzVmlzaWJsZVwiOmZhbHNlLFwiV2lkdGhcIjowLjAsXCJIZWlnaHRcIjowLjAsXCJCb3JkZXJTdHlsZVwiOntcIiRpZFwiOlwiMTAyOVwiLFwiTGluZUNvbG9yXCI6e1wiJGlkXCI6XCIxMDMwXCIsXCIkdHlwZVwiOlwiTkxSRS5Db21tb24uRG9tLlNvbGlkQ29sb3JCcnVzaCwgTkxSRS5Db21tb25cIixcIkNvbG9yXCI6e1wiJGlkXCI6XCIxMDMxXCIsXCJBXCI6MjU1LFwiUlwiOjI1NSxcIkdcIjowLFwiQlwiOjB9fSxcIkxpbmVXZWlnaHRcIjowLjAsXCJMaW5lVHlwZVwiOjB9fSxcIkN1c3RvbVN3aW1sYW5lTWlsZXN0b25lU3R5bGVMaXN0XCI6W3tcIiRyZWZcIjpcIjI3NlwifSx7XCIkcmVmXCI6XCIyOTVcIn0se1wiJHJlZlwiOlwiMzE0XCJ9LHtcIiRyZWZcIjpcIjMzM1wifSx7XCIkcmVmXCI6XCIzNTJcIn0se1wiJHJlZlwiOlwiMzcxXCJ9LHtcIiRyZWZcIjpcIjM5MFwifSx7XCIkcmVmXCI6XCI0MDlcIn1dLFwiQ3VzdG9tU3dpbWxhbmVUYXNrU3R5bGVMaXN0XCI6W10sXCJJc1Zpc2libGVcIjp0cnVlfSxcIkN1c3RvbVN3aW1sYW5lQWN0aXZpdGllc1N0eWxlTGlzdFwiOltdLFwiSXNWaXNpYmxlXCI6dHJ1ZSxcIlNwYWNpbmdcIjoyfSx7XCIkaWRcIjpcIjEwMzJcIixcIkhlYWRlclN0eWxlXCI6e1wiJGlkXCI6XCIxMDMzXCIsXCJUZXh0U3R5bGVcIjp7XCIkcmVmXCI6XCI0MzFcIn0sXCJSZWN0YW5nbGVTdHlsZVwiOntcIiRyZWZcIjpcIjQzN1wifSxcIlRleHRJc1ZlcnRpY2FsXCI6ZmFsc2V9LFwiQmFja2dyb3VuZFN0eWxlXCI6e1wiJHJlZlwiOlwiNDQ1XCJ9LFwiSXNBYm92ZVRpbWViYW5kXCI6ZmFsc2UsXCJTd2ltbGFuZURlZmF1bHRBY3Rpdml0eVN0eWxlXCI6e1wiJGlkXCI6XCIxMDM0XCIsXCJIZWFkZXJTdHlsZVwiOntcIiRpZFwiOlwiMTAzNVwiLFwiVGV4dFN0eWxlXCI6e1wiJGlkXCI6XCIxMDM2XCIsXCJGb250U2V0dGluZ3NcIjp7XCIkaWRcIjpcIjEwMzdcIixcIkZvbnRTaXplXCI6MTIsXCJGb250TmFtZVwiOlwiQ2FsaWJyaVwiLFwiSXNCb2xkXCI6ZmFsc2UsXCJJc0l0YWxpY1wiOmZhbHNlLFwiSXNVbmRlcmxpbmVkXCI6ZmFsc2V9LFwiQXV0b1NpemVcIjowLFwiRm9yZWdyb3VuZFwiOntcIiRpZFwiOlwiMTAzOFwiLFwiQ29sb3JcIjp7XCIkaWRcIjpcIjEwMzl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NDBcIixcIlRvcFwiOjAuMCxcIkxlZnRcIjowLjAsXCJSaWdodFwiOjAuMCxcIkJvdHRvbVwiOjAuMH0sXCJQYWRkaW5nXCI6e1wiJGlkXCI6XCIxMDQxXCIsXCJUb3BcIjowLjAsXCJMZWZ0XCI6MC4wLFwiUmlnaHRcIjowLjAsXCJCb3R0b21cIjowLjB9LFwiQmFja2dyb3VuZFwiOm51bGwsXCJJc1Zpc2libGVcIjpmYWxzZSxcIldpZHRoXCI6MC4wLFwiSGVpZ2h0XCI6MC4wLFwiQm9yZGVyU3R5bGVcIjpudWxsfSxcIlJlY3RhbmdsZVN0eWxlXCI6e1wiJGlkXCI6XCIxMDQyXCIsXCJNYXJnaW5cIjp7XCIkaWRcIjpcIjEwNDNcIixcIlRvcFwiOjAuMCxcIkxlZnRcIjowLjAsXCJSaWdodFwiOjAuMCxcIkJvdHRvbVwiOjAuMH0sXCJQYWRkaW5nXCI6e1wiJGlkXCI6XCIxMDQ0XCIsXCJUb3BcIjowLjAsXCJMZWZ0XCI6MC4wLFwiUmlnaHRcIjowLjAsXCJCb3R0b21cIjowLjB9LFwiQmFja2dyb3VuZFwiOntcIiRpZFwiOlwiMTA0NVwiLFwiQ29sb3JcIjp7XCIkaWRcIjpcIjEwNDZcIixcIkFcIjo2MyxcIlJcIjoxMTIsXCJHXCI6MTczLFwiQlwiOjcxfX0sXCJJc1Zpc2libGVcIjpmYWxzZSxcIldpZHRoXCI6MC4wLFwiSGVpZ2h0XCI6MC4wLFwiQm9yZGVyU3R5bGVcIjp7XCIkaWRcIjpcIjEwNDdcIixcIkxpbmVDb2xvclwiOntcIiRpZFwiOlwiMTA0OFwiLFwiJHR5cGVcIjpcIk5MUkUuQ29tbW9uLkRvbS5Tb2xpZENvbG9yQnJ1c2gsIE5MUkUuQ29tbW9uXCIsXCJDb2xvclwiOntcIiRpZFwiOlwiMTA0OVwiLFwiQVwiOjI1NSxcIlJcIjoyNTUsXCJHXCI6MCxcIkJcIjowfX0sXCJMaW5lV2VpZ2h0XCI6MC4wLFwiTGluZVR5cGVcIjowfX19LFwiQmFja2dyb3VuZFN0eWxlXCI6e1wiJGlkXCI6XCIxMDUwXCIsXCJNYXJnaW5cIjpudWxsLFwiUGFkZGluZ1wiOm51bGwsXCJCYWNrZ3JvdW5kXCI6e1wiJGlkXCI6XCIxMDUxXCIsXCJDb2xvclwiOntcIiRpZFwiOlwiMTA1MlwiLFwiQVwiOjUxLFwiUlwiOjE2NSxcIkdcIjoxNjUsXCJCXCI6MTY1fX0sXCJJc1Zpc2libGVcIjpmYWxzZSxcIldpZHRoXCI6MC4wLFwiSGVpZ2h0XCI6MC4wLFwiQm9yZGVyU3R5bGVcIjp7XCIkaWRcIjpcIjEwNTNcIixcIkxpbmVDb2xvclwiOntcIiRpZFwiOlwiMTA1NFwiLFwiJHR5cGVcIjpcIk5MUkUuQ29tbW9uLkRvbS5Tb2xpZENvbG9yQnJ1c2gsIE5MUkUuQ29tbW9uXCIsXCJDb2xvclwiOntcIiRpZFwiOlwiMTA1NVwiLFwiQVwiOjI1NSxcIlJcIjoyNTUsXCJHXCI6MCxcIkJcIjowfX0sXCJMaW5lV2VpZ2h0XCI6MC4wLFwiTGluZVR5cGVcIjowfX0sXCJDdXN0b21Td2ltbGFuZU1pbGVzdG9uZVN0eWxlTGlzdFwiOlt7XCIkcmVmXCI6XCI0NTNcIn0se1wiJHJlZlwiOlwiNDc1XCJ9LHtcIiRyZWZcIjpcIjQ5NFwifSx7XCIkcmVmXCI6XCI1MTNcIn0se1wiJHJlZlwiOlwiNTMzXCJ9LHtcIiRyZWZcIjpcIjU1MlwifSx7XCIkcmVmXCI6XCI1NzFcIn0se1wiJHJlZlwiOlwiNTkwXCJ9LHtcIiRyZWZcIjpcIjYxMFwifV0sXCJDdXN0b21Td2ltbGFuZVRhc2tTdHlsZUxpc3RcIjpbXSxcIklzVmlzaWJsZVwiOnRydWV9LFwiQ3VzdG9tU3dpbWxhbmVBY3Rpdml0aWVzU3R5bGVMaXN0XCI6W10sXCJJc1Zpc2libGVcIjp0cnVlLFwiU3BhY2luZ1wiOjJ9LHtcIiRpZFwiOlwiMTA1NlwiLFwiSGVhZGVyU3R5bGVcIjp7XCIkaWRcIjpcIjEwNTdcIixcIlRleHRTdHlsZVwiOntcIiRyZWZcIjpcIjYzMlwifSxcIlJlY3RhbmdsZVN0eWxlXCI6e1wiJHJlZlwiOlwiNjM4XCJ9LFwiVGV4dElzVmVydGljYWxcIjpmYWxzZX0sXCJCYWNrZ3JvdW5kU3R5bGVcIjp7XCIkcmVmXCI6XCI2NDZcIn0sXCJJc0Fib3ZlVGltZWJhbmRcIjpmYWxzZSxcIlN3aW1sYW5lRGVmYXVsdEFjdGl2aXR5U3R5bGVcIjp7XCIkaWRcIjpcIjEwNThcIixcIkhlYWRlclN0eWxlXCI6e1wiJGlkXCI6XCIxMDU5XCIsXCJUZXh0U3R5bGVcIjp7XCIkaWRcIjpcIjEwNjBcIixcIkZvbnRTZXR0aW5nc1wiOntcIiRpZFwiOlwiMTA2MVwiLFwiRm9udFNpemVcIjoxMixcIkZvbnROYW1lXCI6XCJDYWxpYnJpXCIsXCJJc0JvbGRcIjpmYWxzZSxcIklzSXRhbGljXCI6ZmFsc2UsXCJJc1VuZGVybGluZWRcIjpmYWxzZX0sXCJBdXRvU2l6ZVwiOjAsXCJGb3JlZ3JvdW5kXCI6e1wiJGlkXCI6XCIxMDYyXCIsXCJDb2xvclwiOntcIiRpZFwiOlwiMTA2M1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MTA2NFwiLFwiVG9wXCI6MC4wLFwiTGVmdFwiOjAuMCxcIlJpZ2h0XCI6MC4wLFwiQm90dG9tXCI6MC4wfSxcIlBhZGRpbmdcIjp7XCIkaWRcIjpcIjEwNjVcIixcIlRvcFwiOjAuMCxcIkxlZnRcIjowLjAsXCJSaWdodFwiOjAuMCxcIkJvdHRvbVwiOjAuMH0sXCJCYWNrZ3JvdW5kXCI6bnVsbCxcIklzVmlzaWJsZVwiOmZhbHNlLFwiV2lkdGhcIjowLjAsXCJIZWlnaHRcIjowLjAsXCJCb3JkZXJTdHlsZVwiOm51bGx9LFwiUmVjdGFuZ2xlU3R5bGVcIjp7XCIkaWRcIjpcIjEwNjZcIixcIk1hcmdpblwiOntcIiRpZFwiOlwiMTA2N1wiLFwiVG9wXCI6MC4wLFwiTGVmdFwiOjAuMCxcIlJpZ2h0XCI6MC4wLFwiQm90dG9tXCI6MC4wfSxcIlBhZGRpbmdcIjp7XCIkaWRcIjpcIjEwNjhcIixcIlRvcFwiOjAuMCxcIkxlZnRcIjowLjAsXCJSaWdodFwiOjAuMCxcIkJvdHRvbVwiOjAuMH0sXCJCYWNrZ3JvdW5kXCI6e1wiJGlkXCI6XCIxMDY5XCIsXCJDb2xvclwiOntcIiRpZFwiOlwiMTA3MFwiLFwiQVwiOjYzLFwiUlwiOjkxLFwiR1wiOjE1NSxcIkJcIjoyMTN9fSxcIklzVmlzaWJsZVwiOmZhbHNlLFwiV2lkdGhcIjowLjAsXCJIZWlnaHRcIjowLjAsXCJCb3JkZXJTdHlsZVwiOntcIiRpZFwiOlwiMTA3MVwiLFwiTGluZUNvbG9yXCI6e1wiJGlkXCI6XCIxMDcyXCIsXCIkdHlwZVwiOlwiTkxSRS5Db21tb24uRG9tLlNvbGlkQ29sb3JCcnVzaCwgTkxSRS5Db21tb25cIixcIkNvbG9yXCI6e1wiJGlkXCI6XCIxMDczXCIsXCJBXCI6MjU1LFwiUlwiOjI1NSxcIkdcIjowLFwiQlwiOjB9fSxcIkxpbmVXZWlnaHRcIjowLjAsXCJMaW5lVHlwZVwiOjB9fX0sXCJCYWNrZ3JvdW5kU3R5bGVcIjp7XCIkaWRcIjpcIjEwNzRcIixcIk1hcmdpblwiOm51bGwsXCJQYWRkaW5nXCI6bnVsbCxcIkJhY2tncm91bmRcIjp7XCIkaWRcIjpcIjEwNzVcIixcIkNvbG9yXCI6e1wiJGlkXCI6XCIxMDc2XCIsXCJBXCI6NTEsXCJSXCI6MTY1LFwiR1wiOjE2NSxcIkJcIjoxNjV9fSxcIklzVmlzaWJsZVwiOmZhbHNlLFwiV2lkdGhcIjowLjAsXCJIZWlnaHRcIjowLjAsXCJCb3JkZXJTdHlsZVwiOntcIiRpZFwiOlwiMTA3N1wiLFwiTGluZUNvbG9yXCI6e1wiJGlkXCI6XCIxMDc4XCIsXCIkdHlwZVwiOlwiTkxSRS5Db21tb24uRG9tLlNvbGlkQ29sb3JCcnVzaCwgTkxSRS5Db21tb25cIixcIkNvbG9yXCI6e1wiJGlkXCI6XCIxMDc5XCIsXCJBXCI6MjU1LFwiUlwiOjI1NSxcIkdcIjowLFwiQlwiOjB9fSxcIkxpbmVXZWlnaHRcIjowLjAsXCJMaW5lVHlwZVwiOjB9fSxcIkN1c3RvbVN3aW1sYW5lTWlsZXN0b25lU3R5bGVMaXN0XCI6W3tcIiRyZWZcIjpcIjY1NFwifSx7XCIkcmVmXCI6XCI2NzNcIn0se1wiJHJlZlwiOlwiNjkyXCJ9LHtcIiRyZWZcIjpcIjcxMVwifSx7XCIkcmVmXCI6XCI3MzBcIn0se1wiJHJlZlwiOlwiNzQ5XCJ9LHtcIiRyZWZcIjpcIjc2OFwifSx7XCIkcmVmXCI6XCI3ODdcIn1dLFwiQ3VzdG9tU3dpbWxhbmVUYXNrU3R5bGVMaXN0XCI6W10sXCJJc1Zpc2libGVcIjp0cnVlfSxcIkN1c3RvbVN3aW1sYW5lQWN0aXZpdGllc1N0eWxlTGlzdFwiOltdLFwiSXNWaXNpYmxlXCI6dHJ1ZSxcIlNwYWNpbmdcIjoyfSx7XCIkaWRcIjpcIjEwODBcIixcIkhlYWRlclN0eWxlXCI6e1wiJGlkXCI6XCIxMDgxXCIsXCJUZXh0U3R5bGVcIjp7XCIkcmVmXCI6XCI4MDlcIn0sXCJSZWN0YW5nbGVTdHlsZVwiOntcIiRyZWZcIjpcIjgxNVwifSxcIlRleHRJc1ZlcnRpY2FsXCI6ZmFsc2V9LFwiQmFja2dyb3VuZFN0eWxlXCI6e1wiJHJlZlwiOlwiODIzXCJ9LFwiSXNBYm92ZVRpbWViYW5kXCI6ZmFsc2UsXCJTd2ltbGFuZURlZmF1bHRBY3Rpdml0eVN0eWxlXCI6e1wiJGlkXCI6XCIxMDgyXCIsXCJIZWFkZXJTdHlsZVwiOntcIiRpZFwiOlwiMTA4M1wiLFwiVGV4dFN0eWxlXCI6e1wiJGlkXCI6XCIxMDg0XCIsXCJGb250U2V0dGluZ3NcIjp7XCIkaWRcIjpcIjEwODVcIixcIkZvbnRTaXplXCI6MTIsXCJGb250TmFtZVwiOlwiQ2FsaWJyaVwiLFwiSXNCb2xkXCI6ZmFsc2UsXCJJc0l0YWxpY1wiOmZhbHNlLFwiSXNVbmRlcmxpbmVkXCI6ZmFsc2V9LFwiQXV0b1NpemVcIjowLFwiRm9yZWdyb3VuZFwiOntcIiRpZFwiOlwiMTA4NlwiLFwiQ29sb3JcIjp7XCIkaWRcIjpcIjEwODd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ODhcIixcIlRvcFwiOjAuMCxcIkxlZnRcIjowLjAsXCJSaWdodFwiOjAuMCxcIkJvdHRvbVwiOjAuMH0sXCJQYWRkaW5nXCI6e1wiJGlkXCI6XCIxMDg5XCIsXCJUb3BcIjowLjAsXCJMZWZ0XCI6MC4wLFwiUmlnaHRcIjowLjAsXCJCb3R0b21cIjowLjB9LFwiQmFja2dyb3VuZFwiOm51bGwsXCJJc1Zpc2libGVcIjpmYWxzZSxcIldpZHRoXCI6MC4wLFwiSGVpZ2h0XCI6MC4wLFwiQm9yZGVyU3R5bGVcIjpudWxsfSxcIlJlY3RhbmdsZVN0eWxlXCI6e1wiJGlkXCI6XCIxMDkwXCIsXCJNYXJnaW5cIjp7XCIkaWRcIjpcIjEwOTFcIixcIlRvcFwiOjAuMCxcIkxlZnRcIjowLjAsXCJSaWdodFwiOjAuMCxcIkJvdHRvbVwiOjAuMH0sXCJQYWRkaW5nXCI6e1wiJGlkXCI6XCIxMDkyXCIsXCJUb3BcIjowLjAsXCJMZWZ0XCI6MC4wLFwiUmlnaHRcIjowLjAsXCJCb3R0b21cIjowLjB9LFwiQmFja2dyb3VuZFwiOntcIiRpZFwiOlwiMTA5M1wiLFwiQ29sb3JcIjp7XCIkaWRcIjpcIjEwOTRcIixcIkFcIjo2MyxcIlJcIjoyMzcsXCJHXCI6MTI1LFwiQlwiOjQ5fX0sXCJJc1Zpc2libGVcIjpmYWxzZSxcIldpZHRoXCI6MC4wLFwiSGVpZ2h0XCI6MC4wLFwiQm9yZGVyU3R5bGVcIjp7XCIkaWRcIjpcIjEwOTVcIixcIkxpbmVDb2xvclwiOntcIiRpZFwiOlwiMTA5NlwiLFwiJHR5cGVcIjpcIk5MUkUuQ29tbW9uLkRvbS5Tb2xpZENvbG9yQnJ1c2gsIE5MUkUuQ29tbW9uXCIsXCJDb2xvclwiOntcIiRpZFwiOlwiMTA5N1wiLFwiQVwiOjI1NSxcIlJcIjoyNTUsXCJHXCI6MCxcIkJcIjowfX0sXCJMaW5lV2VpZ2h0XCI6MC4wLFwiTGluZVR5cGVcIjowfX19LFwiQmFja2dyb3VuZFN0eWxlXCI6e1wiJGlkXCI6XCIxMDk4XCIsXCJNYXJnaW5cIjpudWxsLFwiUGFkZGluZ1wiOm51bGwsXCJCYWNrZ3JvdW5kXCI6e1wiJGlkXCI6XCIxMDk5XCIsXCJDb2xvclwiOntcIiRpZFwiOlwiMTEwMFwiLFwiQVwiOjUxLFwiUlwiOjE2NSxcIkdcIjoxNjUsXCJCXCI6MTY1fX0sXCJJc1Zpc2libGVcIjpmYWxzZSxcIldpZHRoXCI6MC4wLFwiSGVpZ2h0XCI6MC4wLFwiQm9yZGVyU3R5bGVcIjp7XCIkaWRcIjpcIjExMDFcIixcIkxpbmVDb2xvclwiOntcIiRpZFwiOlwiMTEwMlwiLFwiJHR5cGVcIjpcIk5MUkUuQ29tbW9uLkRvbS5Tb2xpZENvbG9yQnJ1c2gsIE5MUkUuQ29tbW9uXCIsXCJDb2xvclwiOntcIiRpZFwiOlwiMTEwM1wiLFwiQVwiOjI1NSxcIlJcIjoyNTUsXCJHXCI6MCxcIkJcIjowfX0sXCJMaW5lV2VpZ2h0XCI6MC4wLFwiTGluZVR5cGVcIjowfX0sXCJDdXN0b21Td2ltbGFuZU1pbGVzdG9uZVN0eWxlTGlzdFwiOlt7XCIkcmVmXCI6XCI4MzFcIn0se1wiJHJlZlwiOlwiODUwXCJ9LHtcIiRyZWZcIjpcIjg2OVwifSx7XCIkcmVmXCI6XCI4ODlcIn1dLFwiQ3VzdG9tU3dpbWxhbmVUYXNrU3R5bGVMaXN0XCI6W10sXCJJc1Zpc2libGVcIjp0cnVlfSxcIkN1c3RvbVN3aW1sYW5lQWN0aXZpdGllc1N0eWxlTGlzdFwiOltdLFwiSXNWaXNpYmxlXCI6dHJ1ZSxcIlNwYWNpbmdcIjoyfSx7XCIkaWRcIjpcIjExMDRcIixcIkhlYWRlclN0eWxlXCI6e1wiJGlkXCI6XCIxMTA1XCIsXCJUZXh0U3R5bGVcIjp7XCIkcmVmXCI6XCI5MTFcIn0sXCJSZWN0YW5nbGVTdHlsZVwiOntcIiRyZWZcIjpcIjkxN1wifSxcIlRleHRJc1ZlcnRpY2FsXCI6ZmFsc2V9LFwiQmFja2dyb3VuZFN0eWxlXCI6e1wiJHJlZlwiOlwiOTI1XCJ9LFwiSXNBYm92ZVRpbWViYW5kXCI6ZmFsc2UsXCJTd2ltbGFuZURlZmF1bHRBY3Rpdml0eVN0eWxlXCI6e1wiJGlkXCI6XCIxMTA2XCIsXCJIZWFkZXJTdHlsZVwiOntcIiRpZFwiOlwiMTEwN1wiLFwiVGV4dFN0eWxlXCI6e1wiJGlkXCI6XCIxMTA4XCIsXCJGb250U2V0dGluZ3NcIjp7XCIkaWRcIjpcIjExMDlcIixcIkZvbnRTaXplXCI6MTIsXCJGb250TmFtZVwiOlwiQ2FsaWJyaVwiLFwiSXNCb2xkXCI6ZmFsc2UsXCJJc0l0YWxpY1wiOmZhbHNlLFwiSXNVbmRlcmxpbmVkXCI6ZmFsc2V9LFwiQXV0b1NpemVcIjowLFwiRm9yZWdyb3VuZFwiOntcIiRpZFwiOlwiMTExMFwiLFwiQ29sb3JcIjp7XCIkaWRcIjpcIjExMTF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xMTJcIixcIlRvcFwiOjAuMCxcIkxlZnRcIjowLjAsXCJSaWdodFwiOjAuMCxcIkJvdHRvbVwiOjAuMH0sXCJQYWRkaW5nXCI6e1wiJGlkXCI6XCIxMTEzXCIsXCJUb3BcIjowLjAsXCJMZWZ0XCI6MC4wLFwiUmlnaHRcIjowLjAsXCJCb3R0b21cIjowLjB9LFwiQmFja2dyb3VuZFwiOm51bGwsXCJJc1Zpc2libGVcIjpmYWxzZSxcIldpZHRoXCI6MC4wLFwiSGVpZ2h0XCI6MC4wLFwiQm9yZGVyU3R5bGVcIjpudWxsfSxcIlJlY3RhbmdsZVN0eWxlXCI6e1wiJGlkXCI6XCIxMTE0XCIsXCJNYXJnaW5cIjp7XCIkaWRcIjpcIjExMTVcIixcIlRvcFwiOjAuMCxcIkxlZnRcIjowLjAsXCJSaWdodFwiOjAuMCxcIkJvdHRvbVwiOjAuMH0sXCJQYWRkaW5nXCI6e1wiJGlkXCI6XCIxMTE2XCIsXCJUb3BcIjowLjAsXCJMZWZ0XCI6MC4wLFwiUmlnaHRcIjowLjAsXCJCb3R0b21cIjowLjB9LFwiQmFja2dyb3VuZFwiOntcIiRpZFwiOlwiMTExN1wiLFwiQ29sb3JcIjp7XCIkaWRcIjpcIjExMThcIixcIkFcIjo2MyxcIlJcIjoxNjUsXCJHXCI6MTY1LFwiQlwiOjE2NX19LFwiSXNWaXNpYmxlXCI6ZmFsc2UsXCJXaWR0aFwiOjAuMCxcIkhlaWdodFwiOjAuMCxcIkJvcmRlclN0eWxlXCI6e1wiJGlkXCI6XCIxMTE5XCIsXCJMaW5lQ29sb3JcIjp7XCIkaWRcIjpcIjExMjBcIixcIiR0eXBlXCI6XCJOTFJFLkNvbW1vbi5Eb20uU29saWRDb2xvckJydXNoLCBOTFJFLkNvbW1vblwiLFwiQ29sb3JcIjp7XCIkaWRcIjpcIjExMjFcIixcIkFcIjoyNTUsXCJSXCI6MjU1LFwiR1wiOjAsXCJCXCI6MH19LFwiTGluZVdlaWdodFwiOjAuMCxcIkxpbmVUeXBlXCI6MH19fSxcIkJhY2tncm91bmRTdHlsZVwiOntcIiRpZFwiOlwiMTEyMlwiLFwiTWFyZ2luXCI6bnVsbCxcIlBhZGRpbmdcIjpudWxsLFwiQmFja2dyb3VuZFwiOntcIiRpZFwiOlwiMTEyM1wiLFwiQ29sb3JcIjp7XCIkaWRcIjpcIjExMjRcIixcIkFcIjo1MSxcIlJcIjoxNjUsXCJHXCI6MTY1LFwiQlwiOjE2NX19LFwiSXNWaXNpYmxlXCI6ZmFsc2UsXCJXaWR0aFwiOjAuMCxcIkhlaWdodFwiOjAuMCxcIkJvcmRlclN0eWxlXCI6e1wiJGlkXCI6XCIxMTI1XCIsXCJMaW5lQ29sb3JcIjp7XCIkaWRcIjpcIjExMjZcIixcIiR0eXBlXCI6XCJOTFJFLkNvbW1vbi5Eb20uU29saWRDb2xvckJydXNoLCBOTFJFLkNvbW1vblwiLFwiQ29sb3JcIjp7XCIkaWRcIjpcIjExMjdcIixcIkFcIjoyNTUsXCJSXCI6MjU1LFwiR1wiOjAsXCJCXCI6MH19LFwiTGluZVdlaWdodFwiOjAuMCxcIkxpbmVUeXBlXCI6MH19LFwiQ3VzdG9tU3dpbWxhbmVNaWxlc3RvbmVTdHlsZUxpc3RcIjpbe1wiJHJlZlwiOlwiOTMzXCJ9LHtcIiRyZWZcIjpcIjk1MlwifSx7XCIkcmVmXCI6XCI5NzFcIn0se1wiJHJlZlwiOlwiOTkxXCJ9XSxcIkN1c3RvbVN3aW1sYW5lVGFza1N0eWxlTGlzdFwiOltdLFwiSXNWaXNpYmxlXCI6dHJ1ZX0sXCJDdXN0b21Td2ltbGFuZUFjdGl2aXRpZXNTdHlsZUxpc3RcIjpbXSxcIklzVmlzaWJsZVwiOnRydWUsXCJTcGFjaW5nXCI6Mn1dLFwiR3JpZGxpbmVQYW5lbFN0eWxlXCI6e1wiJGlkXCI6XCIxMTI4XCIsXCJHcmlkbGluZVN0eWxlXCI6e1wiJGlkXCI6XCIxMTI5XCIsXCJMaW5lQ29sb3JcIjp7XCIkaWRcIjpcIjExMzBcIixcIiR0eXBlXCI6XCJOTFJFLkNvbW1vbi5Eb20uU29saWRDb2xvckJydXNoLCBOTFJFLkNvbW1vblwiLFwiQ29sb3JcIjp7XCIkaWRcIjpcIjExMzFcIixcIkFcIjoyNTUsXCJSXCI6MjA4LFwiR1wiOjIwNixcIkJcIjoyMDZ9fSxcIkxpbmVXZWlnaHRcIjoxLjAsXCJMaW5lVHlwZVwiOjB9LFwiSXNWaXNpYmxlXCI6dHJ1ZX0sXCJBY3Rpdml0eUxpbmVQYW5lbFN0eWxlXCI6e1wiJGlkXCI6XCIxMTMyXCIsXCJBY3Rpdml0eUxpbmVTdHlsZVwiOntcIiRpZFwiOlwiMTEzM1wiLFwiTGluZUNvbG9yXCI6e1wiJGlkXCI6XCIxMTM0XCIsXCIkdHlwZVwiOlwiTkxSRS5Db21tb24uRG9tLlNvbGlkQ29sb3JCcnVzaCwgTkxSRS5Db21tb25cIixcIkNvbG9yXCI6e1wiJGlkXCI6XCIxMTM1XCIsXCJBXCI6MzgsXCJSXCI6NjgsXCJHXCI6MTE0LFwiQlwiOjE5Nn19LFwiTGluZVdlaWdodFwiOjEuMCxcIkxpbmVUeXBlXCI6MH0sXCJJc1Zpc2libGVcIjp0cnVlfSxcIkRlZmF1bHREZXBlbmRlbmN5U3R5bGVcIjp7XCIkaWRcIjpcIjExMzZcIixcIkxpbmVTdHlsZVwiOntcIiRpZFwiOlwiMTEzN1wiLFwiTGluZUNvbG9yXCI6e1wiJGlkXCI6XCIxMTM4XCIsXCIkdHlwZVwiOlwiTkxSRS5Db21tb24uRG9tLlNvbGlkQ29sb3JCcnVzaCwgTkxSRS5Db21tb25cIixcIkNvbG9yXCI6e1wiJGlkXCI6XCIxMTM5XCIsXCJBXCI6MjU1LFwiUlwiOjAsXCJHXCI6MCxcIkJcIjowfX0sXCJMaW5lV2VpZ2h0XCI6MS4wLFwiTGluZVR5cGVcIjowfSxcIkVuZEFycm93aGVhZExpbmVTdHlsZVwiOntcIiRpZFwiOlwiMTE0MFwiLFwiS2luZFwiOjEsXCJXaWR0aFwiOjEsXCJMZW5ndGhcIjowLFwiUGFyZW50U3R5bGVcIjpudWxsfSxcIkJyaW5nVG9Gcm9udFwiOnRydWUsXCJJc1Zpc2libGVcIjp0cnVlLFwiUmFkaXVzXCI6MC4wfSxcIkNyaXRpY2FsUGF0aFN0eWxlXCI6e1wiJGlkXCI6XCIxMTQxXCIsXCJDcml0aWNhbFBhdGhTdHlsZU9wdGlvbnNcIjoxNSxcIkxpbmVTdHlsZVwiOntcIiRpZFwiOlwiMTE0MlwiLFwiTGluZUNvbG9yXCI6e1wiJGlkXCI6XCIxMTQzXCIsXCIkdHlwZVwiOlwiTkxSRS5Db21tb24uRG9tLlNvbGlkQ29sb3JCcnVzaCwgTkxSRS5Db21tb25cIixcIkNvbG9yXCI6e1wiJGlkXCI6XCIxMTQ0XCIsXCJBXCI6MjU1LFwiUlwiOjIyMixcIkdcIjo1MCxcIkJcIjo1MH19LFwiTGluZVdlaWdodFwiOjEuMCxcIkxpbmVUeXBlXCI6MH0sXCJUaXRsZUZvcmVncm91bmRcIjp7XCIkaWRcIjpcIjExNDVcIixcIkNvbG9yXCI6e1wiJGlkXCI6XCIxMTQ2XCIsXCJBXCI6MjU1LFwiUlwiOjE3NixcIkdcIjoxOSxcIkJcIjoyNX19LFwiU2hhcGVzQmFja2dyb3VuZFwiOntcIiRpZFwiOlwiMTE0N1wiLFwiQ29sb3JcIjp7XCIkaWRcIjpcIjExNDhcIixcIkFcIjoyNTUsXCJSXCI6MjUzLFwiR1wiOjIwMyxcIkJcIjoyMDh9fSxcIlNoYXBlc0JvcmRlclN0eWxlXCI6e1wiJGlkXCI6XCIxMTQ5XCIsXCJMaW5lQ29sb3JcIjp7XCIkaWRcIjpcIjExNTBcIixcIiR0eXBlXCI6XCJOTFJFLkNvbW1vbi5Eb20uU29saWRDb2xvckJydXNoLCBOTFJFLkNvbW1vblwiLFwiQ29sb3JcIjp7XCIkaWRcIjpcIjExNTFcIixcIkFcIjoyNTUsXCJSXCI6MjIyLFwiR1wiOjUwLFwiQlwiOjUwfX0sXCJMaW5lV2VpZ2h0XCI6MS41LFwiTGluZVR5cGVcIjowfSxcIklzVmlzaWJsZVwiOmZhbHNlfSxcIlBhbmVsc1NwYWNpbmdEZWZpbml0aW9uXCI6e1wiJGlkXCI6XCIxMTUyXCIsXCJTcGFjaW5nQWJvdmVUaW1lYmFuZFwiOjUsXCJTcGFjaW5nQmVsb3dUaW1lYmFuZFwiOjUsXCJTcGFjaW5nQWJvdmVCZXR3ZWVuU3dpbWxhbmVzQW5kVGFza3NcIjo1LFwiU3BhY2luZ0JlbG93QmV0d2VlblN3aW1sYW5lc0FuZFRhc2tzXCI6NX19LFwiU2NhbGVcIjp7XCIkaWRcIjpcIjExNTNcIixcIlN0YXJ0RGF0ZVwiOlwiMDAwMS0wMS0wMVQwMDowMDowMFwiLFwiRW5kRGF0ZVwiOlwiMjAyMC0xMS0xM1QyMzo1OTowMFwiLFwiRm9ybWF0XCI6XCJNTU1cIixcIlR5cGVcIjozLFwiQXV0b0RhdGVSYW5nZVwiOnRydWUsXCJXb3JraW5nRGF5c1wiOjMxLFwiVG9kYXlNYXJrZXJUZXh0XCI6XCJUb2RheVwiLFwiQXV0b1NjYWxlVHlwZVwiOmZhbHNlfSxcIlNjYWxlVjJcIjp7XCIkaWRcIjpcIjExNTRcIixcIlN0YXJ0RGF0ZVwiOlwiMDAwMS0wMS0wMVQwMDowMDowMFwiLFwiRW5kRGF0ZVwiOlwiMjAyMC0xMS0xM1QyMzo1OTowMFwiLFwiQXV0b0RhdGVSYW5nZVwiOnRydWUsXCJXb3JraW5nRGF5c1wiOjMxLFwiVG9kYXlNYXJrZXJUZXh0XCI6XCJUb2RheVwiLFwiQXV0b1NjYWxlVHlwZVwiOmZhbHNlLFwiVGltZWJhbmRTY2FsZXNcIjp7XCIkaWRcIjpcIjExNTVcIixcIlRvcFNjYWxlTGF5ZXJcIjp7XCIkaWRcIjpcIjExNTZcIixcIkZvcm1hdFwiOlwiTU1NXCIsXCJUeXBlXCI6M30sXCJNaWRkbGVTY2FsZUxheWVyXCI6e1wiJGlkXCI6XCIxMTU3XCIsXCJGb3JtYXRcIjpudWxsLFwiVHlwZVwiOjB9LFwiQm90dG9tU2NhbGVMYXllclwiOntcIiRpZFwiOlwiMTE1OFwiLFwiRm9ybWF0XCI6bnVsbCxcIlR5cGVcIjowfX19LFwiTWlsZXN0b25lc1wiOltdLFwiVGFza3NcIjpbXSxcIlN3aW1sYW5lc1wiOltdLFwiU3dpbWxhbmVzVjJcIjpbXSxcIkRlcGVuZGVuY2llc1wiOltdLFwiRGVwZW5kZW5jeVNldHRpbmdzXCI6e1wiJGlkXCI6XCIxMTU5XCIsXCJEZXBlbmRlbmN5TW9kdWxlRW5hYmxlZFwiOmZhbHNlLFwiU2NoZWR1bGluZ1NldHRpbmdzXCI6e1wiJGlkXCI6XCIxMTYwXCIsXCJEZXBlbmRlbmNpZXNTY2hlZHVsaW5nTW9kZVNldHRpbmdcIjoxLFwiRGVwZW5kZW5jaWVzUHJldmlvdXNTY2hlZHVsaW5nTW9kZVwiOjEsXCJPbkJyZWFraW5nRmxleGlibGVTY2hlZHVsaW5nTW9kZVNldHRpbmdcIjowLFwiT25CcmVha2luZ1N0cmljdFNjaGVkdWxpbmdNb2RlU2V0dGluZ1wiOjB9fSxcIlNldHRpbmdzXCI6e1wiJGlkXCI6XCIxMTYxXCIsXCJJbXBhT3B0aW9uc1wiOntcIiRpZFwiOlwiMTE2MlwiLFwiTGVmdFRvUmlnaHRcIjpmYWxzZSxcIlBheWxvYWRPcHRpb25zXCI6Mn19LFwiVGltZUNvbmZpZ3VyYXRpb25cIjp7XCIkaWRcIjpcIjExNjNcIixcIlVzZVRpbWVcIjpmYWxzZSxcIldvcmtEYXlTdGFydFwiOlwiMDA6MDA6MDBcIixcIldvcmtEYXlFbmRcIjpcIjIzOjU5OjAwXCJ9fSIsIlNvdXJjZVRoZW1lIjoie1wiJGlkXCI6XCIxXCIsXCJJZFwiOlwiZWJmYWI0YTEtMDZkOC00NDU5LWE4MDAtNzYwYWVmNGE4YjYzXCIsXCJDYXRlZ29yeVwiOjIsXCJDdWx0dXJlSW5mb05hbWVcIjpcImVuLVVTXCIsXCJWZXJzaW9uXCI6e1wiJGlkXCI6XCIyXCIsXCJUaGVtZURvbVZlcnNpb25cIjpcIjE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xMjEsXCJHXCI6MTY4LFwiQlwiOjE2NH19LFwiSG9yaXpvbnRhbEFsaWdubWVudFwiOjAsXCJJc1Zpc2libGVcIjpmYWxzZX0sXCJMZWZ0RW5kQ2Fwc1N0eWxlXCI6e1wiJGlkXCI6XCI5XCIsXCJGb250U2V0dGluZ3NcIjp7XCIkaWRcIjpcIjEwXCIsXCJGb250U2l6ZVwiOjMyLFwiRm9udE5hbWVcIjpcIkNhbGlicmlcIixcIklzQm9sZFwiOnRydWUsXCJJc0l0YWxpY1wiOmZhbHNlLFwiSXNVbmRlcmxpbmVkXCI6ZmFsc2V9LFwiRm9yZWdyb3VuZFwiOntcIiRpZFwiOlwiMTFcIixcIkNvbG9yXCI6e1wiJGlkXCI6XCIxMlwiLFwiQVwiOjI1NSxcIlJcIjoxMjEsXCJHXCI6MTY4LFwiQlwiOjE2N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NSxcIlNlZ21lbnRUZXh0U3R5bGVcIjp7XCIkaWRcIjpcIjI0XCIsXCJGb250U2V0dGluZ3NcIjp7XCIkaWRcIjpcIjI1XCIsXCJGb250U2l6ZVwiOjE4LFwiRm9udE5hbWVcIjpcIkNhbGlicmlcIixcIklzQm9sZFwiOmZhbHNlLFwiSXNJdGFsaWNcIjpmYWxzZSxcIklzVW5kZXJsaW5lZFwiOmZhbHNlfSxcIkZvcmVncm91bmRcIjp7XCIkaWRcIjpcIjI2XCIsXCJDb2xvclwiOntcIiRpZFwiOlwiMjdcIixcIkFcIjoyNTUsXCJSXCI6MjU1LFwiR1wiOjI1NSxcIkJcIjoyNTV9fSxcIkhvcml6b250YWxBbGlnbm1lbnRcIjowLFwiSXNWaXNpYmxlXCI6dHJ1ZX0sXCJTaGFwZVN0eWxlXCI6e1wiJGlkXCI6XCIyOFwiLFwiTWFyZ2luXCI6e1wiJGlkXCI6XCIyOVwiLFwiVG9wXCI6MC4wLFwiTGVmdFwiOjEwLjAsXCJSaWdodFwiOjEwLjAsXCJCb3R0b21cIjowLjB9LFwiUGFkZGluZ1wiOntcIiRpZFwiOlwiMzBcIixcIlRvcFwiOjUuMCxcIkxlZnRcIjoxMy4wLFwiUmlnaHRcIjoxMy4wLFwiQm90dG9tXCI6NS4wfSxcIkJhY2tncm91bmRcIjp7XCIkaWRcIjpcIjMxXCIsXCJDb2xvclwiOntcIiRpZFwiOlwiMzJcIixcIkFcIjoyNTUsXCJSXCI6NjgsXCJHXCI6ODQsXCJCXCI6MTA2fX0sXCJJc1Zpc2libGVcIjp0cnVlLFwiV2lkdGhcIjo4NTguMCxcIkhlaWdodFwiOjM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c3LFwiUlwiOjI1NSxcIkdcIjowLFwiQlwiOjB9fSxcIkVsYXBzZWRUaW1lRm9ybWF0XCI6MixcIklzVmlzaWJsZVwiOmZhbHN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4LFwiU2hhcGVUaGlja25lc3NcIjox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NyxcIkdcIjoxMjUsXCJCXCI6NDl9fSxcIkhvcml6b250YWxBbGlnbm1lbnRcIjowLFwiSXNWaXNpYmxlXCI6ZmFsc2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EuMCxcIkxpbmVUeXBlXCI6MH0sXCJJc1Zpc2libGVcIjp0cnVlfSxcIk1hcmdpblwiOntcIiRpZFwiOlwiNjRcIixcIlRvcFwiOjAuMCxcIkxlZnRcIjowLjAsXCJSaWdodFwiOjAuMCxcIkJvdHRvbVwiOjAuMH0sXCJTdGFydERhdGVQb3NpdGlvblwiOjMsXCJFbmREYXRlUG9zaXRpb25cIjo0LFwiVGl0bGVQb3NpdGlvblwiOjIsXCJEdXJhdGlvblBvc2l0aW9uXCI6MCxcIlBlcmNlbnRhZ2VDb21wbGV0ZWRQb3NpdGlvblwiOjAsXCJTcGFjaW5nXCI6NSxcIklzQmVsb3dUaW1lYmFuZFwiOnRydWUsXCJTaGFwZVN0eWxlXCI6e1wiJGlkXCI6XCI2NVwiLFwiTWFyZ2luXCI6e1wiJGlkXCI6XCI2NlwiLFwiVG9wXCI6MC4wLFwiTGVmdFwiOjQuMCxcIlJpZ2h0XCI6NC4wLFwiQm90dG9tXCI6MC4wfSxcIlBhZGRpbmdcIjp7XCIkaWRcIjpcIjY3XCIsXCJUb3BcIjowLjAsXCJMZWZ0XCI6MC4wLFwiUmlnaHRcIjowLjAsXCJCb3R0b21cIjowLjB9LFwiQmFja2dyb3VuZFwiOntcIiRpZFwiOlwiNjhcIixcIkNvbG9yXCI6e1wiJGlkXCI6XCI2OVwiLFwiQVwiOjI1NSxcIlJcIjoyLFwiR1wiOjE3OCxcIkJcIjoyMzh9fSxcIklzVmlzaWJsZVwiOnRydWUsXCJXaWR0aFwiOjAuMCxcIkhlaWdodFwiOjE2LjAsXCJCb3JkZXJTdHlsZVwiOntcIiRpZFwiOlwiNzBcIixcIkxpbmVTdHlsZVwiOntcIiRpZFwiOlwiNzFcIixcIkxpbmVDb2xvclwiOntcIiRpZFwiOlwiNzJcIixcIkNvbG9yXCI6e1wiJGlkXCI6XCI3M1wiLFwiQVwiOjI1NSxcIlJcIjoyMzQsXCJHXCI6MjIsXCJCXCI6MzB9fSxcIkxpbmVXZWlnaHRcIjoyLjAsXCJMaW5lVHlwZVwiOjB9LFwiSXNWaXNpYmxlXCI6ZmFsc2V9fSxcIlRpdGxlU3R5bGVcIjp7XCIkaWRcIjpcIjc0XCIsXCJGb250U2V0dGluZ3NcIjp7XCIkaWRcIjpcIjc1XCIsXCJGb250U2l6ZVwiOjExLFwiRm9udE5hbWVcIjpcIkNhbGlicmlcIixcIklzQm9sZFwiOnRydWUsXCJJc0l0YWxpY1wiOmZhbHNlLFwiSXNVbmRlcmxpbmVkXCI6ZmFsc2V9LFwiRm9yZWdyb3VuZFwiOntcIiRpZFwiOlwiNzZcIixcIkNvbG9yXCI6e1wiJGlkXCI6XCI3N1wiLFwiQVwiOjI1NSxcIlJcIjowLFwiR1wiOjAsXCJCXCI6MH19LFwiSG9yaXpvbnRhbEFsaWdubWVudFwiOjEsXCJJc1Zpc2libGVcIjp0cnVlfSxcIkRhdGVTdHlsZVwiOntcIiRpZFwiOlwiNzhcIixcIkZvbnRTZXR0aW5nc1wiOntcIiRpZFwiOlwiNzlcIixcIkZvbnRTaXplXCI6MTAsXCJGb250TmFtZVwiOlwiQ2FsaWJyaVwiLFwiSXNCb2xkXCI6ZmFsc2UsXCJJc0l0YWxpY1wiOmZhbHNlLFwiSXNVbmRlcmxpbmVkXCI6ZmFsc2V9LFwiRm9yZWdyb3VuZFwiOntcIiRpZFwiOlwiODBcIixcIkNvbG9yXCI6e1wiJGlkXCI6XCI4MVwiLFwiQVwiOjI1NSxcIlJcIjo2OCxcIkdcIjo4NCxcIkJcIjoxMDZ9fSxcIkhvcml6b250YWxBbGlnbm1lbnRcIjoxLFwiSXNWaXNpYmxlXCI6dHJ1ZX0sXCJEYXRlRm9ybWF0XCI6e1wiJGlkXCI6XCI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4M1wiLFwiRm9ybWF0XCI6MCxcIklzVmlzaWJsZVwiOmZhbHNlLFwiTGFzdEtub3duVmlzaWJpbGl0eVN0YXRlXCI6ZmFsc2V9fSxcIk1pbGVzdG9uZVN0eWxlXCI6e1wiJGlkXCI6XCI4NFwiLFwiU2hhcGVcIjo5LFwiSXNCZWxvd1RpbWViYW5kXCI6ZmFsc2UsXCJTaGFwZVNpemVcIjoxLFwiUGFkZGluZ1wiOntcIiRpZFwiOlwiODVcIixcIlRvcFwiOjUuMCxcIkxlZnRcIjozLjAsXCJSaWdodFwiOjAuMCxcIkJvdHRvbVwiOjIuMH0sXCJTaGFwZVN0eWxlXCI6e1wiJGlkXCI6XCI4NlwiLFwiTWFyZ2luXCI6e1wiJGlkXCI6XCI4N1wiLFwiVG9wXCI6MC4wLFwiTGVmdFwiOjAuMCxcIlJpZ2h0XCI6MC4wLFwiQm90dG9tXCI6MC4wfSxcIlBhZGRpbmdcIjp7XCIkaWRcIjpcIjg4XCIsXCJUb3BcIjowLjAsXCJMZWZ0XCI6MC4wLFwiUmlnaHRcIjowLjAsXCJCb3R0b21cIjowLjB9LFwiQmFja2dyb3VuZFwiOntcIiRpZFwiOlwiODlcIixcIkNvbG9yXCI6e1wiJGlkXCI6XCI5MFwiLFwiQVwiOjI1NSxcIlJcIjoyLFwiR1wiOjE3OCxcIkJcIjoyMzh9fSxcIklzVmlzaWJsZVwiOnRydWUsXCJXaWR0aFwiOjE4LjAsXCJIZWlnaHRcIjoyMC4wLFwiQm9yZGVyU3R5bGVcIjp7XCIkaWRcIjpcIjkxXCIsXCJMaW5lU3R5bGVcIjp7XCIkaWRcIjpcIjkyXCIsXCJMaW5lQ29sb3JcIjp7XCIkaWRcIjpcIjkzXCIsXCJDb2xvclwiOntcIiRpZFwiOlwiOTRcIixcIkFcIjoyNTUsXCJSXCI6MjM0LFwiR1wiOjIyLFwiQlwiOjMwfX0sXCJMaW5lV2VpZ2h0XCI6Mi4wLFwiTGluZVR5cGVcIjowfSxcIklzVmlzaWJsZVwiOmZhbHNlfX0sXCJUaXRsZVN0eWxlXCI6e1wiJGlkXCI6XCI5NVwiLFwiRm9udFNldHRpbmdzXCI6e1wiJGlkXCI6XCI5NlwiLFwiRm9udFNpemVcIjoxMSxcIkZvbnROYW1lXCI6XCJDYWxpYnJpXCIsXCJJc0JvbGRcIjp0cnVlLFwiSXNJdGFsaWNcIjpmYWxzZSxcIklzVW5kZXJsaW5lZFwiOmZhbHNlfSxcIkZvcmVncm91bmRcIjp7XCIkaWRcIjpcIjk3XCIsXCJDb2xvclwiOntcIiRpZFwiOlwiOThcIixcIkFcIjoyNTUsXCJSXCI6MCxcIkdcIjowLFwiQlwiOjB9fSxcIkhvcml6b250YWxBbGlnbm1lbnRcIjoxLFwiSXNWaXNpYmxlXCI6dHJ1ZX0sXCJEYXRlU3R5bGVcIjp7XCIkaWRcIjpcIjk5XCIsXCJGb250U2V0dGluZ3NcIjp7XCIkaWRcIjpcIjEwMFwiLFwiRm9udFNpemVcIjoxMCxcIkZvbnROYW1lXCI6XCJDYWxpYnJpXCIsXCJJc0JvbGRcIjpmYWxzZSxcIklzSXRhbGljXCI6ZmFsc2UsXCJJc1VuZGVybGluZWRcIjpmYWxzZX0sXCJGb3JlZ3JvdW5kXCI6e1wiJGlkXCI6XCIxMDFcIixcIkNvbG9yXCI6e1wiJGlkXCI6XCIxMDJcIixcIkFcIjoyNTUsXCJSXCI6NjgsXCJHXCI6ODQsXCJCXCI6MTA2fX0sXCJIb3Jpem9udGFsQWxpZ25tZW50XCI6MCxcIklzVmlzaWJsZVwiOnRydWV9LFwiRGF0ZUZvcm1hdFwiOntcIiRpZFwiOlwiMTA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wNFwiLFwiRm9ybWF0XCI6MCxcIklzVmlzaWJsZVwiOmZhbHNlLFwiTGFzdEtub3duVmlzaWJpbGl0eVN0YXRlXCI6ZmFsc2V9fSxcIk1vdFN0eWxlXCI6e1wiJGlkXCI6XCIxMDVcIixcIlNoYXBlXCI6OSxcIlNoYXBlU2l6ZVwiOjEsXCJEZXRhaWxzU3BhY2luZ1wiOjAuMCxcIlBhZGRpbmdcIjp7XCIkaWRcIjpcIjEwNlwiLFwiVG9wXCI6NS4wLFwiTGVmdFwiOjMuMCxcIlJpZ2h0XCI6MC4wLFwiQm90dG9tXCI6Mi4wfSxcIlBvc2l0aW9uT25UYXNrXCI6MSxcIlNoYXBlU3R5bGVcIjp7XCIkaWRcIjpcIjEwN1wiLFwiTWFyZ2luXCI6e1wiJGlkXCI6XCIxMDhcIixcIlRvcFwiOjAuMCxcIkxlZnRcIjowLjAsXCJSaWdodFwiOjAuMCxcIkJvdHRvbVwiOjAuMH0sXCJQYWRkaW5nXCI6e1wiJGlkXCI6XCIxMDlcIixcIlRvcFwiOjAuMCxcIkxlZnRcIjowLjAsXCJSaWdodFwiOjAuMCxcIkJvdHRvbVwiOjAuMH0sXCJCYWNrZ3JvdW5kXCI6e1wiJGlkXCI6XCIxMTBcIixcIkNvbG9yXCI6e1wiJGlkXCI6XCIxMTFcIixcIkFcIjoyNTUsXCJSXCI6MixcIkdcIjoxNzgsXCJCXCI6MjM4fX0sXCJJc1Zpc2libGVcIjp0cnVlLFwiV2lkdGhcIjoxOC4wLFwiSGVpZ2h0XCI6MjAuMCxcIkJvcmRlclN0eWxlXCI6e1wiJGlkXCI6XCIxMTJcIixcIkxpbmVTdHlsZVwiOntcIiRpZFwiOlwiMTEzXCIsXCJMaW5lQ29sb3JcIjp7XCIkaWRcIjpcIjExNFwiLFwiQ29sb3JcIjp7XCIkaWRcIjpcIjExNVwiLFwiQVwiOjI1NSxcIlJcIjoyMzQsXCJHXCI6MjIsXCJCXCI6MzB9fSxcIkxpbmVXZWlnaHRcIjowLjAsXCJMaW5lVHlwZVwiOjB9LFwiSXNWaXNpYmxlXCI6ZmFsc2V9fSxcIlRpdGxlU3R5bGVcIjp7XCIkaWRcIjpcIjExNlwiLFwiRm9udFNldHRpbmdzXCI6e1wiJGlkXCI6XCIxMTdcIixcIkZvbnRTaXplXCI6MTEsXCJGb250TmFtZVwiOlwiQ2FsaWJyaVwiLFwiSXNCb2xkXCI6dHJ1ZSxcIklzSXRhbGljXCI6ZmFsc2UsXCJJc1VuZGVybGluZWRcIjpmYWxzZX0sXCJGb3JlZ3JvdW5kXCI6e1wiJGlkXCI6XCIxMThcIixcIkNvbG9yXCI6e1wiJGlkXCI6XCIxMTlcIixcIkFcIjoyNTUsXCJSXCI6MCxcIkdcIjowLFwiQlwiOjB9fSxcIkhvcml6b250YWxBbGlnbm1lbnRcIjoxLFwiSXNWaXNpYmxlXCI6dHJ1ZX0sXCJEYXRlU3R5bGVcIjp7XCIkaWRcIjpcIjEyMFwiLFwiRm9udFNldHRpbmdzXCI6e1wiJGlkXCI6XCIxMjFcIixcIkZvbnRTaXplXCI6MTAsXCJGb250TmFtZVwiOlwiQ2FsaWJyaVwiLFwiSXNCb2xkXCI6ZmFsc2UsXCJJc0l0YWxpY1wiOmZhbHNlLFwiSXNVbmRlcmxpbmVkXCI6ZmFsc2V9LFwiRm9yZWdyb3VuZFwiOntcIiRpZFwiOlwiMTIyXCIsXCJDb2xvclwiOntcIiRpZFwiOlwiMTIzXCIsXCJBXCI6MjU1LFwiUlwiOjY4LFwiR1wiOjg0LFwiQlwiOjEwNn19LFwiSG9yaXpvbnRhbEFsaWdubWVudFwiOjAsXCJJc1Zpc2libGVcIjp0cnVlfSxcIkRhdGVGb3JtYXRcIjp7XCIkaWRcIjpcIjE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xMjVcIixcIkZvcm1hdFwiOjAsXCJJc1Zpc2libGVcIjpmYWxzZSxcIkxhc3RLbm93blZpc2liaWxpdHlTdGF0ZVwiOmZhbHNlfX0sXCJTd2ltbGFuZVYyU3R5bGVcIjp7XCIkaWRcIjpcIjEyNlwiLFwiU3R5bGVJZFwiOlwiODRjNGMyYjQtZmExMy00M2Q4LWIzMzYtYmIxOWQ3M2ZhNTRmXCIsXCJOYW1lXCI6XCJTd2ltbGFuZSBTdHlsZSAxXCIsXCJIZWFkZXJTdHlsZVwiOntcIiRpZFwiOlwiMTI3XCIsXCJUZXh0U3R5bGVcIjp7XCIkaWRcIjpcIjEyOFwiLFwiRm9udFNldHRpbmdzXCI6e1wiJGlkXCI6XCIxMjlcIixcIkZvbnRTaXplXCI6MTAsXCJGb250TmFtZVwiOlwiTW9udHNlcnJhdFwiLFwiSXNCb2xkXCI6ZmFsc2UsXCJJc0l0YWxpY1wiOmZhbHNlLFwiSXNVbmRlcmxpbmVkXCI6ZmFsc2V9LFwiRm9yZWdyb3VuZFwiOntcIiRpZFwiOlwiMTMwXCIsXCJDb2xvclwiOntcIiRpZFwiOlwiMTMxXCIsXCJBXCI6MjU1LFwiUlwiOjYwLFwiR1wiOjU0LFwiQlwiOjQ5fX0sXCJIb3Jpem9udGFsQWxpZ25tZW50XCI6MCxcIklzVmlzaWJsZVwiOmZhbHNlfSxcIlJlY3RhbmdsZVN0eWxlXCI6e1wiJGlkXCI6XCIxMzJcIixcIk1hcmdpblwiOntcIiRpZFwiOlwiMTMzXCIsXCJUb3BcIjowLjAsXCJMZWZ0XCI6MC4wLFwiUmlnaHRcIjowLjAsXCJCb3R0b21cIjowLjB9LFwiUGFkZGluZ1wiOntcIiRpZFwiOlwiMTM0XCIsXCJUb3BcIjowLjAsXCJMZWZ0XCI6MC4wLFwiUmlnaHRcIjowLjAsXCJCb3R0b21cIjowLjB9LFwiQmFja2dyb3VuZFwiOntcIiRpZFwiOlwiMTM1XCIsXCJDb2xvclwiOntcIiRpZFwiOlwiMTM2XCIsXCJBXCI6MjU1LFwiUlwiOjIsXCJHXCI6MTc4LFwiQlwiOjIzOH19LFwiSXNWaXNpYmxlXCI6dHJ1ZSxcIldpZHRoXCI6MC4wLFwiSGVpZ2h0XCI6MC4wLFwiQm9yZGVyU3R5bGVcIjp7XCIkaWRcIjpcIjEzN1wiLFwiTGluZVN0eWxlXCI6e1wiJGlkXCI6XCIxMzhcIixcIkxpbmVDb2xvclwiOntcIiRpZFwiOlwiMTM5XCIsXCJDb2xvclwiOntcIiRpZFwiOlwiMTQwXCIsXCJBXCI6MjU1LFwiUlwiOjYwLFwiR1wiOjU0LFwiQlwiOjQ5fX0sXCJMaW5lV2VpZ2h0XCI6MC4wLFwiTGluZVR5cGVcIjowfSxcIklzVmlzaWJsZVwiOmZhbHNlfX19LFwiQmFja2dyb3VuZFN0eWxlXCI6e1wiJGlkXCI6XCIxNDFcIixcIk1hcmdpblwiOntcIiRpZFwiOlwiMTQyXCIsXCJUb3BcIjowLjAsXCJMZWZ0XCI6MC4wLFwiUmlnaHRcIjowLjAsXCJCb3R0b21cIjowLjB9LFwiUGFkZGluZ1wiOntcIiRpZFwiOlwiMTQzXCIsXCJUb3BcIjowLjAsXCJMZWZ0XCI6MC4wLFwiUmlnaHRcIjowLjAsXCJCb3R0b21cIjowLjB9LFwiQmFja2dyb3VuZFwiOntcIiRpZFwiOlwiMTQ0XCIsXCJDb2xvclwiOntcIiRpZFwiOlwiMTQ1XCIsXCJBXCI6MzgsXCJSXCI6OTEsXCJHXCI6MTU1LFwiQlwiOjIxM319LFwiSXNWaXNpYmxlXCI6dHJ1ZSxcIldpZHRoXCI6MC4wLFwiSGVpZ2h0XCI6MC4wLFwiQm9yZGVyU3R5bGVcIjp7XCIkaWRcIjpcIjE0NlwiLFwiTGluZVN0eWxlXCI6e1wiJGlkXCI6XCIxNDdcIixcIkxpbmVDb2xvclwiOntcIiRpZFwiOlwiMTQ4XCIsXCJDb2xvclwiOntcIiRpZFwiOlwiMTQ5XCIsXCJBXCI6MjU1LFwiUlwiOjIzNCxcIkdcIjoyMixcIkJcIjozMH19LFwiTGluZVdlaWdodFwiOjAuMCxcIkxpbmVUeXBlXCI6MH0sXCJJc1Zpc2libGVcIjpmYWxzZX19LFwiSXNBYm92ZVRpbWViYW5kXCI6ZmFsc2UsXCJTcGFjaW5nXCI6MixcIkRlZmF1bHRTd2ltbGFuZUFjdGl2aXR5U3R5bGVcIjp7XCIkaWRcIjpcIjE1MFwiLFwiSGVhZGVyU3R5bGVcIjp7XCIkaWRcIjpcIjE1MVwiLFwiVGV4dFN0eWxlXCI6e1wiJGlkXCI6XCIxNTJcIixcIkZvbnRTZXR0aW5nc1wiOntcIiRpZFwiOlwiMTUzXCIsXCJGb250U2l6ZVwiOjEyLFwiRm9udE5hbWVcIjpcIkNhbGlicmlcIixcIklzQm9sZFwiOmZhbHNlLFwiSXNJdGFsaWNcIjpmYWxzZSxcIklzVW5kZXJsaW5lZFwiOmZhbHNlfSxcIkZvcmVncm91bmRcIjp7XCIkaWRcIjpcIjE1NFwiLFwiQ29sb3JcIjp7XCIkaWRcIjpcIjE1NVwiLFwiQVwiOjI1NSxcIlJcIjowLFwiR1wiOjAsXCJCXCI6MH19LFwiSG9yaXpvbnRhbEFsaWdubWVudFwiOjAsXCJJc1Zpc2libGVcIjpmYWxzZX0sXCJSZWN0YW5nbGVTdHlsZVwiOntcIiRpZFwiOlwiMTU2XCIsXCJNYXJnaW5cIjp7XCIkaWRcIjpcIjE1N1wiLFwiVG9wXCI6MC4wLFwiTGVmdFwiOjAuMCxcIlJpZ2h0XCI6MC4wLFwiQm90dG9tXCI6MC4wfSxcIlBhZGRpbmdcIjp7XCIkaWRcIjpcIjE1OFwiLFwiVG9wXCI6MC4wLFwiTGVmdFwiOjAuMCxcIlJpZ2h0XCI6MC4wLFwiQm90dG9tXCI6MC4wfSxcIkJhY2tncm91bmRcIjp7XCIkaWRcIjpcIjE1OVwiLFwiQ29sb3JcIjp7XCIkaWRcIjpcIjE2MFwiLFwiQVwiOjYzLFwiUlwiOjIsXCJHXCI6MTc4LFwiQlwiOjIzOH19LFwiSXNWaXNpYmxlXCI6ZmFsc2UsXCJXaWR0aFwiOjAuMCxcIkhlaWdodFwiOjAuMCxcIkJvcmRlclN0eWxlXCI6e1wiJGlkXCI6XCIxNjFcIixcIkxpbmVTdHlsZVwiOntcIiRpZFwiOlwiMTYyXCIsXCJMaW5lQ29sb3JcIjp7XCIkaWRcIjpcIjE2M1wiLFwiQ29sb3JcIjp7XCIkaWRcIjpcIjE2NFwiLFwiQVwiOjI1NSxcIlJcIjoyNTUsXCJHXCI6MCxcIkJcIjowfX0sXCJMaW5lV2VpZ2h0XCI6MC4wLFwiTGluZVR5cGVcIjowfSxcIklzVmlzaWJsZVwiOmZhbHNlfX19LFwiQmFja2dyb3VuZFN0eWxlXCI6e1wiJGlkXCI6XCIxNjVcIixcIk1hcmdpblwiOntcIiRpZFwiOlwiMTY2XCIsXCJUb3BcIjowLjAsXCJMZWZ0XCI6MC4wLFwiUmlnaHRcIjowLjAsXCJCb3R0b21cIjowLjB9LFwiUGFkZGluZ1wiOntcIiRpZFwiOlwiMTY3XCIsXCJUb3BcIjowLjAsXCJMZWZ0XCI6MC4wLFwiUmlnaHRcIjowLjAsXCJCb3R0b21cIjowLjB9LFwiQmFja2dyb3VuZFwiOntcIiRpZFwiOlwiMTY4XCIsXCJDb2xvclwiOntcIiRpZFwiOlwiMTY5XCIsXCJBXCI6MzgsXCJSXCI6OTEsXCJHXCI6MTU1LFwiQlwiOjIxM319LFwiSXNWaXNpYmxlXCI6dHJ1ZSxcIldpZHRoXCI6MC4wLFwiSGVpZ2h0XCI6MC4wLFwiQm9yZGVyU3R5bGVcIjp7XCIkaWRcIjpcIjE3MFwiLFwiTGluZVN0eWxlXCI6e1wiJGlkXCI6XCIxNzFcIixcIkxpbmVDb2xvclwiOntcIiRpZFwiOlwiMTcyXCIsXCJDb2xvclwiOntcIiRpZFwiOlwiMTczXCIsXCJBXCI6MjU1LFwiUlwiOjIzNCxcIkdcIjoyMixcIkJcIjozMH19LFwiTGluZVdlaWdodFwiOjAuMCxcIkxpbmVUeXBlXCI6MH0sXCJJc1Zpc2libGVcIjpmYWxzZX19fSxcIkRlZmF1bHRTd2ltbGFuZU1pbGVzdG9uZVN0eWxlXCI6e1wiJGlkXCI6XCIxNzRcIixcIlRpdGxlUG9zaXRpb25cIjowLFwiRGF0ZVBvc2l0aW9uXCI6MCxcIlNoYXBlVHlwZVwiOjEzLFwiU2hhcGVTaXplXCI6MSxcIlNwYWNpbmdcIjo1LFwiU2hhcGVTdHlsZVwiOntcIiRpZFwiOlwiMTc1XCIsXCJNYXJnaW5cIjp7XCIkaWRcIjpcIjE3NlwiLFwiVG9wXCI6MC4wLFwiTGVmdFwiOjAuMCxcIlJpZ2h0XCI6MC4wLFwiQm90dG9tXCI6MC4wfSxcIlBhZGRpbmdcIjp7XCIkaWRcIjpcIjE3N1wiLFwiVG9wXCI6MC4wLFwiTGVmdFwiOjAuMCxcIlJpZ2h0XCI6MC4wLFwiQm90dG9tXCI6MC4wfSxcIkJhY2tncm91bmRcIjp7XCIkaWRcIjpcIjE3OFwiLFwiQ29sb3JcIjp7XCIkaWRcIjpcIjE3OVwiLFwiQVwiOjI1NSxcIlJcIjoyMzcsXCJHXCI6MTI1LFwiQlwiOjQ5fX0sXCJJc1Zpc2libGVcIjp0cnVlLFwiV2lkdGhcIjoxOC4wLFwiSGVpZ2h0XCI6MjAuMCxcIkJvcmRlclN0eWxlXCI6e1wiJGlkXCI6XCIxODBcIixcIkxpbmVTdHlsZVwiOntcIiRpZFwiOlwiMTgxXCIsXCJMaW5lQ29sb3JcIjp7XCIkaWRcIjpcIjE4MlwiLFwiQ29sb3JcIjp7XCIkaWRcIjpcIjE4M1wiLFwiQVwiOjI1NSxcIlJcIjoyMzQsXCJHXCI6MjIsXCJCXCI6MzB9fSxcIkxpbmVXZWlnaHRcIjoyLjAsXCJMaW5lVHlwZVwiOjB9LFwiSXNWaXNpYmxlXCI6ZmFsc2V9fSxcIlRpdGxlU3R5bGVcIjp7XCIkaWRcIjpcIjE4NFwiLFwiRm9udFNldHRpbmdzXCI6e1wiJGlkXCI6XCIxODVcIixcIkZvbnRTaXplXCI6MTAsXCJGb250TmFtZVwiOlwiTW9udHNlcnJhdFwiLFwiSXNCb2xkXCI6ZmFsc2UsXCJJc0l0YWxpY1wiOmZhbHNlLFwiSXNVbmRlcmxpbmVkXCI6ZmFsc2V9LFwiRm9yZWdyb3VuZFwiOntcIiRpZFwiOlwiMTg2XCIsXCJDb2xvclwiOntcIiRpZFwiOlwiMTg3XCIsXCJBXCI6MjU1LFwiUlwiOjAsXCJHXCI6MCxcIkJcIjowfX0sXCJIb3Jpem9udGFsQWxpZ25tZW50XCI6MixcIklzVmlzaWJsZVwiOnRydWV9LFwiRGF0ZVN0eWxlXCI6e1wiJGlkXCI6XCIxODhcIixcIkZvbnRTZXR0aW5nc1wiOntcIiRpZFwiOlwiMTg5XCIsXCJGb250U2l6ZVwiOjEwLFwiRm9udE5hbWVcIjpcIkNhbGlicmlcIixcIklzQm9sZFwiOmZhbHNlLFwiSXNJdGFsaWNcIjpmYWxzZSxcIklzVW5kZXJsaW5lZFwiOmZhbHNlfSxcIkZvcmVncm91bmRcIjp7XCIkaWRcIjpcIjE5MFwiLFwiQ29sb3JcIjp7XCIkaWRcIjpcIjE5MVwiLFwiQVwiOjI1NSxcIlJcIjo2OCxcIkdcIjo4NCxcIkJcIjoxMDZ9fSxcIkhvcml6b250YWxBbGlnbm1lbnRcIjoyLFwiSXNWaXNpYmxlXCI6ZmFsc2V9LFwiRGF0ZUZvcm1hdFwiOntcIiRpZFwiOlwiMT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5M1wiLFwiRm9ybWF0XCI6MCxcIklzVmlzaWJsZVwiOmZhbHNlLFwiTGFzdEtub3duVmlzaWJpbGl0eVN0YXRlXCI6ZmFsc2V9fSxcIkRlZmF1bHRTd2ltbGFuZVRhc2tTdHlsZVwiOntcIiRpZFwiOlwiMTk0XCIsXCJTaGFwZVwiOjgsXCJTaGFwZVRoaWNrbmVzc1wiOjEsXCJEdXJhdGlvbkZvcm1hdFwiOjAsXCJQZXJjZW50YWdlQ29tcGxldGVUZXh0U3R5bGVcIjp7XCIkaWRcIjpcIjE5NVwiLFwiRm9udFNldHRpbmdzXCI6e1wiJGlkXCI6XCIxOTZcIixcIkZvbnRTaXplXCI6MTAsXCJGb250TmFtZVwiOlwiQ2FsaWJyaVwiLFwiSXNCb2xkXCI6ZmFsc2UsXCJJc0l0YWxpY1wiOmZhbHNlLFwiSXNVbmRlcmxpbmVkXCI6ZmFsc2V9LFwiRm9yZWdyb3VuZFwiOntcIiRpZFwiOlwiMTk3XCIsXCJDb2xvclwiOntcIiRpZFwiOlwiMTk4XCIsXCJBXCI6MjU1LFwiUlwiOjIzNyxcIkdcIjoxMjUsXCJCXCI6NDl9fSxcIkhvcml6b250YWxBbGlnbm1lbnRcIjowLFwiSXNWaXNpYmxlXCI6ZmFsc2V9LFwiUGVyY2VudGFnZUNvbXBsZXRlSGlnaGxpZ2h0U3R5bGVcIjp7XCIkaWRcIjpcIjE5OVwiLFwiQmFja2dyb3VuZFwiOntcIiRpZFwiOlwiMjAwXCIsXCJDb2xvclwiOntcIiRpZFwiOlwiMjAxXCIsXCJBXCI6ODksXCJSXCI6MCxcIkdcIjowLFwiQlwiOjB9fX0sXCJEdXJhdGlvblN0eWxlXCI6e1wiJGlkXCI6XCIyMDJcIixcIkZvbnRTZXR0aW5nc1wiOntcIiRpZFwiOlwiMjAzXCIsXCJGb250U2l6ZVwiOjEwLFwiRm9udE5hbWVcIjpcIkNhbGlicmlcIixcIklzQm9sZFwiOmZhbHNlLFwiSXNJdGFsaWNcIjpmYWxzZSxcIklzVW5kZXJsaW5lZFwiOmZhbHNlfSxcIkZvcmVncm91bmRcIjp7XCIkaWRcIjpcIjIwNFwiLFwiQ29sb3JcIjp7XCIkaWRcIjpcIjIwNVwiLFwiQVwiOjI1NSxcIlJcIjoyMzcsXCJHXCI6MTI1LFwiQlwiOjQ5fX0sXCJIb3Jpem9udGFsQWxpZ25tZW50XCI6MCxcIklzVmlzaWJsZVwiOmZhbHNlfSxcIk1hcmdpblwiOntcIiRpZFwiOlwiMjA2XCIsXCJUb3BcIjowLjAsXCJMZWZ0XCI6MC4wLFwiUmlnaHRcIjowLjAsXCJCb3R0b21cIjowLjB9LFwiU3RhcnREYXRlUG9zaXRpb25cIjozLFwiRW5kRGF0ZVBvc2l0aW9uXCI6NCxcIlRpdGxlUG9zaXRpb25cIjoyLFwiRHVyYXRpb25Qb3NpdGlvblwiOjAsXCJQZXJjZW50YWdlQ29tcGxldGVkUG9zaXRpb25cIjowLFwiU3BhY2luZ1wiOjUsXCJTaGFwZVN0eWxlXCI6e1wiJGlkXCI6XCIyMDdcIixcIk1hcmdpblwiOntcIiRpZFwiOlwiMjA4XCIsXCJUb3BcIjowLjAsXCJMZWZ0XCI6NC4wLFwiUmlnaHRcIjo0LjAsXCJCb3R0b21cIjowLjB9LFwiUGFkZGluZ1wiOntcIiRpZFwiOlwiMjA5XCIsXCJUb3BcIjowLjAsXCJMZWZ0XCI6MC4wLFwiUmlnaHRcIjowLjAsXCJCb3R0b21cIjowLjB9LFwiQmFja2dyb3VuZFwiOntcIiRpZFwiOlwiMjEwXCIsXCJDb2xvclwiOntcIiRpZFwiOlwiMjExXCIsXCJBXCI6MjU1LFwiUlwiOjIsXCJHXCI6MTc4LFwiQlwiOjIzOH19LFwiSXNWaXNpYmxlXCI6dHJ1ZSxcIldpZHRoXCI6MC4wLFwiSGVpZ2h0XCI6MTYuMCxcIkJvcmRlclN0eWxlXCI6e1wiJGlkXCI6XCIyMTJcIixcIkxpbmVTdHlsZVwiOntcIiRpZFwiOlwiMjEzXCIsXCJMaW5lQ29sb3JcIjp7XCIkaWRcIjpcIjIxNFwiLFwiQ29sb3JcIjp7XCIkaWRcIjpcIjIxNVwiLFwiQVwiOjI1NSxcIlJcIjoyMzQsXCJHXCI6MjIsXCJCXCI6MzB9fSxcIkxpbmVXZWlnaHRcIjoyLjAsXCJMaW5lVHlwZVwiOjB9LFwiSXNWaXNpYmxlXCI6ZmFsc2V9fSxcIlRpdGxlU3R5bGVcIjp7XCIkaWRcIjpcIjIxNlwiLFwiRm9udFNldHRpbmdzXCI6e1wiJGlkXCI6XCIyMTdcIixcIkZvbnRTaXplXCI6MTEsXCJGb250TmFtZVwiOlwiQ2FsaWJyaVwiLFwiSXNCb2xkXCI6dHJ1ZSxcIklzSXRhbGljXCI6ZmFsc2UsXCJJc1VuZGVybGluZWRcIjpmYWxzZX0sXCJGb3JlZ3JvdW5kXCI6e1wiJGlkXCI6XCIyMThcIixcIkNvbG9yXCI6e1wiJGlkXCI6XCIyMTlcIixcIkFcIjoyNTUsXCJSXCI6MCxcIkdcIjowLFwiQlwiOjB9fSxcIkhvcml6b250YWxBbGlnbm1lbnRcIjoxLFwiSXNWaXNpYmxlXCI6dHJ1ZX0sXCJEYXRl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Y4LFwiR1wiOjg0LFwiQlwiOjEwNn19LFwiSG9yaXpvbnRhbEFsaWdubWVudFwiOjEsXCJJc1Zpc2libGVcIjp0cnVlfSxcIkRhdGVGb3JtYXRcIjp7XCIkaWRcIjpcIjI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jVcIixcIkZvcm1hdFwiOjAsXCJJc1Zpc2libGVcIjpmYWxzZSxcIkxhc3RLbm93blZpc2liaWxpdHlTdGF0ZVwiOmZhbHNlfX0sXCJEZWZhdWx0U3dpbWxhbmVNb3RTdHlsZVwiOntcIiRpZFwiOlwiMjI2XCIsXCJTaGFwZVwiOjksXCJTaGFwZVNpemVcIjoxLFwiRGV0YWlsc1NwYWNpbmdcIjowLjAsXCJQYWRkaW5nXCI6e1wiJGlkXCI6XCIyMjdcIixcIlRvcFwiOjUuMCxcIkxlZnRcIjozLjAsXCJSaWdodFwiOjAuMCxcIkJvdHRvbVwiOjIuMH0sXCJQb3NpdGlvbk9uVGFza1wiOjEsXCJTaGFwZVN0eWxlXCI6e1wiJGlkXCI6XCIyMjhcIixcIk1hcmdpblwiOntcIiRpZFwiOlwiMjI5XCIsXCJUb3BcIjowLjAsXCJMZWZ0XCI6MC4wLFwiUmlnaHRcIjowLjAsXCJCb3R0b21cIjowLjB9LFwiUGFkZGluZ1wiOntcIiRpZFwiOlwiMjMwXCIsXCJUb3BcIjowLjAsXCJMZWZ0XCI6MC4wLFwiUmlnaHRcIjowLjAsXCJCb3R0b21cIjowLjB9LFwiQmFja2dyb3VuZFwiOntcIiRpZFwiOlwiMjMxXCIsXCJDb2xvclwiOntcIiRpZFwiOlwiMjMyXCIsXCJBXCI6MjU1LFwiUlwiOjIsXCJHXCI6MTc4LFwiQlwiOjIzOH19LFwiSXNWaXNpYmxlXCI6dHJ1ZSxcIldpZHRoXCI6MTguMCxcIkhlaWdodFwiOjIwLjAsXCJCb3JkZXJTdHlsZVwiOntcIiRpZFwiOlwiMjMzXCIsXCJMaW5lU3R5bGVcIjp7XCIkaWRcIjpcIjIzNFwiLFwiTGluZUNvbG9yXCI6e1wiJGlkXCI6XCIyMzVcIixcIkNvbG9yXCI6e1wiJGlkXCI6XCIyMzZcIixcIkFcIjoyNTUsXCJSXCI6MjM0LFwiR1wiOjIyLFwiQlwiOjMwfX0sXCJMaW5lV2VpZ2h0XCI6MC4wLFwiTGluZVR5cGVcIjowfSxcIklzVmlzaWJsZVwiOmZhbHNlfX0sXCJUaXRsZVN0eWxlXCI6e1wiJGlkXCI6XCIyMzdcIixcIkZvbnRTZXR0aW5nc1wiOntcIiRpZFwiOlwiMjM4XCIsXCJGb250U2l6ZVwiOjExLFwiRm9udE5hbWVcIjpcIkNhbGlicmlcIixcIklzQm9sZFwiOnRydWUsXCJJc0l0YWxpY1wiOmZhbHNlLFwiSXNVbmRlcmxpbmVkXCI6ZmFsc2V9LFwiRm9yZWdyb3VuZFwiOntcIiRpZFwiOlwiMjM5XCIsXCJDb2xvclwiOntcIiRpZFwiOlwiMjQwXCIsXCJBXCI6MjU1LFwiUlwiOjAsXCJHXCI6MCxcIkJcIjowfX0sXCJIb3Jpem9udGFsQWxpZ25tZW50XCI6MSxcIklzVmlzaWJsZVwiOnRydWV9LFwiRGF0ZVN0eWxlXCI6e1wiJGlkXCI6XCIyNDFcIixcIkZvbnRTZXR0aW5nc1wiOntcIiRpZFwiOlwiMjQyXCIsXCJGb250U2l6ZVwiOjEwLFwiRm9udE5hbWVcIjpcIkNhbGlicmlcIixcIklzQm9sZFwiOmZhbHNlLFwiSXNJdGFsaWNcIjpmYWxzZSxcIklzVW5kZXJsaW5lZFwiOmZhbHNlfSxcIkZvcmVncm91bmRcIjp7XCIkaWRcIjpcIjI0M1wiLFwiQ29sb3JcIjp7XCIkaWRcIjpcIjI0NFwiLFwiQVwiOjI1NSxcIlJcIjo2OCxcIkdcIjo4NCxcIkJcIjoxMDZ9fSxcIkhvcml6b250YWxBbGlnbm1lbnRcIjowLFwiSXNWaXNpYmxlXCI6dHJ1ZX0sXCJEYXRlRm9ybWF0XCI6e1wiJGlkXCI6XCIy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2XCIsXCJGb3JtYXRcIjowLFwiSXNWaXNpYmxlXCI6ZmFsc2UsXCJMYXN0S25vd25WaXNpYmlsaXR5U3RhdGVcIjpmYWxzZX19fSxcIl9hZGRpdGlvbmFsU3dpbWxhbmVWMlN0eWxlc1wiOlt7XCIkaWRcIjpcIjI0N1wiLFwiU3R5bGVJZFwiOlwiN2I3MzMxZjgtNjJhNi00ZjRlLWE1YTMtMTYzYzRiMWQxYjFjXCIsXCJOYW1lXCI6XCJTd2ltbGFuZSBTdHlsZSAyXCIsXCJIZWFkZXJTdHlsZVwiOntcIiRpZFwiOlwiMjQ4XCIsXCJUZXh0U3R5bGVcIjp7XCIkaWRcIjpcIjI0OVwiLFwiRm9udFNldHRpbmdzXCI6e1wiJGlkXCI6XCIyNTBcIixcIkZvbnRTaXplXCI6MTAsXCJGb250TmFtZVwiOlwiTW9udHNlcnJhdFwiLFwiSXNCb2xkXCI6ZmFsc2UsXCJJc0l0YWxpY1wiOmZhbHNlLFwiSXNVbmRlcmxpbmVkXCI6ZmFsc2V9LFwiRm9yZWdyb3VuZFwiOntcIiRpZFwiOlwiMjUxXCIsXCJDb2xvclwiOntcIiRpZFwiOlwiMjUyXCIsXCJBXCI6MjU1LFwiUlwiOjYwLFwiR1wiOjU0LFwiQlwiOjQ5fX0sXCJIb3Jpem9udGFsQWxpZ25tZW50XCI6MCxcIklzVmlzaWJsZVwiOmZhbHNlfSxcIlJlY3RhbmdsZVN0eWxlXCI6e1wiJGlkXCI6XCIyNTNcIixcIk1hcmdpblwiOntcIiRpZFwiOlwiMjU0XCIsXCJUb3BcIjowLjAsXCJMZWZ0XCI6MC4wLFwiUmlnaHRcIjowLjAsXCJCb3R0b21cIjowLjB9LFwiUGFkZGluZ1wiOntcIiRpZFwiOlwiMjU1XCIsXCJUb3BcIjowLjAsXCJMZWZ0XCI6MC4wLFwiUmlnaHRcIjowLjAsXCJCb3R0b21cIjowLjB9LFwiQmFja2dyb3VuZFwiOntcIiRpZFwiOlwiMjU2XCIsXCJDb2xvclwiOntcIiRpZFwiOlwiMjU3XCIsXCJBXCI6MjU1LFwiUlwiOjIzNyxcIkdcIjoxMjUsXCJCXCI6NDl9fSxcIklzVmlzaWJsZVwiOnRydWUsXCJXaWR0aFwiOjAuMCxcIkhlaWdodFwiOjAuMCxcIkJvcmRlclN0eWxlXCI6e1wiJGlkXCI6XCIyNThcIixcIkxpbmVTdHlsZVwiOntcIiRpZFwiOlwiMjU5XCIsXCJMaW5lQ29sb3JcIjp7XCIkaWRcIjpcIjI2MFwiLFwiQ29sb3JcIjp7XCIkaWRcIjpcIjI2MVwiLFwiQVwiOjI1NSxcIlJcIjo2MCxcIkdcIjo1NCxcIkJcIjo0OX19LFwiTGluZVdlaWdodFwiOjAuMCxcIkxpbmVUeXBlXCI6MH0sXCJJc1Zpc2libGVcIjpmYWxzZX19fSxcIkJhY2tncm91bmRTdHlsZVwiOntcIiRpZFwiOlwiMjYyXCIsXCJNYXJnaW5cIjp7XCIkaWRcIjpcIjI2M1wiLFwiVG9wXCI6MC4wLFwiTGVmdFwiOjAuMCxcIlJpZ2h0XCI6MC4wLFwiQm90dG9tXCI6MC4wfSxcIlBhZGRpbmdcIjp7XCIkaWRcIjpcIjI2NFwiLFwiVG9wXCI6MC4wLFwiTGVmdFwiOjAuMCxcIlJpZ2h0XCI6MC4wLFwiQm90dG9tXCI6MC4wfSxcIkJhY2tncm91bmRcIjp7XCIkaWRcIjpcIjI2NVwiLFwiQ29sb3JcIjp7XCIkaWRcIjpcIjI2NlwiLFwiQVwiOjM4LFwiUlwiOjIzNyxcIkdcIjoxMjUsXCJCXCI6NDl9fSxcIklzVmlzaWJsZVwiOnRydWUsXCJXaWR0aFwiOjAuMCxcIkhlaWdodFwiOjAuMCxcIkJvcmRlclN0eWxlXCI6e1wiJGlkXCI6XCIyNjdcIixcIkxpbmVTdHlsZVwiOntcIiRpZFwiOlwiMjY4XCIsXCJMaW5lQ29sb3JcIjp7XCIkaWRcIjpcIjI2OVwiLFwiQ29sb3JcIjp7XCIkaWRcIjpcIjI3MFwiLFwiQVwiOjI1NSxcIlJcIjoyMzQsXCJHXCI6MjIsXCJCXCI6MzB9fSxcIkxpbmVXZWlnaHRcIjowLjAsXCJMaW5lVHlwZVwiOjB9LFwiSXNWaXNpYmxlXCI6ZmFsc2V9fSxcIklzQWJvdmVUaW1lYmFuZFwiOmZhbHNlLFwiU3BhY2luZ1wiOjIsXCJEZWZhdWx0U3dpbWxhbmVBY3Rpdml0eVN0eWxlXCI6e1wiJGlkXCI6XCIyNzFcIixcIkhlYWRlclN0eWxlXCI6e1wiJGlkXCI6XCIyNzJcIixcIlRleHRTdHlsZVwiOntcIiRpZFwiOlwiMjczXCIsXCJGb250U2V0dGluZ3NcIjp7XCIkaWRcIjpcIjI3NFwiLFwiRm9udFNpemVcIjoxMSxcIkZvbnROYW1lXCI6XCJDYWxpYnJpXCIsXCJJc0JvbGRcIjpmYWxzZSxcIklzSXRhbGljXCI6ZmFsc2UsXCJJc1VuZGVybGluZWRcIjpmYWxzZX0sXCJGb3JlZ3JvdW5kXCI6e1wiJGlkXCI6XCIyNzVcIixcIkNvbG9yXCI6e1wiJGlkXCI6XCIyNzZcIixcIkFcIjoyNTUsXCJSXCI6MCxcIkdcIjowLFwiQlwiOjB9fSxcIkhvcml6b250YWxBbGlnbm1lbnRcIjowLFwiSXNWaXNpYmxlXCI6dHJ1ZX0sXCJSZWN0YW5nbGVTdHlsZVwiOntcIiRpZFwiOlwiMjc3XCIsXCJNYXJnaW5cIjp7XCIkaWRcIjpcIjI3OFwiLFwiVG9wXCI6MC4wLFwiTGVmdFwiOjAuMCxcIlJpZ2h0XCI6MC4wLFwiQm90dG9tXCI6MC4wfSxcIlBhZGRpbmdcIjp7XCIkaWRcIjpcIjI3OVwiLFwiVG9wXCI6MC4wLFwiTGVmdFwiOjAuMCxcIlJpZ2h0XCI6MC4wLFwiQm90dG9tXCI6MC4wfSxcIkJhY2tncm91bmRcIjp7XCIkaWRcIjpcIjI4MFwiLFwiQ29sb3JcIjp7XCIkaWRcIjpcIjI4MVwiLFwiQVwiOjYzLFwiUlwiOjIzNyxcIkdcIjoxMjUsXCJCXCI6NDl9fSxcIklzVmlzaWJsZVwiOnRydWUsXCJXaWR0aFwiOjAuMCxcIkhlaWdodFwiOjAuMCxcIkJvcmRlclN0eWxlXCI6e1wiJGlkXCI6XCIyODJcIixcIkxpbmVTdHlsZVwiOntcIiRpZFwiOlwiMjgzXCIsXCJMaW5lQ29sb3JcIjp7XCIkaWRcIjpcIjI4NFwiLFwiQ29sb3JcIjp7XCIkaWRcIjpcIjI4NVwiLFwiQVwiOjI1NSxcIlJcIjoyNTUsXCJHXCI6MCxcIkJcIjowfX0sXCJMaW5lV2VpZ2h0XCI6MC4wLFwiTGluZVR5cGVcIjowfSxcIklzVmlzaWJsZVwiOmZhbHNlfX19LFwiQmFja2dyb3VuZFN0eWxlXCI6e1wiJGlkXCI6XCIyODZcIixcIk1hcmdpblwiOntcIiRpZFwiOlwiMjg3XCIsXCJUb3BcIjowLjAsXCJMZWZ0XCI6MC4wLFwiUmlnaHRcIjowLjAsXCJCb3R0b21cIjowLjB9LFwiUGFkZGluZ1wiOntcIiRpZFwiOlwiMjg4XCIsXCJUb3BcIjowLjAsXCJMZWZ0XCI6MC4wLFwiUmlnaHRcIjowLjAsXCJCb3R0b21cIjowLjB9LFwiQmFja2dyb3VuZFwiOntcIiRpZFwiOlwiMjg5XCIsXCJDb2xvclwiOntcIiRpZFwiOlwiMjkwXCIsXCJBXCI6MzgsXCJSXCI6MjM3LFwiR1wiOjEyNSxcIkJcIjo0OX19LFwiSXNWaXNpYmxlXCI6dHJ1ZSxcIldpZHRoXCI6MC4wLFwiSGVpZ2h0XCI6MC4wLFwiQm9yZGVyU3R5bGVcIjp7XCIkaWRcIjpcIjI5MVwiLFwiTGluZVN0eWxlXCI6e1wiJGlkXCI6XCIyOTJcIixcIkxpbmVDb2xvclwiOntcIiRpZFwiOlwiMjkzXCIsXCJDb2xvclwiOntcIiRpZFwiOlwiMjk0XCIsXCJBXCI6MjU1LFwiUlwiOjIzNCxcIkdcIjoyMixcIkJcIjozMH19LFwiTGluZVdlaWdodFwiOjAuMCxcIkxpbmVUeXBlXCI6MH0sXCJJc1Zpc2libGVcIjpmYWxzZX19fSxcIkRlZmF1bHRTd2ltbGFuZU1pbGVzdG9uZVN0eWxlXCI6e1wiJGlkXCI6XCIyOTVcIixcIlRpdGxlUG9zaXRpb25cIjoxLFwiRGF0ZVBvc2l0aW9uXCI6MCxcIlNoYXBlVHlwZVwiOjE3LFwiU2hhcGVTaXplXCI6MCxcIlNwYWNpbmdcIjo1LFwiU2hhcGVTdHlsZVwiOntcIiRpZFwiOlwiMjk2XCIsXCJNYXJnaW5cIjp7XCIkaWRcIjpcIjI5N1wiLFwiVG9wXCI6MC4wLFwiTGVmdFwiOjAuMCxcIlJpZ2h0XCI6MC4wLFwiQm90dG9tXCI6MC4wfSxcIlBhZGRpbmdcIjp7XCIkaWRcIjpcIjI5OFwiLFwiVG9wXCI6MC4wLFwiTGVmdFwiOjAuMCxcIlJpZ2h0XCI6MC4wLFwiQm90dG9tXCI6MC4wfSxcIkJhY2tncm91bmRcIjp7XCIkaWRcIjpcIjI5OVwiLFwiQ29sb3JcIjp7XCIkaWRcIjpcIjMwMFwiLFwiQVwiOjI1NSxcIlJcIjo5MSxcIkdcIjoxNTUsXCJCXCI6MjEzfX0sXCJJc1Zpc2libGVcIjp0cnVlLFwiV2lkdGhcIjoxNC4wLFwiSGVpZ2h0XCI6MTQuMCxcIkJvcmRlclN0eWxlXCI6e1wiJGlkXCI6XCIzMDFcIixcIkxpbmVTdHlsZVwiOntcIiRpZFwiOlwiMzAyXCIsXCJMaW5lQ29sb3JcIjp7XCIkaWRcIjpcIjMwM1wiLFwiQ29sb3JcIjp7XCIkaWRcIjpcIjMwNFwiLFwiQVwiOjI1NSxcIlJcIjoyMzQsXCJHXCI6MjIsXCJCXCI6MzB9fSxcIkxpbmVXZWlnaHRcIjoyLjAsXCJMaW5lVHlwZVwiOjB9LFwiSXNWaXNpYmxlXCI6ZmFsc2V9fSxcIlRpdGxlU3R5bGVcIjp7XCIkaWRcIjpcIjMwNVwiLFwiRm9udFNldHRpbmdzXCI6e1wiJGlkXCI6XCIzMDZcIixcIkZvbnRTaXplXCI6MTAsXCJGb250TmFtZVwiOlwiTW9udHNlcnJhdFwiLFwiSXNCb2xkXCI6ZmFsc2UsXCJJc0l0YWxpY1wiOmZhbHNlLFwiSXNVbmRlcmxpbmVkXCI6ZmFsc2V9LFwiRm9yZWdyb3VuZFwiOntcIiRpZFwiOlwiMzA3XCIsXCJDb2xvclwiOntcIiRpZFwiOlwiMzA4XCIsXCJBXCI6MjU1LFwiUlwiOjAsXCJHXCI6MCxcIkJcIjowfX0sXCJIb3Jpem9udGFsQWxpZ25tZW50XCI6MCxcIklzVmlzaWJsZVwiOnRydWV9LFwiRGF0ZVN0eWxlXCI6e1wiJGlkXCI6XCIzMDlcIixcIkZvbnRTZXR0aW5nc1wiOntcIiRpZFwiOlwiMzEwXCIsXCJGb250U2l6ZVwiOjEwLFwiRm9udE5hbWVcIjpcIkNhbGlicmlcIixcIklzQm9sZFwiOmZhbHNlLFwiSXNJdGFsaWNcIjpmYWxzZSxcIklzVW5kZXJsaW5lZFwiOmZhbHNlfSxcIkZvcmVncm91bmRcIjp7XCIkaWRcIjpcIjMxMVwiLFwiQ29sb3JcIjp7XCIkaWRcIjpcIjMxMlwiLFwiQVwiOjI1NSxcIlJcIjo2OCxcIkdcIjo4NCxcIkJcIjoxMDZ9fSxcIkhvcml6b250YWxBbGlnbm1lbnRcIjoyLFwiSXNWaXNpYmxlXCI6ZmFsc2V9LFwiRGF0ZUZvcm1hdFwiOntcIiRpZFwiOlwiMzEzXCIsXCJGb3JtYXRTdHJpbmdcIjpcIk1NTSBkXCIsXCJTZXBhcmF0b3JcIjpcIi9cIixcIlVzZUludGVybmF0aW9uYWxEYXRlRm9ybWF0XCI6ZmFsc2UsXCJEYXRlSXNWaXNpYmxlXCI6ZmFsc2UsXCJUaW1lSXNWaXNpYmxlXCI6ZmFsc2UsXCJIb3VyRGlnaXRzXCI6MSxcIkFtUG1EZXNpZ25hdG9yXCI6MixcIlRyaW0wME1pbnV0ZXNcIjpmYWxzZX0sXCJXZWVrTnVtYmVyaW5nXCI6e1wiJGlkXCI6XCIzMTRcIixcIkZvcm1hdFwiOjAsXCJJc1Zpc2libGVcIjpmYWxzZSxcIkxhc3RLbm93blZpc2liaWxpdHlTdGF0ZVwiOmZhbHNlfX0sXCJEZWZhdWx0U3dpbWxhbmVUYXNrU3R5bGVcIjp7XCIkaWRcIjpcIjMxNVwiLFwiU2hhcGVcIjo4LFwiU2hhcGVUaGlja25lc3NcIjoxLFwiRHVyYXRpb25Gb3JtYXRcIjowLFwiUGVyY2VudGFnZUNvbXBsZXRlVGV4dFN0eWxlXCI6e1wiJGlkXCI6XCIzMTZcIixcIkZvbnRTZXR0aW5nc1wiOntcIiRpZFwiOlwiMzE3XCIsXCJGb250U2l6ZVwiOjEwLFwiRm9udE5hbWVcIjpcIkNhbGlicmlcIixcIklzQm9sZFwiOmZhbHNlLFwiSXNJdGFsaWNcIjpmYWxzZSxcIklzVW5kZXJsaW5lZFwiOmZhbHNlfSxcIkZvcmVncm91bmRcIjp7XCIkaWRcIjpcIjMxOFwiLFwiQ29sb3JcIjp7XCIkaWRcIjpcIjMxOVwiLFwiQVwiOjI1NSxcIlJcIjoyMzcsXCJHXCI6MTI1LFwiQlwiOjQ5fX0sXCJIb3Jpem9udGFsQWxpZ25tZW50XCI6MCxcIklzVmlzaWJsZVwiOmZhbHNlfSxcIlBlcmNlbnRhZ2VDb21wbGV0ZUhpZ2hsaWdodFN0eWxlXCI6e1wiJGlkXCI6XCIzMjBcIixcIkJhY2tncm91bmRcIjp7XCIkaWRcIjpcIjMyMVwiLFwiQ29sb3JcIjp7XCIkaWRcIjpcIjMyMlwiLFwiQVwiOjg5LFwiUlwiOjAsXCJHXCI6MCxcIkJcIjowfX19LFwiRHVyYXRpb25TdHlsZVwiOntcIiRpZFwiOlwiMzIzXCIsXCJGb250U2V0dGluZ3NcIjp7XCIkaWRcIjpcIjMyNFwiLFwiRm9udFNpemVcIjoxMCxcIkZvbnROYW1lXCI6XCJDYWxpYnJpXCIsXCJJc0JvbGRcIjpmYWxzZSxcIklzSXRhbGljXCI6ZmFsc2UsXCJJc1VuZGVybGluZWRcIjpmYWxzZX0sXCJGb3JlZ3JvdW5kXCI6e1wiJGlkXCI6XCIzMjVcIixcIkNvbG9yXCI6e1wiJGlkXCI6XCIzMjZcIixcIkFcIjoyNTUsXCJSXCI6MjM3LFwiR1wiOjEyNSxcIkJcIjo0OX19LFwiSG9yaXpvbnRhbEFsaWdubWVudFwiOjAsXCJJc1Zpc2libGVcIjpmYWxzZX0sXCJNYXJnaW5cIjp7XCIkaWRcIjpcIjMyN1wiLFwiVG9wXCI6MC4wLFwiTGVmdFwiOjAuMCxcIlJpZ2h0XCI6MC4wLFwiQm90dG9tXCI6MC4wfSxcIlN0YXJ0RGF0ZVBvc2l0aW9uXCI6MyxcIkVuZERhdGVQb3NpdGlvblwiOjQsXCJUaXRsZVBvc2l0aW9uXCI6MixcIkR1cmF0aW9uUG9zaXRpb25cIjowLFwiUGVyY2VudGFnZUNvbXBsZXRlZFBvc2l0aW9uXCI6MCxcIlNwYWNpbmdcIjo1LFwiU2hhcGVTdHlsZVwiOntcIiRpZFwiOlwiMzI4XCIsXCJNYXJnaW5cIjp7XCIkaWRcIjpcIjMyOVwiLFwiVG9wXCI6MC4wLFwiTGVmdFwiOjQuMCxcIlJpZ2h0XCI6NC4wLFwiQm90dG9tXCI6MC4wfSxcIlBhZGRpbmdcIjp7XCIkaWRcIjpcIjMzMFwiLFwiVG9wXCI6MC4wLFwiTGVmdFwiOjAuMCxcIlJpZ2h0XCI6MC4wLFwiQm90dG9tXCI6MC4wfSxcIkJhY2tncm91bmRcIjp7XCIkaWRcIjpcIjMzMVwiLFwiQ29sb3JcIjp7XCIkaWRcIjpcIjMzMlwiLFwiQVwiOjI1NSxcIlJcIjoyMzcsXCJHXCI6MTI1LFwiQlwiOjQ5fX0sXCJJc1Zpc2libGVcIjp0cnVlLFwiV2lkdGhcIjowLjAsXCJIZWlnaHRcIjoxNi4wLFwiQm9yZGVyU3R5bGVcIjp7XCIkaWRcIjpcIjMzM1wiLFwiTGluZVN0eWxlXCI6e1wiJGlkXCI6XCIzMzRcIixcIkxpbmVDb2xvclwiOntcIiRpZFwiOlwiMzM1XCIsXCJDb2xvclwiOntcIiRpZFwiOlwiMzM2XCIsXCJBXCI6MjU1LFwiUlwiOjIzNCxcIkdcIjoyMixcIkJcIjozMH19LFwiTGluZVdlaWdodFwiOjIuMCxcIkxpbmVUeXBlXCI6MH0sXCJJc1Zpc2libGVcIjpmYWxzZX19LFwiVGl0bGVTdHlsZVwiOntcIiRpZFwiOlwiMzM3XCIsXCJGb250U2V0dGluZ3NcIjp7XCIkaWRcIjpcIjMzOFwiLFwiRm9udFNpemVcIjoxMSxcIkZvbnROYW1lXCI6XCJDYWxpYnJpXCIsXCJJc0JvbGRcIjp0cnVlLFwiSXNJdGFsaWNcIjpmYWxzZSxcIklzVW5kZXJsaW5lZFwiOmZhbHNlfSxcIkZvcmVncm91bmRcIjp7XCIkaWRcIjpcIjMzOVwiLFwiQ29sb3JcIjp7XCIkaWRcIjpcIjM0MFwiLFwiQVwiOjI1NSxcIlJcIjowLFwiR1wiOjAsXCJCXCI6MH19LFwiSG9yaXpvbnRhbEFsaWdubWVudFwiOjEsXCJJc1Zpc2libGVcIjp0cnVlfSxcIkRhdGVTdHlsZVwiOntcIiRpZFwiOlwiMzQxXCIsXCJGb250U2V0dGluZ3NcIjp7XCIkaWRcIjpcIjM0MlwiLFwiRm9udFNpemVcIjoxMCxcIkZvbnROYW1lXCI6XCJDYWxpYnJpXCIsXCJJc0JvbGRcIjpmYWxzZSxcIklzSXRhbGljXCI6ZmFsc2UsXCJJc1VuZGVybGluZWRcIjpmYWxzZX0sXCJGb3JlZ3JvdW5kXCI6e1wiJGlkXCI6XCIzNDNcIixcIkNvbG9yXCI6e1wiJGlkXCI6XCIzNDRcIixcIkFcIjoyNTUsXCJSXCI6NjgsXCJHXCI6ODQsXCJCXCI6MTA2fX0sXCJIb3Jpem9udGFsQWxpZ25tZW50XCI6MSxcIklzVmlzaWJsZVwiOnRydWV9LFwiRGF0ZUZvcm1hdFwiOntcIiRpZFwiOlwiMz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0NlwiLFwiRm9ybWF0XCI6MCxcIklzVmlzaWJsZVwiOmZhbHNlLFwiTGFzdEtub3duVmlzaWJpbGl0eVN0YXRlXCI6ZmFsc2V9fSxcIkRlZmF1bHRTd2ltbGFuZU1vdFN0eWxlXCI6e1wiJGlkXCI6XCIzNDdcIixcIlNoYXBlXCI6OSxcIlNoYXBlU2l6ZVwiOjEsXCJEZXRhaWxzU3BhY2luZ1wiOjAuMCxcIlBhZGRpbmdcIjp7XCIkaWRcIjpcIjM0OFwiLFwiVG9wXCI6NS4wLFwiTGVmdFwiOjMuMCxcIlJpZ2h0XCI6MC4wLFwiQm90dG9tXCI6Mi4wfSxcIlBvc2l0aW9uT25UYXNrXCI6MSxcIlNoYXBlU3R5bGVcIjp7XCIkaWRcIjpcIjM0OVwiLFwiTWFyZ2luXCI6e1wiJGlkXCI6XCIzNTBcIixcIlRvcFwiOjAuMCxcIkxlZnRcIjowLjAsXCJSaWdodFwiOjAuMCxcIkJvdHRvbVwiOjAuMH0sXCJQYWRkaW5nXCI6e1wiJGlkXCI6XCIzNTFcIixcIlRvcFwiOjAuMCxcIkxlZnRcIjowLjAsXCJSaWdodFwiOjAuMCxcIkJvdHRvbVwiOjAuMH0sXCJCYWNrZ3JvdW5kXCI6e1wiJGlkXCI6XCIzNTJcIixcIkNvbG9yXCI6e1wiJGlkXCI6XCIzNTNcIixcIkFcIjoyNTUsXCJSXCI6MjM3LFwiR1wiOjEyNSxcIkJcIjo0OX19LFwiSXNWaXNpYmxlXCI6dHJ1ZSxcIldpZHRoXCI6MTguMCxcIkhlaWdodFwiOjIwLjAsXCJCb3JkZXJTdHlsZVwiOntcIiRpZFwiOlwiMzU0XCIsXCJMaW5lU3R5bGVcIjp7XCIkaWRcIjpcIjM1NVwiLFwiTGluZUNvbG9yXCI6e1wiJGlkXCI6XCIzNTZcIixcIkNvbG9yXCI6e1wiJGlkXCI6XCIzNTdcIixcIkFcIjoyNTUsXCJSXCI6MjM0LFwiR1wiOjIyLFwiQlwiOjMwfX0sXCJMaW5lV2VpZ2h0XCI6MC4wLFwiTGluZVR5cGVcIjowfSxcIklzVmlzaWJsZVwiOmZhbHNlfX0sXCJUaXRsZVN0eWxlXCI6e1wiJGlkXCI6XCIzNThcIixcIkZvbnRTZXR0aW5nc1wiOntcIiRpZFwiOlwiMzU5XCIsXCJGb250U2l6ZVwiOjExLFwiRm9udE5hbWVcIjpcIkNhbGlicmlcIixcIklzQm9sZFwiOnRydWUsXCJJc0l0YWxpY1wiOmZhbHNlLFwiSXNVbmRlcmxpbmVkXCI6ZmFsc2V9LFwiRm9yZWdyb3VuZFwiOntcIiRpZFwiOlwiMzYwXCIsXCJDb2xvclwiOntcIiRpZFwiOlwiMzYxXCIsXCJBXCI6MjU1LFwiUlwiOjAsXCJHXCI6MCxcIkJcIjowfX0sXCJIb3Jpem9udGFsQWxpZ25tZW50XCI6MSxcIklzVmlzaWJsZVwiOnRydWV9LFwiRGF0ZVN0eWxlXCI6e1wiJGlkXCI6XCIzNjJcIixcIkZvbnRTZXR0aW5nc1wiOntcIiRpZFwiOlwiMzYzXCIsXCJGb250U2l6ZVwiOjEwLFwiRm9udE5hbWVcIjpcIkNhbGlicmlcIixcIklzQm9sZFwiOmZhbHNlLFwiSXNJdGFsaWNcIjpmYWxzZSxcIklzVW5kZXJsaW5lZFwiOmZhbHNlfSxcIkZvcmVncm91bmRcIjp7XCIkaWRcIjpcIjM2NFwiLFwiQ29sb3JcIjp7XCIkaWRcIjpcIjM2NVwiLFwiQVwiOjI1NSxcIlJcIjo2OCxcIkdcIjo4NCxcIkJcIjoxMDZ9fSxcIkhvcml6b250YWxBbGlnbm1lbnRcIjowLFwiSXNWaXNpYmxlXCI6dHJ1ZX0sXCJEYXRlRm9ybWF0XCI6e1wiJGlkXCI6XCIz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3XCIsXCJGb3JtYXRcIjowLFwiSXNWaXNpYmxlXCI6ZmFsc2UsXCJMYXN0S25vd25WaXNpYmlsaXR5U3RhdGVcIjpmYWxzZX19fV0sXCJHcmlkbGluZVBhbmVsU3R5bGVcIjp7XCIkaWRcIjpcIjM2OFwiLFwiR3JpZGxpbmVTdHlsZVwiOntcIiRpZFwiOlwiMzY5XCIsXCJMaW5lQ29sb3JcIjp7XCIkaWRcIjpcIjM3MFwiLFwiQ29sb3JcIjp7XCIkaWRcIjpcIjM3MVwiLFwiQVwiOjI1NSxcIlJcIjoyMDgsXCJHXCI6MjA2LFwiQlwiOjIwNn19LFwiTGluZVdlaWdodFwiOjEuMCxcIkxpbmVUeXBlXCI6MH0sXCJJc1Zpc2libGVcIjp0cnVlfSxcIkFjdGl2aXR5TGluZVBhbmVsU3R5bGVcIjp7XCIkaWRcIjpcIjM3MlwiLFwiQWN0aXZpdHlMaW5lU3R5bGVcIjp7XCIkaWRcIjpcIjM3M1wiLFwiTGluZUNvbG9yXCI6e1wiJGlkXCI6XCIzNzRcIixcIkNvbG9yXCI6e1wiJGlkXCI6XCIzNzVcIixcIkFcIjozOCxcIlJcIjo2OCxcIkdcIjoxMTQsXCJCXCI6MTk2fX0sXCJMaW5lV2VpZ2h0XCI6MS4wLFwiTGluZVR5cGVcIjowfSxcIklzVmlzaWJsZVwiOnRydWV9LFwiRGVmYXVsdERlcGVuZGVuY3lTdHlsZVwiOntcIiRpZFwiOlwiMzc2XCIsXCJMaW5lU3R5bGVcIjp7XCIkaWRcIjpcIjM3N1wiLFwiTGluZUNvbG9yXCI6e1wiJGlkXCI6XCIzNzhcIixcIkNvbG9yXCI6e1wiJGlkXCI6XCIzNzlcIixcIkFcIjoyNTUsXCJSXCI6MCxcIkdcIjowLFwiQlwiOjB9fSxcIkxpbmVXZWlnaHRcIjoxLjAsXCJMaW5lVHlwZVwiOjB9LFwiRW5kQXJyb3doZWFkTGluZVN0eWxlXCI6e1wiJGlkXCI6XCIzODBcIixcIktpbmRcIjoxLFwiV2lkdGhcIjoxLFwiTGVuZ3RoXCI6MH0sXCJCcmluZ1RvRnJvbnRcIjp0cnVlLFwiUmFkaXVzXCI6MC4wfSxcIkNyaXRpY2FsUGF0aFN0eWxlXCI6e1wiJGlkXCI6XCIzODFcIixcIkNyaXRpY2FsUGF0aFN0eWxlT3B0aW9uc1wiOjE1LFwiTGluZVN0eWxlXCI6e1wiJGlkXCI6XCIzODJcIixcIkxpbmVDb2xvclwiOntcIiRpZFwiOlwiMzgzXCIsXCJDb2xvclwiOntcIiRpZFwiOlwiMzg0XCIsXCJBXCI6MjU1LFwiUlwiOjIyMixcIkdcIjo1MCxcIkJcIjo1MH19LFwiTGluZVdlaWdodFwiOjEuMCxcIkxpbmVUeXBlXCI6MH0sXCJUaXRsZUZvcmVncm91bmRcIjp7XCIkaWRcIjpcIjM4NVwiLFwiQ29sb3JcIjp7XCIkaWRcIjpcIjM4NlwiLFwiQVwiOjI1NSxcIlJcIjoxNzYsXCJHXCI6MTksXCJCXCI6MjV9fSxcIlNoYXBlc0JhY2tncm91bmRcIjp7XCIkaWRcIjpcIjM4N1wiLFwiQ29sb3JcIjp7XCIkaWRcIjpcIjM4OFwiLFwiQVwiOjI1NSxcIlJcIjoyNTMsXCJHXCI6MjAzLFwiQlwiOjIwOH19LFwiU2hhcGVzQm9yZGVyU3R5bGVcIjp7XCIkaWRcIjpcIjM4OVwiLFwiTGluZUNvbG9yXCI6e1wiJGlkXCI6XCIzOTBcIixcIkNvbG9yXCI6e1wiJGlkXCI6XCIzOTFcIixcIkFcIjoyNTUsXCJSXCI6MjIyLFwiR1wiOjUwLFwiQlwiOjUwfX0sXCJMaW5lV2VpZ2h0XCI6Mi4wLFwiTGluZVR5cGVcIjowfX0sXCJQYW5lbHNTcGFjaW5nRGVmaW5pdGlvblwiOntcIiRpZFwiOlwiMzkyXCIsXCJTcGFjaW5nQWJvdmVUaW1lYmFuZFwiOjUsXCJTcGFjaW5nQmVsb3dUaW1lYmFuZFwiOjUsXCJTcGFjaW5nQWJvdmVCZXR3ZWVuU3dpbWxhbmVzQW5kVGFza3NcIjo1LFwiU3BhY2luZ0JlbG93QmV0d2VlblN3aW1sYW5lc0FuZFRhc2tzXCI6NX0sXCJfc2VsZWN0ZWRUaGVtZVByZXNldENvbG9yc1wiOntcIiRpZFwiOlwiMzkzXCIsXCJUZXh0TGlnaHRcIjp7XCIkaWRcIjpcIjM5NFwiLFwiQVwiOjI1NSxcIlJcIjoyNTUsXCJHXCI6MjU1LFwiQlwiOjI1NX0sXCJUZXh0RGFya1wiOntcIiRpZFwiOlwiMzk1XCIsXCJBXCI6MjU1LFwiUlwiOjAsXCJHXCI6MCxcIkJcIjowfSxcIkFjY2VudDFcIjp7XCIkaWRcIjpcIjM5NlwiLFwiQVwiOjI1NSxcIlJcIjoyNTUsXCJHXCI6MjU1LFwiQlwiOjI1NX0sXCJBY2NlbnQyXCI6e1wiJGlkXCI6XCIzOTdcIixcIkFcIjoyNTUsXCJSXCI6NjgsXCJHXCI6ODQsXCJCXCI6MTA2fSxcIkFjY2VudDNcIjp7XCIkaWRcIjpcIjM5OFwiLFwiQVwiOjI1NSxcIlJcIjoyLFwiR1wiOjE3OCxcIkJcIjoyMzh9LFwiQWNjZW50NFwiOntcIiRpZFwiOlwiMzk5XCIsXCJBXCI6MjU1LFwiUlwiOjIzNyxcIkdcIjoxMjUsXCJCXCI6NDl9LFwiQWNjZW50NVwiOntcIiRpZFwiOlwiNDAwXCIsXCJBXCI6MjU1LFwiUlwiOjI1LFwiR1wiOjEwNyxcIkJcIjozNn0sXCJBY2NlbnQ2XCI6e1wiJGlkXCI6XCI0MDFcIixcIkFcIjoyNTUsXCJSXCI6MTUsXCJHXCI6MTU4LFwiQlwiOjIxM30sXCJBY2NlbnQ3XCI6e1wiJGlkXCI6XCI0MDJcIixcIkFcIjoyNTUsXCJSXCI6MTYwLFwiR1wiOjQzLFwiQlwiOjE0N30sXCJBY2NlbnQ4XCI6e1wiJGlkXCI6XCI0MDNcIixcIkFcIjoyNTUsXCJSXCI6NzgsXCJHXCI6MTY3LFwiQlwiOjQ2fX0sXCJfY3VzdG9tUHJlc2V0Q29sb3JzXCI6e1wiJGlkXCI6XCI0MDRcIn19fSJ9LCJTZXR0aW5ncyI6eyIkaWQiOiIxNDY0IiwiSW1wYU9wdGlvbnMiOnsiJGlkIjoiMTQ2NS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0NjYiLCJVc2VUaW1lIjpmYWxzZSwiV29ya0RheVN0YXJ0IjoiMDA6MDA6MDAiLCJXb3JrRGF5RW5kIjoiMjM6NTk6MDAifSwiTGFzdFVzZWRUZW1wbGF0ZUlkIjoiOTY1M2VmNzYtNGJhNy00NjA2LWE5OTYtZWNkOGEzMWY3NjcyIiwiTGFzdFVzZWRUaGVtZURldGFpbHMiOnsiJGlkIjoiMTQ2NyIsIklkIjoiZWJmYWI0YTEtMDZkOC00NDU5LWE4MDAtNzYwYWVmNGE4YjYzIiwiVGl0bGUiOiJVbnRpdGxlZCB0aGVtZSIsIkNhdGVnb3J5IjoyfSwiRmlyc3RXZWVrT2ZZZWFyIjowLCJQbGFjZU1pbGVzdG9uZUF0VGhlQmVnaW5uaW5nT2ZUaGVEYXkiOmZhbHNlLCJEZXBlbmRlbmN5U2NoZWR1bGluZ1NldHRpbmdzIjp7IiRpZCI6IjE0Njg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PbGRGaXhlZEludGVydmFsc1JlbmRlcmluZ1N0cmF0ZWd5VXNlZEJlZm9yZSI6ZmFsc2UsIkRlcGVuZGVuY2llcyI6eyJfZGVwZW5kZW5jaWVzIjpbXX19"/>
  <p:tag name="__MASTER" val="__part_0"/>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 name="OTLTIMEBANDSCALETYPE" val="Quarters"/>
  <p:tag name="OTLTIMEBANDSCALEFORMAT" val="MMM"/>
  <p:tag name="OTLTIMEBANDSHAPETYPE" val="LeafTimeband"/>
  <p:tag name="OTLTIMEBANDSHAPEHEIGHT" val="30"/>
  <p:tag name="OTLTIMEBANDSHAPEPADDINGLEFT" val="13"/>
  <p:tag name="OTLTIMEBANDCULTUREINFO" val="en-US"/>
  <p:tag name="OTLTIMEBANDTHREEDEFFECTS" val="None"/>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True"/>
  <p:tag name="OTLRIGHTENDCAPSMARGINRIGHT" val="20"/>
  <p:tag name="OTLLEFTENDCAPSMARGINLEFT" val="20"/>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TIMEBANDSPACINGABOVE" val="5"/>
  <p:tag name="OTLTIMEBANDSPACINGBELOW" val="5"/>
  <p:tag name="OTLTIMEBANDSPACINGABOVEFORSWLANDTASKS" val="5"/>
  <p:tag name="OTLTIMEBANDSPACINGBELOWFORSWLANDTASKS" val="5"/>
  <p:tag name="OTLTIMEBANDSCALEMARKING" val="Years"/>
  <p:tag name="OTLTIMEBANDQUICKPOSITION" val="Custom"/>
  <p:tag name="OTLTIMEBANDENDDATE" val="2027-05-19T23:59:00.0000000"/>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 name="OTLSWIMLANESPACING" val="2"/>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 name="OTLSWIMLANESPACING" val="2"/>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 name="OTLELAPSEDSTYLE" val="Hide"/>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POSITIONONTASK" val="None"/>
  <p:tag name="OTLRELATEDTASKID" val="00000000-0000-0000-0000-000000000000"/>
  <p:tag name="OTLMTITLE" val="ITA"/>
  <p:tag name="OTLDATE" val="2025-05-15T23:59:00.0000000"/>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Fals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POSITIONONTASK" val="None"/>
  <p:tag name="OTLRELATEDTASKID" val="00000000-0000-0000-0000-000000000000"/>
  <p:tag name="OTLMTITLE" val="US"/>
  <p:tag name="OTLDATE" val="2025-11-15T23:59:00.0000000"/>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Fals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BRA (POR)"/>
  <p:tag name="OTLPOSITIONONTASK" val="None"/>
  <p:tag name="OTLRELATEDTASKID" val="00000000-0000-0000-0000-000000000000"/>
  <p:tag name="OTLDATE" val="2026-09-16T23:59:00.0000000"/>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Fals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POSITIONONTASK" val="None"/>
  <p:tag name="OTLRELATEDTASKID" val="00000000-0000-0000-0000-000000000000"/>
  <p:tag name="OTLMTITLE" val="ISR"/>
  <p:tag name="OTLDATE" val="2026-10-30T23:59:00.0000000"/>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Fals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POSITIONONTASK" val="None"/>
  <p:tag name="OTLRELATEDTASKID" val="00000000-0000-0000-0000-000000000000"/>
  <p:tag name="OTLMTITLE" val="BH - QAT - SAU"/>
  <p:tag name="OTLDATE" val="2026-08-31T23:59:00.0000000"/>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CAN (EN-FRA)"/>
  <p:tag name="OTLPOSITIONONTASK" val="None"/>
  <p:tag name="OTLRELATEDTASKID" val="00000000-0000-0000-0000-000000000000"/>
  <p:tag name="OTLDATE" val="2027-05-19T23:59:00.0000000"/>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ESP"/>
  <p:tag name="OTLPOSITIONONTASK" val="None"/>
  <p:tag name="OTLRELATEDTASKID" val="00000000-0000-0000-0000-000000000000"/>
  <p:tag name="OTLDATE" val="2025-03-14T23:59:00.0000000"/>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FRA"/>
  <p:tag name="OTLPOSITIONONTASK" val="None"/>
  <p:tag name="OTLRELATEDTASKID" val="00000000-0000-0000-0000-000000000000"/>
  <p:tag name="OTLDATE" val="2025-08-14T23:59:00.0000000"/>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POR"/>
  <p:tag name="OTLPOSITIONONTASK" val="None"/>
  <p:tag name="OTLRELATEDTASKID" val="00000000-0000-0000-0000-000000000000"/>
  <p:tag name="OTLDATE" val="2026-05-30T23:59:00.0000000"/>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GER"/>
  <p:tag name="OTLPOSITIONONTASK" val="None"/>
  <p:tag name="OTLRELATEDTASKID" val="00000000-0000-0000-0000-000000000000"/>
  <p:tag name="OTLDATE" val="2026-08-14T23:59:00.0000000"/>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UK - AUS"/>
  <p:tag name="OTLPOSITIONONTASK" val="None"/>
  <p:tag name="OTLRELATEDTASKID" val="00000000-0000-0000-0000-000000000000"/>
  <p:tag name="OTLDATE" val="2025-12-31T23:59:00.0000000"/>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LIT"/>
  <p:tag name="OTLPOSITIONONTASK" val="None"/>
  <p:tag name="OTLRELATEDTASKID" val="00000000-0000-0000-0000-000000000000"/>
  <p:tag name="OTLDATE" val="2026-11-30T23:59:00.0000000"/>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ROM"/>
  <p:tag name="OTLPOSITIONONTASK" val="None"/>
  <p:tag name="OTLRELATEDTASKID" val="00000000-0000-0000-0000-000000000000"/>
  <p:tag name="OTLDATE" val="2026-03-31T23:59:00.0000000"/>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GRE"/>
  <p:tag name="OTLDATE" val="2026-07-30T23:59:00.0000000"/>
  <p:tag name="OTLPOSITIONONTASK" val="None"/>
  <p:tag name="OTLRELATEDTASKID" val="00000000-0000-0000-0000-000000000000"/>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hOTI3OWY4Ni1mMjlmLTQ4YjAtOWFhZi1kNmYzZmExMTVmN2EiLCJJbmRleCI6MSwiR3JvdXBJZCI6bnVsbCwiVGl0bGUiOiJFU1AiLCJEYXRlVGltZSI6IjIwMjUtMDMtMTRUMjM6NTk6MDAiLCJQZXJjZW50YWdlQ29tcGxldGUiOm51bGwsIk5vdGUiOm51bGwsIlN0eWxlIjp7IiRpZCI6IjYiLCJUaXRsZVBvc2l0aW9uIjoiTGVmdCIsIkRhdGVQb3NpdGlvbiI6IkxlZnQiLCJTaGFwZVR5cGUiOjEzLCJTaGFwZVNpemUiOjEsIlNwYWNpbmciOjUsIlNoYXBlU3R5bGUiOnsiJGlkIjoiNyIsIk1hcmdpbiI6eyIkaWQiOiI4IiwiVG9wIjowLjAsIkxlZnQiOjAuMCwiUmlnaHQiOjAuMCwiQm90dG9tIjowLjB9LCJQYWRkaW5nIjp7IiRpZCI6IjkiLCJUb3AiOjAuMCwiTGVmdCI6MC4wLCJSaWdodCI6MC4wLCJCb3R0b20iOjAuMH0sIkJhY2tncm91bmQiOnsiJGlkIjoiMTAiLCJDb2xvciI6eyIkaWQiOiIxMSIsIkEiOjI1NSwiUiI6MjM3LCJHIjoxMjUsIkIiOjQ5fX0sIklzVmlzaWJsZSI6dHJ1ZSwiV2lkdGgiOjE4LjAsIkhlaWdodCI6MjAuMCwiQm9yZGVyU3R5bGUiOnsiJGlkIjoiMTIiLCJMaW5lQ29sb3IiOnsiJGlkIjoiMTMiLCIkdHlwZSI6Ik5MUkUuQ29tbW9uLkRvbS5Tb2xpZENvbG9yQnJ1c2gsIE5MUkUuQ29tbW9uIiwiQ29sb3IiOnsiJGlkIjoiMTQiLCJBIjoyNTUsIlIiOjI1NSwiRyI6MCwiQiI6MH19LCJMaW5lV2VpZ2h0IjowLjAsIkxpbmVUeXBlIjowLCJQYXJlbnRTdHlsZSI6bnVsbH0sIlBhcmVudFN0eWxlIjpudWxsfSwiVGl0bGVTdHlsZSI6eyIkaWQiOiIxNSIsIkZvbnRTZXR0aW5ncyI6eyIkaWQiOiIxNiIsIkZvbnRTaXplIjoxMCwiRm9udE5hbWUiOiJNb250c2VycmF0IiwiSXNCb2xkIjpmYWxz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g5LCJSIjowLCJHIjowLCJCIjowfX0sIklzVmlzaWJsZSI6dHJ1ZSwiV2lkdGgiOjAuMCwiSGVpZ2h0IjowLjAsIkJvcmRlclN0eWxlIjp7IiRpZCI6IjIzIiwiTGluZUNvbG9yIjpudWxsLCJMaW5lV2VpZ2h0IjowLjAsIkxpbmVUeXBlIjowLCJQYXJlbnRTdHlsZSI6bnVsbH0sIlBhcmVudFN0eWxlIjpudWxsfSwiRGF0ZVN0eWxlIjp7IiRpZCI6IjI0IiwiRm9udFNldHRpbmdzIjp7IiRpZCI6IjI1IiwiRm9udFNpemUiOjEwLCJGb250TmFtZSI6IkNhbGlicmkiLCJJc0JvbGQiOmZhbHNlLCJJc0l0YWxpYyI6ZmFsc2UsIklzVW5kZXJsaW5lZCI6ZmFsc2UsIlBhcmVudFN0eWxlIjpudWxsfSwiQXV0b1NpemUiOjAsIkZvcmVncm91bmQiOnsiJGlkIjoiMjYiLCJDb2xvciI6eyIkaWQiOiIy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giLCJUb3AiOjAuMCwiTGVmdCI6MC4wLCJSaWdodCI6MC4wLCJCb3R0b20iOjAuMH0sIlBhZGRpbmciOnsiJGlkIjoiMjkiLCJUb3AiOjAuMCwiTGVmdCI6MC4wLCJSaWdodCI6MC4wLCJCb3R0b20iOjAuMH0sIkJhY2tncm91bmQiOnsiJGlkIjoiMzAiLCJDb2xvciI6eyIkaWQiOiIzMSIsIkEiOjg5LCJSIjowLCJHIjowLCJCIjowfX0sIklzVmlzaWJsZSI6ZmFsc2UsIldpZHRoIjowLjAsIkhlaWdodCI6MC4wLCJCb3JkZXJTdHlsZSI6eyIkaWQiOiIzMiIsIkxpbmVDb2xvciI6bnVsbCwiTGluZVdlaWdodCI6MC4wLCJMaW5lVHlwZSI6MCwiUGFyZW50U3R5bGUiOm51bGx9LCJQYXJlbnRTdHlsZSI6bnVsbH0sIkRhdGVGb3JtYXQiOnsiJGlkIjoi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Q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zUiLCJfdGFza3MiOltdLCJfbWlsZXN0b25lcyI6W3siJGlkIjoiMzYiLCJJZCI6IjY1NjY5MTM0LWQxOGEtNDNlMi04OTU5LWRjOTcyZWYyNzI1MiIsIkluZGV4IjoyLCJHcm91cElkIjpudWxsLCJUaXRsZSI6IklUQSIsIkRhdGVUaW1lIjoiMjAyNS0wNS0xNVQyMzo1OTowMCIsIlBlcmNlbnRhZ2VDb21wbGV0ZSI6bnVsbCwiTm90ZSI6bnVsbCwiU3R5bGUiOnsiJGlkIjoiMzciLCJUaXRsZVBvc2l0aW9uIjoiTGVmdCIsIkRhdGVQb3NpdGlvbiI6IkxlZnQiLCJTaGFwZVR5cGUiOjEzLCJTaGFwZVNpemUiOjEsIlNwYWNpbmciOjUsIlNoYXBlU3R5bGUiOnsiJGlkIjoiMzgiLCJNYXJnaW4iOnsiJGlkIjoiMzkiLCJUb3AiOjAuMCwiTGVmdCI6MC4wLCJSaWdodCI6MC4wLCJCb3R0b20iOjAuMH0sIlBhZGRpbmciOnsiJGlkIjoiNDAiLCJUb3AiOjAuMCwiTGVmdCI6MC4wLCJSaWdodCI6MC4wLCJCb3R0b20iOjAuMH0sIkJhY2tncm91bmQiOnsiJGlkIjoiNDEiLCJDb2xvciI6eyIkaWQiOiI0MiIsIkEiOjI1NSwiUiI6MjM3LCJHIjoxMjUsIkIiOjQ5fX0sIklzVmlzaWJsZSI6dHJ1ZSwiV2lkdGgiOjE4LjAsIkhlaWdodCI6MjAuMCwiQm9yZGVyU3R5bGUiOnsiJGlkIjoiNDMiLCJMaW5lQ29sb3IiOm51bGwsIkxpbmVXZWlnaHQiOjAuMCwiTGluZVR5cGUiOjAsIlBhcmVudFN0eWxlIjpudWxsfSwiUGFyZW50U3R5bGUiOm51bGx9LCJUaXRsZVN0eWxlIjp7IiRpZCI6IjQ0IiwiRm9udFNldHRpbmdzIjp7IiRpZCI6IjQ1IiwiRm9udFNpemUiOjEwLCJGb250TmFtZSI6Ik1vbnRzZXJyYXQiLCJJc0JvbGQiOmZhbHNlLCJJc0l0YWxpYyI6ZmFsc2UsIklzVW5kZXJsaW5lZCI6ZmFsc2UsIlBhcmVudFN0eWxlIjpudWxsfSwiQXV0b1NpemUiOjAsIkZvcmVncm91bmQiOnsiJGlkIjoiNDYiLCJDb2xvciI6eyIkaWQiOiI0Ny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0OCIsIlRvcCI6MC4wLCJMZWZ0IjowLjAsIlJpZ2h0IjowLjAsIkJvdHRvbSI6MC4wfSwiUGFkZGluZyI6eyIkaWQiOiI0OSIsIlRvcCI6MC4wLCJMZWZ0IjowLjAsIlJpZ2h0IjowLjAsIkJvdHRvbSI6MC4wfSwiQmFja2dyb3VuZCI6eyIkaWQiOiI1MCIsIkNvbG9yIjp7IiRpZCI6IjUxIiwiQSI6ODksIlIiOjAsIkciOjAsIkIiOjB9fSwiSXNWaXNpYmxlIjp0cnVlLCJXaWR0aCI6MC4wLCJIZWlnaHQiOjAuMCwiQm9yZGVyU3R5bGUiOnsiJGlkIjoiNTIiLCJMaW5lQ29sb3IiOm51bGwsIkxpbmVXZWlnaHQiOjAuMCwiTGluZVR5cGUiOjAsIlBhcmVudFN0eWxlIjpudWxsfSwiUGFyZW50U3R5bGUiOm51bGx9LCJEYXRlU3R5bGUiOnsiJGlkIjoiNTMiLCJGb250U2V0dGluZ3MiOnsiJGlkIjoiNTQiLCJGb250U2l6ZSI6MTAsIkZvbnROYW1lIjoiQ2FsaWJyaSIsIklzQm9sZCI6ZmFsc2UsIklzSXRhbGljIjpmYWxzZSwiSXNVbmRlcmxpbmVkIjpmYWxzZSwiUGFyZW50U3R5bGUiOm51bGx9LCJBdXRvU2l6ZSI6MCwiRm9yZWdyb3VuZCI6eyIkaWQiOiI1NSIsIkNvbG9yIjp7IiRpZCI6IjU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yIsIlRvcCI6MC4wLCJMZWZ0IjowLjAsIlJpZ2h0IjowLjAsIkJvdHRvbSI6MC4wfSwiUGFkZGluZyI6eyIkaWQiOiI1OCIsIlRvcCI6MC4wLCJMZWZ0IjowLjAsIlJpZ2h0IjowLjAsIkJvdHRvbSI6MC4wfSwiQmFja2dyb3VuZCI6eyIkaWQiOiI1OSIsIkNvbG9yIjp7IiRpZCI6IjYwIiwiQSI6ODksIlIiOjAsIkciOjAsIkIiOjB9fSwiSXNWaXNpYmxlIjpmYWxzZSwiV2lkdGgiOjAuMCwiSGVpZ2h0IjowLjAsIkJvcmRlclN0eWxlIjp7IiRpZCI6IjYxIiwiTGluZUNvbG9yIjpudWxsLCJMaW5lV2VpZ2h0IjowLjAsIkxpbmVUeXBlIjowLCJQYXJlbnRTdHlsZSI6bnVsbH0sIlBhcmVudFN0eWxlIjpudWxsfSwiRGF0ZUZvcm1hdCI6eyIkaWQiOiI2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2NCIsIl90YXNrcyI6W10sIl9taWxlc3RvbmVzIjpbeyIkaWQiOiI2NSIsIklkIjoiYjU0MWI3YWYtMTMxYi00MzFkLTkzNWYtYzBkNGU4MDI5ZTUxIiwiSW5kZXgiOjMsIkdyb3VwSWQiOm51bGwsIlRpdGxlIjoiRlJBIiwiRGF0ZVRpbWUiOiIyMDI1LTA4LTE0VDIzOjU5OjAwIiwiUGVyY2VudGFnZUNvbXBsZXRlIjpudWxsLCJOb3RlIjpudWxsLCJTdHlsZSI6eyIkaWQiOiI2NiIsIlRpdGxlUG9zaXRpb24iOiJMZWZ0IiwiRGF0ZVBvc2l0aW9uIjoiTGVmdCIsIlNoYXBlVHlwZSI6MTMsIlNoYXBlU2l6ZSI6MSwiU3BhY2luZyI6NSwiU2hhcGVTdHlsZSI6eyIkaWQiOiI2NyIsIk1hcmdpbiI6eyIkaWQiOiI2OCIsIlRvcCI6MC4wLCJMZWZ0IjowLjAsIlJpZ2h0IjowLjAsIkJvdHRvbSI6MC4wfSwiUGFkZGluZyI6eyIkaWQiOiI2OSIsIlRvcCI6MC4wLCJMZWZ0IjowLjAsIlJpZ2h0IjowLjAsIkJvdHRvbSI6MC4wfSwiQmFja2dyb3VuZCI6eyIkaWQiOiI3MCIsIkNvbG9yIjp7IiRpZCI6IjcxIiwiQSI6MjU1LCJSIjoyNTUsIkciOjE5MiwiQiI6MH19LCJJc1Zpc2libGUiOnRydWUsIldpZHRoIjoxOC4wLCJIZWlnaHQiOjIwLjAsIkJvcmRlclN0eWxlIjp7IiRpZCI6IjcyIiwiTGluZUNvbG9yIjp7IiRpZCI6IjczIiwiJHR5cGUiOiJOTFJFLkNvbW1vbi5Eb20uU29saWRDb2xvckJydXNoLCBOTFJFLkNvbW1vbiIsIkNvbG9yIjp7IiRpZCI6Ijc0IiwiQSI6MjU1LCJSIjoyNTUsIkciOjAsIkIiOjB9fSwiTGluZVdlaWdodCI6MC4wLCJMaW5lVHlwZSI6MCwiUGFyZW50U3R5bGUiOm51bGx9LCJQYXJlbnRTdHlsZSI6bnVsbH0sIlRpdGxlU3R5bGUiOnsiJGlkIjoiNzUiLCJGb250U2V0dGluZ3MiOnsiJGlkIjoiNzYiLCJGb250U2l6ZSI6MTAsIkZvbnROYW1lIjoiTW9udHNlcnJhdCIsIklzQm9sZCI6ZmFsc2UsIklzSXRhbGljIjpmYWxzZSwiSXNVbmRlcmxpbmVkIjpmYWxzZSwiUGFyZW50U3R5bGUiOm51bGx9LCJBdXRvU2l6ZSI6MCwiRm9yZWdyb3VuZCI6eyIkaWQiOiI3NyIsIkNvbG9yIjp7IiRpZCI6Ijc4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c5IiwiVG9wIjowLjAsIkxlZnQiOjAuMCwiUmlnaHQiOjAuMCwiQm90dG9tIjowLjB9LCJQYWRkaW5nIjp7IiRpZCI6IjgwIiwiVG9wIjowLjAsIkxlZnQiOjAuMCwiUmlnaHQiOjAuMCwiQm90dG9tIjowLjB9LCJCYWNrZ3JvdW5kIjp7IiRpZCI6IjgxIiwiQ29sb3IiOnsiJGlkIjoiODIiLCJBIjo4OSwiUiI6MCwiRyI6MCwiQiI6MH19LCJJc1Zpc2libGUiOnRydWUsIldpZHRoIjowLjAsIkhlaWdodCI6MC4wLCJCb3JkZXJTdHlsZSI6eyIkaWQiOiI4MyIsIkxpbmVDb2xvciI6bnVsbCwiTGluZVdlaWdodCI6MC4wLCJMaW5lVHlwZSI6MCwiUGFyZW50U3R5bGUiOm51bGx9LCJQYXJlbnRTdHlsZSI6bnVsbH0sIkRh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4IiwiVG9wIjowLjAsIkxlZnQiOjAuMCwiUmlnaHQiOjAuMCwiQm90dG9tIjowLjB9LCJQYWRkaW5nIjp7IiRpZCI6Ijg5IiwiVG9wIjowLjAsIkxlZnQiOjAuMCwiUmlnaHQiOjAuMCwiQm90dG9tIjowLjB9LCJCYWNrZ3JvdW5kIjp7IiRpZCI6IjkwIiwiQ29sb3IiOnsiJGlkIjoiOTEiLCJBIjo4OSwiUiI6MCwiRyI6MCwiQiI6MH19LCJJc1Zpc2libGUiOmZhbHNlLCJXaWR0aCI6MC4wLCJIZWlnaHQiOjAuMCwiQm9yZGVyU3R5bGUiOnsiJGlkIjoiOTIiLCJMaW5lQ29sb3IiOm51bGwsIkxpbmVXZWlnaHQiOjAuMCwiTGluZVR5cGUiOjAsIlBhcmVudFN0eWxlIjpudWxsfSwiUGFyZW50U3R5bGUiOm51bGx9LCJEYXRlRm9ybWF0Ijp7IiRpZCI6Ijk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0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k1IiwiX3Rhc2tzIjpbXSwiX21pbGVzdG9uZXMiOlt7IiRpZCI6Ijk2IiwiSWQiOiI4NjhhZTdkNy1lZGFiLTQzNzQtODZmMi02MzZiN2I1ZGEwZDAiLCJJbmRleCI6NCwiR3JvdXBJZCI6bnVsbCwiVGl0bGUiOiJMSVQiLCJEYXRlVGltZSI6IjIwMjYtMTEtMzBUMjM6NTk6MDAiLCJQZXJjZW50YWdlQ29tcGxldGUiOm51bGwsIk5vdGUiOm51bGwsIlN0eWxlIjp7IiRpZCI6Ijk3IiwiVGl0bGVQb3NpdGlvbiI6IkxlZnQiLCJEYXRlUG9zaXRpb24iOiJMZWZ0IiwiU2hhcGVUeXBlIjoxMywiU2hhcGVTaXplIjoxLCJTcGFjaW5nIjo1LCJTaGFwZVN0eWxlIjp7IiRpZCI6Ijk4IiwiTWFyZ2luIjp7IiRpZCI6Ijk5IiwiVG9wIjowLjAsIkxlZnQiOjAuMCwiUmlnaHQiOjAuMCwiQm90dG9tIjowLjB9LCJQYWRkaW5nIjp7IiRpZCI6IjEwMCIsIlRvcCI6MC4wLCJMZWZ0IjowLjAsIlJpZ2h0IjowLjAsIkJvdHRvbSI6MC4wfSwiQmFja2dyb3VuZCI6eyIkaWQiOiIxMDEiLCJDb2xvciI6eyIkaWQiOiIxMDIiLCJBIjoyNTUsIlIiOjE2NSwiRyI6MTY1LCJCIjoxNjV9fSwiSXNWaXNpYmxlIjp0cnVlLCJXaWR0aCI6MTguMCwiSGVpZ2h0IjoyMC4wLCJCb3JkZXJTdHlsZSI6eyIkaWQiOiIxMDMiLCJMaW5lQ29sb3IiOnsiJGlkIjoiMTA0IiwiJHR5cGUiOiJOTFJFLkNvbW1vbi5Eb20uU29saWRDb2xvckJydXNoLCBOTFJFLkNvbW1vbiIsIkNvbG9yIjp7IiRpZCI6IjEwNSIsIkEiOjI1NSwiUiI6MjM0LCJHIjoyMiwiQiI6MzB9fSwiTGluZVdlaWdodCI6MC4wLCJMaW5lVHlwZSI6MCwiUGFyZW50U3R5bGUiOm51bGx9LCJQYXJlbnRTdHlsZSI6bnVsbH0sIlRpdGxlU3R5bGUiOnsiJGlkIjoiMTA2IiwiRm9udFNldHRpbmdzIjp7IiRpZCI6IjEwNyIsIkZvbnRTaXplIjoxMCwiRm9udE5hbWUiOiJNb250c2VycmF0IiwiSXNCb2xkIjpmYWxzZSwiSXNJdGFsaWMiOmZhbHNlLCJJc1VuZGVybGluZWQiOmZhbHNlLCJQYXJlbnRTdHlsZSI6bnVsbH0sIkF1dG9TaXplIjowLCJGb3JlZ3JvdW5kIjp7IiRpZCI6IjEwOCIsIkNvbG9yIjp7IiRpZCI6IjEwO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MTAiLCJUb3AiOjAuMCwiTGVmdCI6MC4wLCJSaWdodCI6MC4wLCJCb3R0b20iOjAuMH0sIlBhZGRpbmciOnsiJGlkIjoiMTExIiwiVG9wIjowLjAsIkxlZnQiOjAuMCwiUmlnaHQiOjAuMCwiQm90dG9tIjowLjB9LCJCYWNrZ3JvdW5kIjp7IiRpZCI6IjExMiIsIkNvbG9yIjp7IiRpZCI6IjExMyIsIkEiOjg5LCJSIjowLCJHIjowLCJCIjowfX0sIklzVmlzaWJsZSI6dHJ1ZSwiV2lkdGgiOjAuMCwiSGVpZ2h0IjowLjAsIkJvcmRlclN0eWxlIjp7IiRpZCI6IjExNCIsIkxpbmVDb2xvciI6bnVsbCwiTGluZVdlaWdodCI6MC4wLCJMaW5lVHlwZSI6MCwiUGFyZW50U3R5bGUiOm51bGx9LCJQYXJlbnRTdHlsZSI6bnVsbH0sIkRhdGVTdHlsZSI6eyIkaWQiOiIxMTUiLCJGb250U2V0dGluZ3MiOnsiJGlkIjoiMTE2IiwiRm9udFNpemUiOjEwLCJGb250TmFtZSI6IkNhbGlicmkiLCJJc0JvbGQiOmZhbHNlLCJJc0l0YWxpYyI6ZmFsc2UsIklzVW5kZXJsaW5lZCI6ZmFsc2UsIlBhcmVudFN0eWxlIjpudWxsfSwiQXV0b1NpemUiOjAsIkZvcmVncm91bmQiOnsiJGlkIjoiMTE3IiwiQ29sb3IiOnsiJGlkIjoiMTE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TkiLCJUb3AiOjAuMCwiTGVmdCI6MC4wLCJSaWdodCI6MC4wLCJCb3R0b20iOjAuMH0sIlBhZGRpbmciOnsiJGlkIjoiMTIwIiwiVG9wIjowLjAsIkxlZnQiOjAuMCwiUmlnaHQiOjAuMCwiQm90dG9tIjowLjB9LCJCYWNrZ3JvdW5kIjp7IiRpZCI6IjEyMSIsIkNvbG9yIjp7IiRpZCI6IjEyMiIsIkEiOjg5LCJSIjowLCJHIjowLCJCIjowfX0sIklzVmlzaWJsZSI6ZmFsc2UsIldpZHRoIjowLjAsIkhlaWdodCI6MC4wLCJCb3JkZXJTdHlsZSI6eyIkaWQiOiIxMjMiLCJMaW5lQ29sb3IiOm51bGwsIkxpbmVXZWlnaHQiOjAuMCwiTGluZVR5cGUiOjAsIlBhcmVudFN0eWxlIjpudWxsfSwiUGFyZW50U3R5bGUiOm51bGx9LCJEYXRlRm9ybWF0Ijp7IiRpZCI6IjE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U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I2IiwiX3Rhc2tzIjpbXSwiX21pbGVzdG9uZXMiOlt7IiRpZCI6IjEyNyIsIklkIjoiMTY5ODM2MmQtNzNlOS00MTE0LTlmN2QtMDQzMTNiYzI0ZmQzIiwiSW5kZXgiOjUsIkdyb3VwSWQiOm51bGwsIlRpdGxlIjoiUk9NIiwiRGF0ZVRpbWUiOiIyMDI2LTAzLTMxVDIzOjU5OjAwIiwiUGVyY2VudGFnZUNvbXBsZXRlIjpudWxsLCJOb3RlIjpudWxsLCJTdHlsZSI6eyIkaWQiOiIxMjgiLCJUaXRsZVBvc2l0aW9uIjoiTGVmdCIsIkRhdGVQb3NpdGlvbiI6IkxlZnQiLCJTaGFwZVR5cGUiOjEzLCJTaGFwZVNpemUiOjEsIlNwYWNpbmciOjUsIlNoYXBlU3R5bGUiOnsiJGlkIjoiMTI5IiwiTWFyZ2luIjp7IiRpZCI6IjEzMCIsIlRvcCI6MC4wLCJMZWZ0IjowLjAsIlJpZ2h0IjowLjAsIkJvdHRvbSI6MC4wfSwiUGFkZGluZyI6eyIkaWQiOiIxMzEiLCJUb3AiOjAuMCwiTGVmdCI6MC4wLCJSaWdodCI6MC4wLCJCb3R0b20iOjAuMH0sIkJhY2tncm91bmQiOnsiJGlkIjoiMTMyIiwiQ29sb3IiOnsiJGlkIjoiMTMzIiwiQSI6MjU1LCJSIjo5MSwiRyI6MTU1LCJCIjoyMTN9fSwiSXNWaXNpYmxlIjp0cnVlLCJXaWR0aCI6MTguMCwiSGVpZ2h0IjoyMC4wLCJCb3JkZXJTdHlsZSI6eyIkaWQiOiIxMzQiLCJMaW5lQ29sb3IiOnsiJGlkIjoiMTM1IiwiJHR5cGUiOiJOTFJFLkNvbW1vbi5Eb20uU29saWRDb2xvckJydXNoLCBOTFJFLkNvbW1vbiIsIkNvbG9yIjp7IiRpZCI6IjEzNiIsIkEiOjI1NSwiUiI6MjM0LCJHIjoyMiwiQiI6MzB9fSwiTGluZVdlaWdodCI6MC4wLCJMaW5lVHlwZSI6MCwiUGFyZW50U3R5bGUiOm51bGx9LCJQYXJlbnRTdHlsZSI6bnVsbH0sIlRpdGxlU3R5bGUiOnsiJGlkIjoiMTM3IiwiRm9udFNldHRpbmdzIjp7IiRpZCI6IjEzOCIsIkZvbnRTaXplIjoxMCwiRm9udE5hbWUiOiJNb250c2VycmF0IiwiSXNCb2xkIjpmYWxzZSwiSXNJdGFsaWMiOmZhbHNlLCJJc1VuZGVybGluZWQiOmZhbHNlLCJQYXJlbnRTdHlsZSI6bnVsbH0sIkF1dG9TaXplIjowLCJGb3JlZ3JvdW5kIjp7IiRpZCI6IjEzOSIsIkNvbG9yIjp7IiRpZCI6IjE0M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DEiLCJUb3AiOjAuMCwiTGVmdCI6MC4wLCJSaWdodCI6MC4wLCJCb3R0b20iOjAuMH0sIlBhZGRpbmciOnsiJGlkIjoiMTQyIiwiVG9wIjowLjAsIkxlZnQiOjAuMCwiUmlnaHQiOjAuMCwiQm90dG9tIjowLjB9LCJCYWNrZ3JvdW5kIjp7IiRpZCI6IjE0MyIsIkNvbG9yIjp7IiRpZCI6IjE0NCIsIkEiOjg5LCJSIjowLCJHIjowLCJCIjowfX0sIklzVmlzaWJsZSI6dHJ1ZSwiV2lkdGgiOjAuMCwiSGVpZ2h0IjowLjAsIkJvcmRlclN0eWxlIjp7IiRpZCI6IjE0NSIsIkxpbmVDb2xvciI6bnVsbCwiTGluZVdlaWdodCI6MC4wLCJMaW5lVHlwZSI6MCwiUGFyZW50U3R5bGUiOm51bGx9LCJQYXJlbnRTdHlsZSI6bnVsbH0sIkRhdGVTdHlsZSI6eyIkaWQiOiIxNDYiLCJGb250U2V0dGluZ3MiOnsiJGlkIjoiMTQ3IiwiRm9udFNpemUiOjEwLCJGb250TmFtZSI6IkNhbGlicmkiLCJJc0JvbGQiOmZhbHNlLCJJc0l0YWxpYyI6ZmFsc2UsIklzVW5kZXJsaW5lZCI6ZmFsc2UsIlBhcmVudFN0eWxlIjpudWxsfSwiQXV0b1NpemUiOjAsIkZvcmVncm91bmQiOnsiJGlkIjoiMTQ4IiwiQ29sb3IiOnsiJGlkIjoiMTQ5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g5LCJSIjowLCJHIjowLCJCIjowfX0sIklzVmlzaWJsZSI6ZmFsc2UsIldpZHRoIjowLjAsIkhlaWdodCI6MC4wLCJCb3JkZXJTdHlsZSI6eyIkaWQiOiIxNTQiLCJMaW5lQ29sb3IiOm51bGwsIkxpbmVXZWlnaHQiOjAuMCwiTGluZVR5cGUiOjAsIlBhcmVudFN0eWxlIjpudWxsfSwiUGFyZW50U3R5bGUiOm51bGx9LCJEYXRlRm9ybWF0Ijp7IiRpZCI6IjE1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Y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U3IiwiX3Rhc2tzIjpbXSwiX21pbGVzdG9uZXMiOlt7IiRpZCI6IjE1OCIsIklkIjoiYjQ0NGU1NjItMTIzMi00MjEzLWIxZjUtM2E0MWFmM2FmMTAzIiwiSW5kZXgiOjYsIkdyb3VwSWQiOm51bGwsIlRpdGxlIjoiR1JFIiwiRGF0ZVRpbWUiOiIyMDI2LTA3LTMwVDIzOjU5OjAwIiwiUGVyY2VudGFnZUNvbXBsZXRlIjpudWxsLCJOb3RlIjpudWxsLCJTdHlsZSI6eyIkaWQiOiIxNTkiLCJUaXRsZVBvc2l0aW9uIjoiTGVmdCIsIkRhdGVQb3NpdGlvbiI6IkxlZnQiLCJTaGFwZVR5cGUiOjEzLCJTaGFwZVNpemUiOjEsIlNwYWNpbmciOjUsIlNoYXBlU3R5bGUiOnsiJGlkIjoiMTYwIiwiTWFyZ2luIjp7IiRpZCI6IjE2MSIsIlRvcCI6MC4wLCJMZWZ0IjowLjAsIlJpZ2h0IjowLjAsIkJvdHRvbSI6MC4wfSwiUGFkZGluZyI6eyIkaWQiOiIxNjIiLCJUb3AiOjAuMCwiTGVmdCI6MC4wLCJSaWdodCI6MC4wLCJCb3R0b20iOjAuMH0sIkJhY2tncm91bmQiOnsiJGlkIjoiMTYzIiwiQ29sb3IiOnsiJGlkIjoiMTY0IiwiQSI6MjU1LCJSIjoyMzcsIkciOjEyNSwiQiI6NDl9fSwiSXNWaXNpYmxlIjp0cnVlLCJXaWR0aCI6MTguMCwiSGVpZ2h0IjoyMC4wLCJCb3JkZXJTdHlsZSI6eyIkaWQiOiIxNjUiLCJMaW5lQ29sb3IiOnsiJGlkIjoiMTY2IiwiJHR5cGUiOiJOTFJFLkNvbW1vbi5Eb20uU29saWRDb2xvckJydXNoLCBOTFJFLkNvbW1vbiIsIkNvbG9yIjp7IiRpZCI6IjE2NyIsIkEiOjI1NSwiUiI6MjM0LCJHIjoyMiwiQiI6MzB9fSwiTGluZVdlaWdodCI6MC4wLCJMaW5lVHlwZSI6MCwiUGFyZW50U3R5bGUiOm51bGx9LCJQYXJlbnRTdHlsZSI6bnVsbH0sIlRpdGxlU3R5bGUiOnsiJGlkIjoiMTY4IiwiRm9udFNldHRpbmdzIjp7IiRpZCI6IjE2OSIsIkZvbnRTaXplIjoxMCwiRm9udE5hbWUiOiJNb250c2VycmF0IiwiSXNCb2xkIjpmYWxzZSwiSXNJdGFsaWMiOmZhbHNlLCJJc1VuZGVybGluZWQiOmZhbHNlLCJQYXJlbnRTdHlsZSI6bnVsbH0sIkF1dG9TaXplIjowLCJGb3JlZ3JvdW5kIjp7IiRpZCI6IjE3MCIsIkNvbG9yIjp7IiRpZCI6IjE3M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zIiLCJUb3AiOjAuMCwiTGVmdCI6MC4wLCJSaWdodCI6MC4wLCJCb3R0b20iOjAuMH0sIlBhZGRpbmciOnsiJGlkIjoiMTczIiwiVG9wIjowLjAsIkxlZnQiOjAuMCwiUmlnaHQiOjAuMCwiQm90dG9tIjowLjB9LCJCYWNrZ3JvdW5kIjp7IiRpZCI6IjE3NCIsIkNvbG9yIjp7IiRpZCI6IjE3NSIsIkEiOjg5LCJSIjowLCJHIjowLCJCIjowfX0sIklzVmlzaWJsZSI6dHJ1ZSwiV2lkdGgiOjAuMCwiSGVpZ2h0IjowLjAsIkJvcmRlclN0eWxlIjp7IiRpZCI6IjE3NiIsIkxpbmVDb2xvciI6bnVsbCwiTGluZVdlaWdodCI6MC4wLCJMaW5lVHlwZSI6MCwiUGFyZW50U3R5bGUiOm51bGx9LCJQYXJlbnRTdHlsZSI6bnVsbH0sIkRhdGVTdHlsZSI6eyIkaWQiOiIxNzciLCJGb250U2V0dGluZ3MiOnsiJGlkIjoiMTc4IiwiRm9udFNpemUiOjEwLCJGb250TmFtZSI6IkNhbGlicmkiLCJJc0JvbGQiOmZhbHNlLCJJc0l0YWxpYyI6ZmFsc2UsIklzVW5kZXJsaW5lZCI6ZmFsc2UsIlBhcmVudFN0eWxlIjpudWxsfSwiQXV0b1NpemUiOjAsIkZvcmVncm91bmQiOnsiJGlkIjoiMTc5IiwiQ29sb3IiOnsiJGlkIjoiMTg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ODEiLCJUb3AiOjAuMCwiTGVmdCI6MC4wLCJSaWdodCI6MC4wLCJCb3R0b20iOjAuMH0sIlBhZGRpbmciOnsiJGlkIjoiMTgyIiwiVG9wIjowLjAsIkxlZnQiOjAuMCwiUmlnaHQiOjAuMCwiQm90dG9tIjowLjB9LCJCYWNrZ3JvdW5kIjp7IiRpZCI6IjE4MyIsIkNvbG9yIjp7IiRpZCI6IjE4NCIsIkEiOjg5LCJSIjowLCJHIjowLCJCIjowfX0sIklzVmlzaWJsZSI6ZmFsc2UsIldpZHRoIjowLjAsIkhlaWdodCI6MC4wLCJCb3JkZXJTdHlsZSI6eyIkaWQiOiIxODUiLCJMaW5lQ29sb3IiOm51bGwsIkxpbmVXZWlnaHQiOjAuMCwiTGluZVR5cGUiOjAsIlBhcmVudFN0eWxlIjpudWxsfSwiUGFyZW50U3R5bGUiOm51bGx9LCJEYXRlRm9ybWF0Ijp7IiRpZCI6IjE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c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g4IiwiX3Rhc2tzIjpbXSwiX21pbGVzdG9uZXMiOlt7IiRpZCI6IjE4OSIsIklkIjoiOThhOGVhOWItYTQ0Zi00ZGI5LWI5NDAtNDFiNDJhYjRmOWJhIiwiSW5kZXgiOjcsIkdyb3VwSWQiOm51bGwsIlRpdGxlIjoiVVMiLCJEYXRlVGltZSI6IjIwMjUtMTEtMTVUMjM6NTk6MDAiLCJQZXJjZW50YWdlQ29tcGxldGUiOm51bGwsIk5vdGUiOm51bGwsIlN0eWxlIjp7IiRpZCI6IjE5MCIsIlRpdGxlUG9zaXRpb24iOiJBYm92ZSIsIkRhdGVQb3NpdGlvbiI6IkxlZnQiLCJTaGFwZVR5cGUiOjEzLCJTaGFwZVNpemUiOjEsIlNwYWNpbmciOjUsIlNoYXBlU3R5bGUiOnsiJGlkIjoiMTkxIiwiTWFyZ2luIjp7IiRpZCI6IjE5MiIsIlRvcCI6MC4wLCJMZWZ0IjowLjAsIlJpZ2h0IjowLjAsIkJvdHRvbSI6MC4wfSwiUGFkZGluZyI6eyIkaWQiOiIxOTMiLCJUb3AiOjAuMCwiTGVmdCI6MC4wLCJSaWdodCI6MC4wLCJCb3R0b20iOjAuMH0sIkJhY2tncm91bmQiOnsiJGlkIjoiMTk0IiwiQ29sb3IiOnsiJGlkIjoiMTk1IiwiQSI6MjU1LCJSIjoyMzcsIkciOjEyNSwiQiI6NDl9fSwiSXNWaXNpYmxlIjp0cnVlLCJXaWR0aCI6MTguMCwiSGVpZ2h0IjoyMC4wLCJCb3JkZXJTdHlsZSI6eyIkaWQiOiIxOTYiLCJMaW5lQ29sb3IiOnsiJGlkIjoiMTk3IiwiJHR5cGUiOiJOTFJFLkNvbW1vbi5Eb20uU29saWRDb2xvckJydXNoLCBOTFJFLkNvbW1vbiIsIkNvbG9yIjp7IiRpZCI6IjE5OCIsIkEiOjI1NSwiUiI6MjU1LCJHIjowLCJCIjowfX0sIkxpbmVXZWlnaHQiOjAuMCwiTGluZVR5cGUiOjAsIlBhcmVudFN0eWxlIjpudWxsfSwiUGFyZW50U3R5bGUiOm51bGx9LCJUaXRsZVN0eWxlIjp7IiRpZCI6IjE5OSIsIkZvbnRTZXR0aW5ncyI6eyIkaWQiOiIyMDAiLCJGb250U2l6ZSI6MTAsIkZvbnROYW1lIjoiTW9udHNlcnJhdCIsIklzQm9sZCI6ZmFsc2UsIklzSXRhbGljIjpmYWxzZSwiSXNVbmRlcmxpbmVkIjpmYWxzZSwiUGFyZW50U3R5bGUiOm51bGx9LCJBdXRvU2l6ZSI6MCwiRm9yZWdyb3VuZCI6eyIkaWQiOiIyMDEiLCJDb2xvciI6eyIkaWQiOiIy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AzIiwiVG9wIjowLjAsIkxlZnQiOjAuMCwiUmlnaHQiOjAuMCwiQm90dG9tIjowLjB9LCJQYWRkaW5nIjp7IiRpZCI6IjIwNCIsIlRvcCI6MC4wLCJMZWZ0IjowLjAsIlJpZ2h0IjowLjAsIkJvdHRvbSI6MC4wfSwiQmFja2dyb3VuZCI6eyIkaWQiOiIyMDUiLCJDb2xvciI6eyIkaWQiOiIyMDYiLCJBIjo4OSwiUiI6MCwiRyI6MCwiQiI6MH19LCJJc1Zpc2libGUiOnRydWUsIldpZHRoIjowLjAsIkhlaWdodCI6MC4wLCJCb3JkZXJTdHlsZSI6eyIkaWQiOiIyMDciLCJMaW5lQ29sb3IiOm51bGwsIkxpbmVXZWlnaHQiOjAuMCwiTGluZVR5cGUiOjAsIlBhcmVudFN0eWxlIjpudWxsfSwiUGFyZW50U3R5bGUiOm51bGx9LCJEYXRlU3R5bGUiOnsiJGlkIjoiMjA4IiwiRm9udFNldHRpbmdzIjp7IiRpZCI6IjIwOSIsIkZvbnRTaXplIjoxMCwiRm9udE5hbWUiOiJDYWxpYnJpIiwiSXNCb2xkIjpmYWxzZSwiSXNJdGFsaWMiOmZhbHNlLCJJc1VuZGVybGluZWQiOmZhbHNlLCJQYXJlbnRTdHlsZSI6bnVsbH0sIkF1dG9TaXplIjowLCJGb3JlZ3JvdW5kIjp7IiRpZCI6IjIxMCIsIkNvbG9yIjp7IiRpZCI6IjI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yIiwiVG9wIjowLjAsIkxlZnQiOjAuMCwiUmlnaHQiOjAuMCwiQm90dG9tIjowLjB9LCJQYWRkaW5nIjp7IiRpZCI6IjIxMyIsIlRvcCI6MC4wLCJMZWZ0IjowLjAsIlJpZ2h0IjowLjAsIkJvdHRvbSI6MC4wfSwiQmFja2dyb3VuZCI6eyIkaWQiOiIyMTQiLCJDb2xvciI6eyIkaWQiOiIyMTUiLCJBIjo4OSwiUiI6MCwiRyI6MCwiQiI6MH19LCJJc1Zpc2libGUiOmZhbHNlLCJXaWR0aCI6MC4wLCJIZWlnaHQiOjAuMCwiQm9yZGVyU3R5bGUiOnsiJGlkIjoiMjE2IiwiTGluZUNvbG9yIjpudWxsLCJMaW5lV2VpZ2h0IjowLjAsIkxpbmVUeXBlIjowLCJQYXJlbnRTdHlsZSI6bnVsbH0sIlBhcmVudFN0eWxlIjpudWxsfSwiRGF0ZUZvcm1hdCI6eyIkaWQiOiIyMTc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MjE4IiwiRGF0ZVBhcnRJc1Zpc2libGUiOnRydWUsIlRpbWVQYXJ0SXNWaXNpYmxlIjpmYWxzZX19LCJXZWVrTnVtYmVyaW5nIjp7IiRpZCI6IjIxOS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yMjAiLCJfdGFza3MiOltdLCJfbWlsZXN0b25lcyI6W3siJGlkIjoiMjIxIiwiSWQiOiJlYmQyYzdlYS1hYjc3LTQ4ZjYtOWU1Zi1kY2VkYzg0Y2YzZDYiLCJJbmRleCI6OCwiR3JvdXBJZCI6bnVsbCwiVGl0bGUiOiJQT1IiLCJEYXRlVGltZSI6IjIwMjYtMDUtMzBUMjM6NTk6MDAiLCJQZXJjZW50YWdlQ29tcGxldGUiOm51bGwsIk5vdGUiOm51bGwsIlN0eWxlIjp7IiRpZCI6IjIyMiIsIlRpdGxlUG9zaXRpb24iOiJMZWZ0IiwiRGF0ZVBvc2l0aW9uIjoiTGVmdCIsIlNoYXBlVHlwZSI6MTMsIlNoYXBlU2l6ZSI6MSwiU3BhY2luZyI6NSwiU2hhcGVTdHlsZSI6eyIkaWQiOiIyMjMiLCJNYXJnaW4iOnsiJGlkIjoiMjI0IiwiVG9wIjowLjAsIkxlZnQiOjAuMCwiUmlnaHQiOjAuMCwiQm90dG9tIjowLjB9LCJQYWRkaW5nIjp7IiRpZCI6IjIyNSIsIlRvcCI6MC4wLCJMZWZ0IjowLjAsIlJpZ2h0IjowLjAsIkJvdHRvbSI6MC4wfSwiQmFja2dyb3VuZCI6eyIkaWQiOiIyMjYiLCJDb2xvciI6eyIkaWQiOiIyMjciLCJBIjoyNTUsIlIiOjE2NSwiRyI6MTY1LCJCIjoxNjV9fSwiSXNWaXNpYmxlIjp0cnVlLCJXaWR0aCI6MTguMCwiSGVpZ2h0IjoyMC4wLCJCb3JkZXJTdHlsZSI6eyIkaWQiOiIyMjgiLCJMaW5lQ29sb3IiOnsiJGlkIjoiMjI5IiwiJHR5cGUiOiJOTFJFLkNvbW1vbi5Eb20uU29saWRDb2xvckJydXNoLCBOTFJFLkNvbW1vbiIsIkNvbG9yIjp7IiRpZCI6IjIzMCIsIkEiOjI1NSwiUiI6MjU1LCJHIjowLCJCIjowfX0sIkxpbmVXZWlnaHQiOjAuMCwiTGluZVR5cGUiOjAsIlBhcmVudFN0eWxlIjpudWxsfSwiUGFyZW50U3R5bGUiOm51bGx9LCJUaXRsZVN0eWxlIjp7IiRpZCI6IjIzMSIsIkZvbnRTZXR0aW5ncyI6eyIkaWQiOiIyMzIiLCJGb250U2l6ZSI6MTAsIkZvbnROYW1lIjoiTW9udHNlcnJhdCIsIklzQm9sZCI6ZmFsc2UsIklzSXRhbGljIjpmYWxzZSwiSXNVbmRlcmxpbmVkIjpmYWxzZSwiUGFyZW50U3R5bGUiOm51bGx9LCJBdXRvU2l6ZSI6MCwiRm9yZWdyb3VuZCI6eyIkaWQiOiIyMzMiLCJDb2xvciI6eyIkaWQiOiIyMzQ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M1IiwiVG9wIjowLjAsIkxlZnQiOjAuMCwiUmlnaHQiOjAuMCwiQm90dG9tIjowLjB9LCJQYWRkaW5nIjp7IiRpZCI6IjIzNiIsIlRvcCI6MC4wLCJMZWZ0IjowLjAsIlJpZ2h0IjowLjAsIkJvdHRvbSI6MC4wfSwiQmFja2dyb3VuZCI6eyIkaWQiOiIyMzciLCJDb2xvciI6eyIkaWQiOiIyMzgiLCJBIjo4OSwiUiI6MCwiRyI6MCwiQiI6MH19LCJJc1Zpc2libGUiOnRydWUsIldpZHRoIjowLjAsIkhlaWdodCI6MC4wLCJCb3JkZXJTdHlsZSI6eyIkaWQiOiIyMzkiLCJMaW5lQ29sb3IiOm51bGwsIkxpbmVXZWlnaHQiOjAuMCwiTGluZVR5cGUiOjAsIlBhcmVudFN0eWxlIjpudWxsfSwiUGFyZW50U3R5bGUiOm51bGx9LCJEYXRlU3R5bGUiOnsiJGlkIjoiMjQwIiwiRm9udFNldHRpbmdzIjp7IiRpZCI6IjI0MSIsIkZvbnRTaXplIjoxMCwiRm9udE5hbWUiOiJDYWxpYnJpIiwiSXNCb2xkIjpmYWxzZSwiSXNJdGFsaWMiOmZhbHNlLCJJc1VuZGVybGluZWQiOmZhbHNlLCJQYXJlbnRTdHlsZSI6bnVsbH0sIkF1dG9TaXplIjowLCJGb3JlZ3JvdW5kIjp7IiRpZCI6IjI0MiIsIkNvbG9yIjp7IiRpZCI6IjI0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Q0IiwiVG9wIjowLjAsIkxlZnQiOjAuMCwiUmlnaHQiOjAuMCwiQm90dG9tIjowLjB9LCJQYWRkaW5nIjp7IiRpZCI6IjI0NSIsIlRvcCI6MC4wLCJMZWZ0IjowLjAsIlJpZ2h0IjowLjAsIkJvdHRvbSI6MC4wfSwiQmFja2dyb3VuZCI6eyIkaWQiOiIyNDYiLCJDb2xvciI6eyIkaWQiOiIyNDciLCJBIjo4OSwiUiI6MCwiRyI6MCwiQiI6MH19LCJJc1Zpc2libGUiOmZhbHNlLCJXaWR0aCI6MC4wLCJIZWlnaHQiOjAuMCwiQm9yZGVyU3R5bGUiOnsiJGlkIjoiMjQ4IiwiTGluZUNvbG9yIjpudWxsLCJMaW5lV2VpZ2h0IjowLjAsIkxpbmVUeXBlIjowLCJQYXJlbnRTdHlsZSI6bnVsbH0sIlBhcmVudFN0eWxlIjpudWxsfSwiRGF0ZUZvcm1hdCI6eyIkaWQiOiIyN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w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I1MSIsIl90YXNrcyI6W10sIl9taWxlc3RvbmVzIjpbeyIkaWQiOiIyNTIiLCJJZCI6Ijc0MDgyMTZlLTcxOWYtNGE0NS1iN2Q0LTUzNGZjN2ViY2QzNiIsIkluZGV4Ijo5LCJHcm91cElkIjpudWxsLCJUaXRsZSI6IkdFUiIsIkRhdGVUaW1lIjoiMjAyNi0wOC0xNFQyMzo1OTowMCIsIlBlcmNlbnRhZ2VDb21wbGV0ZSI6bnVsbCwiTm90ZSI6bnVsbCwiU3R5bGUiOnsiJGlkIjoiMjUzIiwiVGl0bGVQb3NpdGlvbiI6IkxlZnQiLCJEYXRlUG9zaXRpb24iOiJMZWZ0IiwiU2hhcGVUeXBlIjoxMywiU2hhcGVTaXplIjoxLCJTcGFjaW5nIjo1LCJTaGFwZVN0eWxlIjp7IiRpZCI6IjI1NCIsIk1hcmdpbiI6eyIkaWQiOiIyNTUiLCJUb3AiOjAuMCwiTGVmdCI6MC4wLCJSaWdodCI6MC4wLCJCb3R0b20iOjAuMH0sIlBhZGRpbmciOnsiJGlkIjoiMjU2IiwiVG9wIjowLjAsIkxlZnQiOjAuMCwiUmlnaHQiOjAuMCwiQm90dG9tIjowLjB9LCJCYWNrZ3JvdW5kIjp7IiRpZCI6IjI1NyIsIkNvbG9yIjp7IiRpZCI6IjI1OCIsIkEiOjI1NSwiUiI6MTY1LCJHIjoxNjUsIkIiOjE2NX19LCJJc1Zpc2libGUiOnRydWUsIldpZHRoIjoxOC4wLCJIZWlnaHQiOjIwLjAsIkJvcmRlclN0eWxlIjp7IiRpZCI6IjI1OSIsIkxpbmVDb2xvciI6eyIkaWQiOiIyNjAiLCIkdHlwZSI6Ik5MUkUuQ29tbW9uLkRvbS5Tb2xpZENvbG9yQnJ1c2gsIE5MUkUuQ29tbW9uIiwiQ29sb3IiOnsiJGlkIjoiMjYxIiwiQSI6MjU1LCJSIjoyNTUsIkciOjAsIkIiOjB9fSwiTGluZVdlaWdodCI6MC4wLCJMaW5lVHlwZSI6MCwiUGFyZW50U3R5bGUiOm51bGx9LCJQYXJlbnRTdHlsZSI6bnVsbH0sIlRpdGxlU3R5bGUiOnsiJGlkIjoiMjYyIiwiRm9udFNldHRpbmdzIjp7IiRpZCI6IjI2MyIsIkZvbnRTaXplIjoxMCwiRm9udE5hbWUiOiJNb250c2VycmF0IiwiSXNCb2xkIjpmYWxzZSwiSXNJdGFsaWMiOmZhbHNlLCJJc1VuZGVybGluZWQiOmZhbHNlLCJQYXJlbnRTdHlsZSI6bnVsbH0sIkF1dG9TaXplIjowLCJGb3JlZ3JvdW5kIjp7IiRpZCI6IjI2NCIsIkNvbG9yIjp7IiRpZCI6IjI2N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yNjYiLCJUb3AiOjAuMCwiTGVmdCI6MC4wLCJSaWdodCI6MC4wLCJCb3R0b20iOjAuMH0sIlBhZGRpbmciOnsiJGlkIjoiMjY3IiwiVG9wIjowLjAsIkxlZnQiOjAuMCwiUmlnaHQiOjAuMCwiQm90dG9tIjowLjB9LCJCYWNrZ3JvdW5kIjp7IiRpZCI6IjI2OCIsIkNvbG9yIjp7IiRpZCI6IjI2OSIsIkEiOjg5LCJSIjowLCJHIjowLCJCIjowfX0sIklzVmlzaWJsZSI6dHJ1ZSwiV2lkdGgiOjAuMCwiSGVpZ2h0IjowLjAsIkJvcmRlclN0eWxlIjp7IiRpZCI6IjI3MCIsIkxpbmVDb2xvciI6bnVsbCwiTGluZVdlaWdodCI6MC4wLCJMaW5lVHlwZSI6MCwiUGFyZW50U3R5bGUiOm51bGx9LCJQYXJlbnRTdHlsZSI6bnVsbH0sIkRhdGVTdHlsZSI6eyIkaWQiOiIyNzEiLCJGb250U2V0dGluZ3MiOnsiJGlkIjoiMjcyIiwiRm9udFNpemUiOjEwLCJGb250TmFtZSI6IkNhbGlicmkiLCJJc0JvbGQiOmZhbHNlLCJJc0l0YWxpYyI6ZmFsc2UsIklzVW5kZXJsaW5lZCI6ZmFsc2UsIlBhcmVudFN0eWxlIjpudWxsfSwiQXV0b1NpemUiOjAsIkZvcmVncm91bmQiOnsiJGlkIjoiMjczIiwiQ29sb3IiOnsiJGlkIjoiMjc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zUiLCJUb3AiOjAuMCwiTGVmdCI6MC4wLCJSaWdodCI6MC4wLCJCb3R0b20iOjAuMH0sIlBhZGRpbmciOnsiJGlkIjoiMjc2IiwiVG9wIjowLjAsIkxlZnQiOjAuMCwiUmlnaHQiOjAuMCwiQm90dG9tIjowLjB9LCJCYWNrZ3JvdW5kIjp7IiRpZCI6IjI3NyIsIkNvbG9yIjp7IiRpZCI6IjI3OCIsIkEiOjg5LCJSIjowLCJHIjowLCJCIjowfX0sIklzVmlzaWJsZSI6ZmFsc2UsIldpZHRoIjowLjAsIkhlaWdodCI6MC4wLCJCb3JkZXJTdHlsZSI6eyIkaWQiOiIyNzkiLCJMaW5lQ29sb3IiOm51bGwsIkxpbmVXZWlnaHQiOjAuMCwiTGluZVR5cGUiOjAsIlBhcmVudFN0eWxlIjpudWxsfSwiUGFyZW50U3R5bGUiOm51bGx9LCJEYXRlRm9ybWF0Ijp7IiRpZCI6IjI4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E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jgyIiwiX3Rhc2tzIjpbXSwiX21pbGVzdG9uZXMiOlt7IiRpZCI6IjI4MyIsIklkIjoiNmM4MWM1ODktYTQ4My00N2UxLTk4MDktZmM4MjA5NzA3NWQ5IiwiSW5kZXgiOjEwLCJHcm91cElkIjpudWxsLCJUaXRsZSI6IklTUiIsIkRhdGVUaW1lIjoiMjAyNi0xMC0zMFQyMzo1OTowMCIsIlBlcmNlbnRhZ2VDb21wbGV0ZSI6bnVsbCwiTm90ZSI6bnVsbCwiU3R5bGUiOnsiJGlkIjoiMjg0IiwiVGl0bGVQb3NpdGlvbiI6IkxlZnQiLCJEYXRlUG9zaXRpb24iOiJMZWZ0IiwiU2hhcGVUeXBlIjoxMywiU2hhcGVTaXplIjoxLCJTcGFjaW5nIjo1LCJTaGFwZVN0eWxlIjp7IiRpZCI6IjI4NSIsIk1hcmdpbiI6eyIkaWQiOiIyODYiLCJUb3AiOjAuMCwiTGVmdCI6MC4wLCJSaWdodCI6MC4wLCJCb3R0b20iOjAuMH0sIlBhZGRpbmciOnsiJGlkIjoiMjg3IiwiVG9wIjowLjAsIkxlZnQiOjAuMCwiUmlnaHQiOjAuMCwiQm90dG9tIjowLjB9LCJCYWNrZ3JvdW5kIjp7IiRpZCI6IjI4OCIsIkNvbG9yIjp7IiRpZCI6IjI4OSIsIkEiOjI1NSwiUiI6MTY1LCJHIjoxNjUsIkIiOjE2NX19LCJJc1Zpc2libGUiOnRydWUsIldpZHRoIjoxOC4wLCJIZWlnaHQiOjIwLjAsIkJvcmRlclN0eWxlIjp7IiRpZCI6IjI5MCIsIkxpbmVDb2xvciI6eyIkaWQiOiIyOTEiLCIkdHlwZSI6Ik5MUkUuQ29tbW9uLkRvbS5Tb2xpZENvbG9yQnJ1c2gsIE5MUkUuQ29tbW9uIiwiQ29sb3IiOnsiJGlkIjoiMjkyIiwiQSI6MjU1LCJSIjoyNTUsIkciOjAsIkIiOjB9fSwiTGluZVdlaWdodCI6MC4wLCJMaW5lVHlwZSI6MCwiUGFyZW50U3R5bGUiOm51bGx9LCJQYXJlbnRTdHlsZSI6bnVsbH0sIlRpdGxlU3R5bGUiOnsiJGlkIjoiMjkzIiwiRm9udFNldHRpbmdzIjp7IiRpZCI6IjI5NCIsIkZvbnRTaXplIjoxMCwiRm9udE5hbWUiOiJNb250c2VycmF0IiwiSXNCb2xkIjpmYWxzZSwiSXNJdGFsaWMiOmZhbHNlLCJJc1VuZGVybGluZWQiOmZhbHNlLCJQYXJlbnRTdHlsZSI6bnVsbH0sIkF1dG9TaXplIjowLCJGb3JlZ3JvdW5kIjp7IiRpZCI6IjI5NSIsIkNvbG9yIjp7IiRpZCI6IjI5Ni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yOTciLCJUb3AiOjAuMCwiTGVmdCI6MC4wLCJSaWdodCI6MC4wLCJCb3R0b20iOjAuMH0sIlBhZGRpbmciOnsiJGlkIjoiMjk4IiwiVG9wIjowLjAsIkxlZnQiOjAuMCwiUmlnaHQiOjAuMCwiQm90dG9tIjowLjB9LCJCYWNrZ3JvdW5kIjp7IiRpZCI6IjI5OSIsIkNvbG9yIjp7IiRpZCI6IjMwMCIsIkEiOjg5LCJSIjowLCJHIjowLCJCIjowfX0sIklzVmlzaWJsZSI6dHJ1ZSwiV2lkdGgiOjAuMCwiSGVpZ2h0IjowLjAsIkJvcmRlclN0eWxlIjp7IiRpZCI6IjMwMSIsIkxpbmVDb2xvciI6bnVsbCwiTGluZVdlaWdodCI6MC4wLCJMaW5lVHlwZSI6MCwiUGFyZW50U3R5bGUiOm51bGx9LCJQYXJlbnRTdHlsZSI6bnVsbH0sIkRhdGVTdHlsZSI6eyIkaWQiOiIzMDIiLCJGb250U2V0dGluZ3MiOnsiJGlkIjoiMzAzIiwiRm9udFNpemUiOjEwLCJGb250TmFtZSI6IkNhbGlicmkiLCJJc0JvbGQiOmZhbHNlLCJJc0l0YWxpYyI6ZmFsc2UsIklzVW5kZXJsaW5lZCI6ZmFsc2UsIlBhcmVudFN0eWxlIjpudWxsfSwiQXV0b1NpemUiOjAsIkZvcmVncm91bmQiOnsiJGlkIjoiMzA0IiwiQ29sb3IiOnsiJGlkIjoiMz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DYiLCJUb3AiOjAuMCwiTGVmdCI6MC4wLCJSaWdodCI6MC4wLCJCb3R0b20iOjAuMH0sIlBhZGRpbmciOnsiJGlkIjoiMzA3IiwiVG9wIjowLjAsIkxlZnQiOjAuMCwiUmlnaHQiOjAuMCwiQm90dG9tIjowLjB9LCJCYWNrZ3JvdW5kIjp7IiRpZCI6IjMwOCIsIkNvbG9yIjp7IiRpZCI6IjMwOSIsIkEiOjg5LCJSIjowLCJHIjowLCJCIjowfX0sIklzVmlzaWJsZSI6ZmFsc2UsIldpZHRoIjowLjAsIkhlaWdodCI6MC4wLCJCb3JkZXJTdHlsZSI6eyIkaWQiOiIzMTAiLCJMaW5lQ29sb3IiOm51bGwsIkxpbmVXZWlnaHQiOjAuMCwiTGluZVR5cGUiOjAsIlBhcmVudFN0eWxlIjpudWxsfSwiUGFyZW50U3R5bGUiOm51bGx9LCJEYXRlRm9ybWF0Ijp7IiRpZCI6IjMxMSIsIkZvcm1hdFN0cmluZyI6Ik1NTSBkIiwiU2VwYXJhdG9yIjoiLyIsIlVzZUludGVybmF0aW9uYWxEYXRlRm9ybWF0IjpmYWxzZSwiRGF0ZUlzVmlzaWJsZSI6ZmFsc2UsIlRpbWVJc1Zpc2libGUiOmZhbHNlLCJIb3VyRGlnaXRzIjoxLCJBbVBtRGVzaWduYXRvciI6MiwiVHJpbTAwTWludXRlcyI6ZmFsc2UsIkxhc3RLbm93blZpc2liaWxpdHlTdGF0ZSI6eyIkaWQiOiIzMTIiLCJEYXRlUGFydElzVmlzaWJsZSI6dHJ1ZSwiVGltZVBhcnRJc1Zpc2libGUiOmZhbHNlfX0sIldlZWtOdW1iZXJpbmciOnsiJGlkIjoiMzEzIiwiRm9ybWF0IjowLCJJc1Zpc2libGUiOmZhbHNlLCJMYXN0S25vd25WaXNpYmlsaXR5U3RhdGUiOmZhbHNlfSwiSXNWaXNpYmxlIjp0cnVlLCJQYXJlbnRTdHlsZSI6bnVsbH0sIkh5cGVybGluayI6bnVsbCwiSW1wb3J0SWQiOiIifV0sIklkIjoiMDAwMDAwMDAtMDAwMC0wMDAwLTAwMDAtMDAwMDAwMDAwMDAwIiwiSXNTaW5nbGVJdGVtUm93Ijp0cnVlfV0sIkluZGV4IjowLCJJZCI6IjVhMWU0MDcyLTI0NmEtNGIwMi1iYTNkLWRiMDZjZWI5NmM5NyIsIkhlYWRlclRleHQiOm51bGwsIklzRGVmYXVsdCI6dHJ1ZSwiU3R5bGUiOnsiJGlkIjoiMzE0IiwiSGVhZGVyU3R5bGUiOnsiJGlkIjoiMzE1IiwiVGV4dFN0eWxlIjp7IiRpZCI6IjMxNiIsIkZvbnRTZXR0aW5ncyI6eyIkaWQiOiIzMTciLCJGb250U2l6ZSI6MTIsIkZvbnROYW1lIjoiQ2FsaWJyaSIsIklzQm9sZCI6ZmFsc2UsIklzSXRhbGljIjpmYWxzZSwiSXNVbmRlcmxpbmVkIjpmYWxzZSwiUGFyZW50U3R5bGUiOm51bGx9LCJBdXRvU2l6ZSI6MCwiRm9yZWdyb3VuZCI6eyIkaWQiOiIzMTgiLCJDb2xvciI6eyIkaWQiOiIzMTkiLCJBIjoyNTUsIlIiOjAsIkciOjAsIkIiOjB9fSwiTWF4V2lkdGgiOjAuMCwiTWF4SGVpZ2h0IjowLjAsIlNtYXJ0Rm9yZWdyb3VuZElzQWN0aXZlIjpmYWxzZSwiSG9yaXpvbnRhbEFsaWdubWVudCI6MCwiVmVydGljYWxBbGlnbm1lbnQiOjAsIlNtYXJ0Rm9yZWdyb3VuZCI6bnVsbCwiQmFja2dyb3VuZEZpbGxUeXBlIjowLCJNYXJnaW4iOnsiJGlkIjoiMzIwIiwiVG9wIjowLjAsIkxlZnQiOjAuMCwiUmlnaHQiOjAuMCwiQm90dG9tIjowLjB9LCJQYWRkaW5nIjp7IiRpZCI6IjMyMSIsIlRvcCI6MC4wLCJMZWZ0IjowLjAsIlJpZ2h0IjowLjAsIkJvdHRvbSI6MC4wfSwiQmFja2dyb3VuZCI6bnVsbCwiSXNWaXNpYmxlIjpmYWxzZSwiV2lkdGgiOjAuMCwiSGVpZ2h0IjowLjAsIkJvcmRlclN0eWxlIjpudWxsLCJQYXJlbnRTdHlsZSI6bnVsbH0sIlJlY3RhbmdsZVN0eWxlIjp7IiRpZCI6IjMyMiIsIk1hcmdpbiI6eyIkaWQiOiIzMjMiLCJUb3AiOjAuMCwiTGVmdCI6MC4wLCJSaWdodCI6MC4wLCJCb3R0b20iOjAuMH0sIlBhZGRpbmciOnsiJGlkIjoiMzI0IiwiVG9wIjowLjAsIkxlZnQiOjAuMCwiUmlnaHQiOjAuMCwiQm90dG9tIjowLjB9LCJCYWNrZ3JvdW5kIjp7IiRpZCI6IjMyNSIsIkNvbG9yIjp7IiRpZCI6IjMyNiIsIkEiOjYzLCJSIjoyLCJHIjoxNzgsIkIiOjIzOH19LCJJc1Zpc2libGUiOmZhbHNlLCJXaWR0aCI6MC4wLCJIZWlnaHQiOjAuMCwiQm9yZGVyU3R5bGUiOnsiJGlkIjoiMzI3IiwiTGluZUNvbG9yIjp7IiRpZCI6IjMyOCIsIiR0eXBlIjoiTkxSRS5Db21tb24uRG9tLlNvbGlkQ29sb3JCcnVzaCwgTkxSRS5Db21tb24iLCJDb2xvciI6eyIkaWQiOiIzMjkiLCJBIjoyNTUsIlIiOjI1NSwiRyI6MCwiQiI6MH19LCJMaW5lV2VpZ2h0IjowLjAsIkxpbmVUeXBlIjowLCJQYXJlbnRTdHlsZSI6bnVsbH0sIlBhcmVudFN0eWxlIjpudWxsfSwiTWFyZ2luIjp7IiRpZCI6IjMzMCIsIlRvcCI6MC4wLCJMZWZ0IjowLjAsIlJpZ2h0IjowLjAsIkJvdHRvbSI6MC4wfSwiUGFkZGluZyI6eyIkaWQiOiIzMzEiLCJUb3AiOjAuMCwiTGVmdCI6MC4wLCJSaWdodCI6MC4wLCJCb3R0b20iOjAuMH0sIkJhY2tncm91bmQiOm51bGwsIklzVmlzaWJsZSI6dHJ1ZSwiV2lkdGgiOjAuMCwiSGVpZ2h0IjowLjAsIkJvcmRlclN0eWxlIjpudWxsLCJQYXJlbnRTdHlsZSI6bnVsbH0sIkJhY2tncm91bmRTdHlsZSI6eyIkaWQiOiIzMzIiLCJNYXJnaW4iOnsiJGlkIjoiMzMzIiwiVG9wIjowLjAsIkxlZnQiOjAuMCwiUmlnaHQiOjAuMCwiQm90dG9tIjowLjB9LCJQYWRkaW5nIjp7IiRpZCI6IjMzNCIsIlRvcCI6MC4wLCJMZWZ0IjowLjAsIlJpZ2h0IjowLjAsIkJvdHRvbSI6MC4wfSwiQmFja2dyb3VuZCI6eyIkaWQiOiIzMzUiLCJDb2xvciI6eyIkaWQiOiIzMzYiLCJBIjozOCwiUiI6OTEsIkciOjE1NSwiQiI6MjEzfX0sIklzVmlzaWJsZSI6dHJ1ZSwiV2lkdGgiOjAuMCwiSGVpZ2h0IjowLjAsIkJvcmRlclN0eWxlIjp7IiRpZCI6IjMzNyIsIkxpbmVDb2xvciI6eyIkaWQiOiIzMzgiLCIkdHlwZSI6Ik5MUkUuQ29tbW9uLkRvbS5Tb2xpZENvbG9yQnJ1c2gsIE5MUkUuQ29tbW9uIiwiQ29sb3IiOnsiJGlkIjoiMzM5IiwiQSI6MjU1LCJSIjoyMzQsIkciOjIyLCJCIjozMH19LCJMaW5lV2VpZ2h0IjowLjAsIkxpbmVUeXBlIjowLCJQYXJlbnRTdHlsZSI6bnVsbH0sIlBhcmVudFN0eWxlIjpudWxsfSwiTWFyZ2luIjp7IiRpZCI6IjM0MCIsIlRvcCI6MC4wLCJMZWZ0IjowLjAsIlJpZ2h0IjowLjAsIkJvdHRvbSI6MC4wfSwiUGFkZGluZyI6eyIkaWQiOiIzNDEiLCJUb3AiOjAuMCwiTGVmdCI6MC4wLCJSaWdodCI6MC4wLCJCb3R0b20iOjAuMH0sIklzVmlzaWJsZSI6dHJ1ZSwiV2lkdGgiOjAuMCwiSGVpZ2h0IjowLjAsIkJvcmRlclN0eWxlIjp7IiRpZCI6IjM0MiIsIkxpbmVDb2xvciI6bnVsbCwiTGluZVdlaWdodCI6MC4wLCJMaW5lVHlwZSI6MCwiUGFyZW50U3R5bGUiOm51bGx9LCJQYXJlbnRTdHlsZSI6bnVsbH19XSwiSWQiOiJkMGEwYmIwZC0xZmMwLTQxZGMtYWUzZi0zZDVkNzMxYWE4M2IiLCJJbmRleCI6MCwiSGVhZGVyVGV4dCI6IkNvdW50cnkgUkVHSVNURVJFRCIsIlN0eWxlIjp7IiRpZCI6IjM0MyIsIlN0eWxlSWQiOiIwMDAwMDAwMC0wMDAwLTAwMDAtMDAwMC0wMDAwMDAwMDAwMDAiLCJIZWFkZXJTdHlsZSI6eyIkaWQiOiIzNDQiLCJUZXh0SXNWZXJ0aWNhbCI6ZmFsc2UsIlRleHRTdHlsZSI6eyIkaWQiOiIzNDUiLCJGb250U2V0dGluZ3MiOnsiJGlkIjoiMzQ2IiwiRm9udFNpemUiOjEwLCJGb250TmFtZSI6Ik1vbnRzZXJyYXQiLCJJc0JvbGQiOmZhbHNlLCJJc0l0YWxpYyI6ZmFsc2UsIklzVW5kZXJsaW5lZCI6ZmFsc2UsIlBhcmVudFN0eWxlIjpudWxsfSwiQXV0b1NpemUiOjIsIkZvcmVncm91bmQiOnsiJGlkIjoiMzQ3IiwiQ29sb3IiOnsiJGlkIjoiMzQ4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MzQ5IiwiVG9wIjowLjAsIkxlZnQiOjAuMCwiUmlnaHQiOjAuMCwiQm90dG9tIjowLjB9LCJQYWRkaW5nIjp7IiRpZCI6IjM1MCIsIlRvcCI6MC4wLCJMZWZ0IjowLjAsIlJpZ2h0IjowLjAsIkJvdHRvbSI6MC4wfSwiQmFja2dyb3VuZCI6bnVsbCwiSXNWaXNpYmxlIjpmYWxzZSwiV2lkdGgiOjAuMCwiSGVpZ2h0IjowLjAsIkJvcmRlclN0eWxlIjpudWxsLCJQYXJlbnRTdHlsZSI6bnVsbH0sIlJlY3RhbmdsZVN0eWxlIjp7IiRpZCI6IjM1MSIsIk1hcmdpbiI6eyIkaWQiOiIzNTIiLCJUb3AiOjAuMCwiTGVmdCI6MC4wLCJSaWdodCI6MC4wLCJCb3R0b20iOjAuMH0sIlBhZGRpbmciOnsiJGlkIjoiMzUzIiwiVG9wIjowLjAsIkxlZnQiOjAuMCwiUmlnaHQiOjAuMCwiQm90dG9tIjowLjB9LCJCYWNrZ3JvdW5kIjp7IiRpZCI6IjM1NCIsIkNvbG9yIjp7IiRpZCI6IjM1NSIsIkEiOjI1NSwiUiI6MiwiRyI6MTc4LCJCIjoyMzh9fSwiSXNWaXNpYmxlIjp0cnVlLCJXaWR0aCI6MC4wLCJIZWlnaHQiOjAuMCwiQm9yZGVyU3R5bGUiOnsiJGlkIjoiMzU2IiwiTGluZUNvbG9yIjp7IiRpZCI6IjM1NyIsIiR0eXBlIjoiTkxSRS5Db21tb24uRG9tLlNvbGlkQ29sb3JCcnVzaCwgTkxSRS5Db21tb24iLCJDb2xvciI6eyIkaWQiOiIzNTgiLCJBIjoyNTUsIlIiOjYwLCJHIjo1NCwiQiI6NDl9fSwiTGluZVdlaWdodCI6MC4wLCJMaW5lVHlwZSI6MCwiUGFyZW50U3R5bGUiOm51bGx9LCJQYXJlbnRTdHlsZSI6bnVsbH0sIk1hcmdpbiI6eyIkaWQiOiIzNTkiLCJUb3AiOjAuMCwiTGVmdCI6MC4wLCJSaWdodCI6MC4wLCJCb3R0b20iOjAuMH0sIlBhZGRpbmciOnsiJGlkIjoiMzYwIiwiVG9wIjowLjAsIkxlZnQiOjAuMCwiUmlnaHQiOjAuMCwiQm90dG9tIjowLjB9LCJCYWNrZ3JvdW5kIjpudWxsLCJJc1Zpc2libGUiOnRydWUsIldpZHRoIjowLjAsIkhlaWdodCI6MC4wLCJCb3JkZXJTdHlsZSI6bnVsbCwiUGFyZW50U3R5bGUiOm51bGx9LCJCYWNrZ3JvdW5kU3R5bGUiOnsiJGlkIjoiMzYxIiwiTWFyZ2luIjp7IiRpZCI6IjM2MiIsIlRvcCI6MC4wLCJMZWZ0IjowLjAsIlJpZ2h0IjowLjAsIkJvdHRvbSI6MC4wfSwiUGFkZGluZyI6eyIkaWQiOiIzNjMiLCJUb3AiOjAuMCwiTGVmdCI6MC4wLCJSaWdodCI6MC4wLCJCb3R0b20iOjAuMH0sIkJhY2tncm91bmQiOnsiJGlkIjoiMzY0IiwiQ29sb3IiOnsiJGlkIjoiMzY1IiwiQSI6MzgsIlIiOjkxLCJHIjoxNTUsIkIiOjIxM319LCJJc1Zpc2libGUiOnRydWUsIldpZHRoIjowLjAsIkhlaWdodCI6MC4wLCJCb3JkZXJTdHlsZSI6eyIkaWQiOiIzNjYiLCJMaW5lQ29sb3IiOnsiJGlkIjoiMzY3IiwiJHR5cGUiOiJOTFJFLkNvbW1vbi5Eb20uU29saWRDb2xvckJydXNoLCBOTFJFLkNvbW1vbiIsIkNvbG9yIjp7IiRpZCI6IjM2OCIsIkEiOjI1NSwiUiI6MjA4LCJHIjoyMDYsIkIiOjIwNn19LCJMaW5lV2VpZ2h0IjowLjAsIkxpbmVUeXBlIjowLCJQYXJlbnRTdHlsZSI6bnVsbH0sIlBhcmVudFN0eWxlIjpudWxsfSwiSXNBYm92ZVRpbWViYW5kIjpmYWxzZSwiU3BhY2luZyI6MiwiRGVmYXVsdFN3aW1sYW5lVGFza1N0eWxlIjp7IiRpZCI6IjM2OSIsIiR0eXBlIjoiTkxSRS5Db21tb24uRG9tLlN0eWxlcy5FeHBsaWNpdFNldGFibGVUYXNrU3R5bGUsIE5MUkUuQ29tbW9uIiwiU2hhcGUiOjgsIlNoYXBlVGhpY2tuZXNzIjoxLCJEdXJhdGlvbkZvcm1hdCI6MCwiSW5jbHVkZU5vbldvcmtpbmdEYXlzSW5EdXJhdGlvbiI6ZmFsc2UsIlBlcmNlbnRhZ2VDb21wbGV0ZVN0eWxlIjp7IiRpZCI6IjM3MCIsIkZvbnRTZXR0aW5ncyI6eyIkaWQiOiIzNzEiLCJGb250U2l6ZSI6MTAsIkZvbnROYW1lIjoiQ2FsaWJyaSIsIklzQm9sZCI6ZmFsc2UsIklzSXRhbGljIjpmYWxzZSwiSXNVbmRlcmxpbmVkIjpmYWxzZSwiUGFyZW50U3R5bGUiOm51bGx9LCJBdXRvU2l6ZSI6MCwiRm9yZWdyb3VuZCI6eyIkaWQiOiIzNzIiLCJDb2xvciI6eyIkaWQiOiIzNz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zQiLCJUb3AiOjAuMCwiTGVmdCI6MC4wLCJSaWdodCI6MC4wLCJCb3R0b20iOjAuMH0sIlBhZGRpbmciOnsiJGlkIjoiMzc1IiwiVG9wIjowLjAsIkxlZnQiOjAuMCwiUmlnaHQiOjAuMCwiQm90dG9tIjowLjB9LCJCYWNrZ3JvdW5kIjp7IiRpZCI6IjM3NiIsIkNvbG9yIjp7IiRpZCI6IjM3NyIsIkEiOjg5LCJSIjowLCJHIjowLCJCIjowfX0sIklzVmlzaWJsZSI6dHJ1ZSwiV2lkdGgiOjAuMCwiSGVpZ2h0IjowLjAsIkJvcmRlclN0eWxlIjp7IiRpZCI6IjM3OCIsIkxpbmVDb2xvciI6bnVsbCwiTGluZVdlaWdodCI6MC4wLCJMaW5lVHlwZSI6MCwiUGFyZW50U3R5bGUiOm51bGx9LCJQYXJlbnRTdHlsZSI6bnVsbH0sIkR1cmF0aW9uU3R5bGUiOnsiJGlkIjoiMzc5IiwiRm9udFNldHRpbmdzIjp7IiRpZCI6IjM4MCIsIkZvbnRTaXplIjoxMCwiRm9udE5hbWUiOiJDYWxpYnJpIiwiSXNCb2xkIjpmYWxzZSwiSXNJdGFsaWMiOmZhbHNlLCJJc1VuZGVybGluZWQiOmZhbHNlLCJQYXJlbnRTdHlsZSI6bnVsbH0sIkF1dG9TaXplIjowLCJGb3JlZ3JvdW5kIjp7IiRpZCI6IjM4MSIsIkNvbG9yIjp7IiRpZCI6IjM4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4MyIsIlRvcCI6MC4wLCJMZWZ0IjowLjAsIlJpZ2h0IjowLjAsIkJvdHRvbSI6MC4wfSwiUGFkZGluZyI6eyIkaWQiOiIzODQiLCJUb3AiOjAuMCwiTGVmdCI6MC4wLCJSaWdodCI6MC4wLCJCb3R0b20iOjAuMH0sIkJhY2tncm91bmQiOnsiJGlkIjoiMzg1IiwiQ29sb3IiOnsiJGlkIjoiMzg2IiwiQSI6ODksIlIiOjAsIkciOjAsIkIiOjB9fSwiSXNWaXNpYmxlIjp0cnVlLCJXaWR0aCI6MC4wLCJIZWlnaHQiOjAuMCwiQm9yZGVyU3R5bGUiOnsiJGlkIjoiMzg3IiwiTGluZUNvbG9yIjpudWxsLCJMaW5lV2VpZ2h0IjowLjAsIkxpbmVUeXBlIjowLCJQYXJlbnRTdHlsZSI6bnVsbH0sIlBhcmVudFN0eWxlIjpudWxsfSwiSG9yaXpvbnRhbENvbm5lY3RvclN0eWxlIjp7IiRpZCI6IjM4OCIsIkxpbmVDb2xvciI6eyIkaWQiOiIzODkiLCIkdHlwZSI6Ik5MUkUuQ29tbW9uLkRvbS5Tb2xpZENvbG9yQnJ1c2gsIE5MUkUuQ29tbW9uIiwiQ29sb3IiOnsiJGlkIjoiMzkwIiwiQSI6MjU1LCJSIjoyMDQsIkciOjIwNCwiQiI6MjA0fX0sIkxpbmVXZWlnaHQiOjEuMCwiTGluZVR5cGUiOjAsIlBhcmVudFN0eWxlIjpudWxsfSwiVmVydGljYWxDb25uZWN0b3JTdHlsZSI6eyIkaWQiOiIzOTEiLCJMaW5lQ29sb3IiOnsiJGlkIjoiMzkyIiwiJHR5cGUiOiJOTFJFLkNvbW1vbi5Eb20uU29saWRDb2xvckJydXNoLCBOTFJFLkNvbW1vbiIsIkNvbG9yIjp7IiRpZCI6IjM5My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zk0IiwiTWFyZ2luIjp7IiRpZCI6IjM5NSIsIlRvcCI6MC4wLCJMZWZ0Ijo0LjAsIlJpZ2h0Ijo0LjAsIkJvdHRvbSI6MC4wfSwiUGFkZGluZyI6eyIkaWQiOiIzOTYiLCJUb3AiOjAuMCwiTGVmdCI6MC4wLCJSaWdodCI6MC4wLCJCb3R0b20iOjAuMH0sIkJhY2tncm91bmQiOnsiJGlkIjoiMzk3IiwiQ29sb3IiOnsiJGlkIjoiMzk4IiwiQSI6MjU1LCJSIjoyLCJHIjoxNzgsIkIiOjIzOH19LCJJc1Zpc2libGUiOnRydWUsIldpZHRoIjowLjAsIkhlaWdodCI6MTYuMCwiQm9yZGVyU3R5bGUiOnsiJGlkIjoiMzk5IiwiTGluZUNvbG9yIjp7IiRpZCI6IjQwMCIsIiR0eXBlIjoiTkxSRS5Db21tb24uRG9tLlNvbGlkQ29sb3JCcnVzaCwgTkxSRS5Db21tb24iLCJDb2xvciI6eyIkaWQiOiI0MDEiLCJBIjoyNTUsIlIiOjIzNCwiRyI6MjIsIkIiOjMwfX0sIkxpbmVXZWlnaHQiOjAuMCwiTGluZVR5cGUiOjAsIlBhcmVudFN0eWxlIjpudWxsfSwiUGFyZW50U3R5bGUiOm51bGx9LCJUaXRsZVN0eWxlIjp7IiRpZCI6IjQwMiIsIkZvbnRTZXR0aW5ncyI6eyIkaWQiOiI0MDMiLCJGb250U2l6ZSI6MTEsIkZvbnROYW1lIjoiQ2FsaWJyaSIsIklzQm9sZCI6dHJ1ZSwiSXNJdGFsaWMiOmZhbHNlLCJJc1VuZGVybGluZWQiOmZhbHNlLCJQYXJlbnRTdHlsZSI6bnVsbH0sIkF1dG9TaXplIjowLCJGb3JlZ3JvdW5kIjp7IiRpZCI6IjQwNCIsIkNvbG9yIjp7IiRpZCI6IjQwN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0MDYiLCJUb3AiOjAuMCwiTGVmdCI6MC4wLCJSaWdodCI6MC4wLCJCb3R0b20iOjAuMH0sIlBhZGRpbmciOnsiJGlkIjoiNDA3IiwiVG9wIjowLjAsIkxlZnQiOjAuMCwiUmlnaHQiOjAuMCwiQm90dG9tIjowLjB9LCJCYWNrZ3JvdW5kIjp7IiRpZCI6IjQwOCIsIkNvbG9yIjp7IiRpZCI6IjQwOSIsIkEiOjg5LCJSIjowLCJHIjowLCJCIjowfX0sIklzVmlzaWJsZSI6dHJ1ZSwiV2lkdGgiOjAuMCwiSGVpZ2h0IjowLjAsIkJvcmRlclN0eWxlIjp7IiRpZCI6IjQxMCIsIkxpbmVDb2xvciI6bnVsbCwiTGluZVdlaWdodCI6MC4wLCJMaW5lVHlwZSI6MCwiUGFyZW50U3R5bGUiOm51bGx9LCJQYXJlbnRTdHlsZSI6bnVsbH0sIkRhdGVTdHlsZSI6eyIkaWQiOiI0MTEiLCJGb250U2V0dGluZ3MiOnsiJGlkIjoiNDEyIiwiRm9udFNpemUiOjEwLCJGb250TmFtZSI6IkNhbGlicmkiLCJJc0JvbGQiOmZhbHNlLCJJc0l0YWxpYyI6ZmFsc2UsIklzVW5kZXJsaW5lZCI6ZmFsc2UsIlBhcmVudFN0eWxlIjpudWxsfSwiQXV0b1NpemUiOjAsIkZvcmVncm91bmQiOnsiJGlkIjoiNDEzIiwiQ29sb3IiOnsiJGlkIjoiNDE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0MTUiLCJUb3AiOjAuMCwiTGVmdCI6MC4wLCJSaWdodCI6MC4wLCJCb3R0b20iOjAuMH0sIlBhZGRpbmciOnsiJGlkIjoiNDE2IiwiVG9wIjowLjAsIkxlZnQiOjAuMCwiUmlnaHQiOjAuMCwiQm90dG9tIjowLjB9LCJCYWNrZ3JvdW5kIjp7IiRpZCI6IjQxNyIsIkNvbG9yIjp7IiRpZCI6IjQxOCIsIkEiOjg5LCJSIjowLCJHIjowLCJCIjowfX0sIklzVmlzaWJsZSI6dHJ1ZSwiV2lkdGgiOjAuMCwiSGVpZ2h0IjowLjAsIkJvcmRlclN0eWxlIjp7IiRpZCI6IjQxOSIsIkxpbmVDb2xvciI6bnVsbCwiTGluZVdlaWdodCI6MC4wLCJMaW5lVHlwZSI6MCwiUGFyZW50U3R5bGUiOm51bGx9LCJQYXJlbnRTdHlsZSI6bnVsbH0sIkRhdGVGb3JtYXQiOnsiJGlkIjoiNDI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MSIsIkZvcm1hdCI6MCwiSXNWaXNpYmxlIjpmYWxzZSwiTGFzdEtub3duVmlzaWJpbGl0eVN0YXRlIjpmYWxzZX0sIklzVmlzaWJsZSI6dHJ1ZSwiUGFyZW50U3R5bGUiOm51bGwsIl9leHBsaWNpdGx5U2V0Ijp7IiRpZCI6IjQyMiIsIlNoYXBlU3R5bGUiOmZhbHNlLCJUaXRsZVN0eWxlIjpmYWxzZSwiRGF0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NwYWNpbmciOmZhbHNlLCJJc0JlbG93VGltZWJhbmQiOmZhbHNlLCJEdXJhdGlvbkZvcm1hdCI6ZmFsc2UsIldlZWtOdW1iZXJpbmciOmZhbHNlfX0sIkRlZmF1bHRTd2ltbGFuZU1vdFN0eWxlIjp7IiRpZCI6IjQyMyIsIlNoYXBlIjo5LCJDb25uZWN0b3JNYXJnaW4iOnsiJGlkIjoiNDI0IiwiVG9wIjowLjAsIkxlZnQiOjIuMCwiUmlnaHQiOjIuMCwiQm90dG9tIjowLjB9LCJDb25uZWN0b3JTdHlsZSI6eyIkaWQiOiI0MjUiLCJMaW5lQ29sb3IiOnsiJGlkIjoiNDI2IiwiJHR5cGUiOiJOTFJFLkNvbW1vbi5Eb20uU29saWRDb2xvckJydXNoLCBOTFJFLkNvbW1vbiIsIkNvbG9yIjp7IiRpZCI6IjQyNyIsIkEiOjEyNywiUiI6NzksIkciOjEyOSwiQiI6MTg5fX0sIkxpbmVXZWlnaHQiOjEuMCwiTGluZVR5cGUiOjAsIlBhcmVudFN0eWxlIjpudWxsfSwiSXNCZWxvd1RpbWViYW5kIjpmYWxzZSwiUG9zaXRpb25PblRhc2siOjEsIkhpZGVEYXRlIjpmYWxzZSwiU2hhcGVTaXplIjoxLCJTcGFjaW5nIjowLjAsIlBhZGRpbmciOnsiJGlkIjoiNDI4IiwiVG9wIjo1LjAsIkxlZnQiOjMuMCwiUmlnaHQiOjAuMCwiQm90dG9tIjoyLjB9LCJTaGFwZVN0eWxlIjp7IiRpZCI6IjQyOSIsIk1hcmdpbiI6eyIkaWQiOiI0MzAiLCJUb3AiOjAuMCwiTGVmdCI6MC4wLCJSaWdodCI6MC4wLCJCb3R0b20iOjAuMH0sIlBhZGRpbmciOnsiJGlkIjoiNDMxIiwiVG9wIjowLjAsIkxlZnQiOjAuMCwiUmlnaHQiOjAuMCwiQm90dG9tIjowLjB9LCJCYWNrZ3JvdW5kIjp7IiRpZCI6IjQzMiIsIkNvbG9yIjp7IiRpZCI6IjQzMyIsIkEiOjI1NSwiUiI6MiwiRyI6MTc4LCJCIjoyMzh9fSwiSXNWaXNpYmxlIjp0cnVlLCJXaWR0aCI6MTguMCwiSGVpZ2h0IjoyMC4wLCJCb3JkZXJTdHlsZSI6eyIkaWQiOiI0MzQiLCJMaW5lQ29sb3IiOnsiJGlkIjoiNDM1IiwiJHR5cGUiOiJOTFJFLkNvbW1vbi5Eb20uU29saWRDb2xvckJydXNoLCBOTFJFLkNvbW1vbiIsIkNvbG9yIjp7IiRpZCI6IjQzNiIsIkEiOjI1NSwiUiI6MjM0LCJHIjoyMiwiQiI6MzB9fSwiTGluZVdlaWdodCI6MC4wLCJMaW5lVHlwZSI6MCwiUGFyZW50U3R5bGUiOm51bGx9LCJQYXJlbnRTdHlsZSI6bnVsbH0sIlRpdGxlU3R5bGUiOnsiJGlkIjoiNDM3IiwiRm9udFNldHRpbmdzIjp7IiRpZCI6IjQzOCIsIkZvbnRTaXplIjoxMSwiRm9udE5hbWUiOiJDYWxpYnJpIiwiSXNCb2xkIjp0cnVlLCJJc0l0YWxpYyI6ZmFsc2UsIklzVW5kZXJsaW5lZCI6ZmFsc2UsIlBhcmVudFN0eWxlIjpudWxsfSwiQXV0b1NpemUiOjAsIkZvcmVncm91bmQiOnsiJGlkIjoiNDM5IiwiQ29sb3IiOnsiJGlkIjoiNDQ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Q0MSIsIlRvcCI6MC4wLCJMZWZ0IjowLjAsIlJpZ2h0IjowLjAsIkJvdHRvbSI6MC4wfSwiUGFkZGluZyI6eyIkaWQiOiI0NDIiLCJUb3AiOjAuMCwiTGVmdCI6MC4wLCJSaWdodCI6MC4wLCJCb3R0b20iOjAuMH0sIkJhY2tncm91bmQiOnsiJGlkIjoiNDQzIiwiQ29sb3IiOnsiJGlkIjoiNDQ0IiwiQSI6ODksIlIiOjAsIkciOjAsIkIiOjB9fSwiSXNWaXNpYmxlIjp0cnVlLCJXaWR0aCI6MC4wLCJIZWlnaHQiOjAuMCwiQm9yZGVyU3R5bGUiOnsiJGlkIjoiNDQ1IiwiTGluZUNvbG9yIjpudWxsLCJMaW5lV2VpZ2h0IjowLjAsIkxpbmVUeXBlIjowLCJQYXJlbnRTdHlsZSI6bnVsbH0sIlBhcmVudFN0eWxlIjpudWxsfSwiRGF0ZVN0eWxlIjp7IiRpZCI6IjQ0NiIsIkZvbnRTZXR0aW5ncyI6eyIkaWQiOiI0NDciLCJGb250U2l6ZSI6MTAsIkZvbnROYW1lIjoiQ2FsaWJyaSIsIklzQm9sZCI6ZmFsc2UsIklzSXRhbGljIjpmYWxzZSwiSXNVbmRlcmxpbmVkIjpmYWxzZSwiUGFyZW50U3R5bGUiOm51bGx9LCJBdXRvU2l6ZSI6MCwiRm9yZWdyb3VuZCI6eyIkaWQiOiI0NDgiLCJDb2xvciI6eyIkaWQiOiI0N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1MCIsIlRvcCI6MC4wLCJMZWZ0IjowLjAsIlJpZ2h0IjowLjAsIkJvdHRvbSI6MC4wfSwiUGFkZGluZyI6eyIkaWQiOiI0NTEiLCJUb3AiOjAuMCwiTGVmdCI6MC4wLCJSaWdodCI6MC4wLCJCb3R0b20iOjAuMH0sIkJhY2tncm91bmQiOnsiJGlkIjoiNDUyIiwiQ29sb3IiOnsiJGlkIjoiNDUzIiwiQSI6ODksIlIiOjAsIkciOjAsIkIiOjB9fSwiSXNWaXNpYmxlIjp0cnVlLCJXaWR0aCI6MC4wLCJIZWlnaHQiOjAuMCwiQm9yZGVyU3R5bGUiOnsiJGlkIjoiNDU0IiwiTGluZUNvbG9yIjpudWxsLCJMaW5lV2VpZ2h0IjowLjAsIkxpbmVUeXBlIjowLCJQYXJlbnRTdHlsZSI6bnVsbH0sIlBhcmVudFN0eWxlIjpudWxsfSwiRGF0ZUZvcm1hdCI6eyIkaWQiOiI0N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2IiwiRm9ybWF0IjowLCJJc1Zpc2libGUiOmZhbHNlLCJMYXN0S25vd25WaXNpYmlsaXR5U3RhdGUiOmZhbHNlfSwiSXNWaXNpYmxlIjp0cnVlLCJQYXJlbnRTdHlsZSI6bnVsbH0sIkRlZmF1bHRTd2ltbGFuZU1pbGVzdG9uZVN0eWxlIjp7IiRpZCI6IjQ1NyIsIlRpdGxlUG9zaXRpb24iOiJMZWZ0IiwiRGF0ZVBvc2l0aW9uIjoiTGVmdCIsIlNoYXBlVHlwZSI6MTMsIlNoYXBlU2l6ZSI6MSwiU3BhY2luZyI6NSwiU2hhcGVTdHlsZSI6eyIkaWQiOiI0NTgiLCJNYXJnaW4iOnsiJGlkIjoiNDU5IiwiVG9wIjowLjAsIkxlZnQiOjAuMCwiUmlnaHQiOjAuMCwiQm90dG9tIjowLjB9LCJQYWRkaW5nIjp7IiRpZCI6IjQ2MCIsIlRvcCI6MC4wLCJMZWZ0IjowLjAsIlJpZ2h0IjowLjAsIkJvdHRvbSI6MC4wfSwiQmFja2dyb3VuZCI6eyIkaWQiOiI0NjEiLCJDb2xvciI6eyIkaWQiOiI0NjIiLCJBIjoyNTUsIlIiOjIzNywiRyI6MTI1LCJCIjo0OX19LCJJc1Zpc2libGUiOnRydWUsIldpZHRoIjoxOC4wLCJIZWlnaHQiOjIwLjAsIkJvcmRlclN0eWxlIjp7IiRpZCI6IjQ2MyIsIkxpbmVDb2xvciI6eyIkaWQiOiI0NjQiLCIkdHlwZSI6Ik5MUkUuQ29tbW9uLkRvbS5Tb2xpZENvbG9yQnJ1c2gsIE5MUkUuQ29tbW9uIiwiQ29sb3IiOnsiJGlkIjoiNDY1IiwiQSI6MjU1LCJSIjoyMzQsIkciOjIyLCJCIjozMH19LCJMaW5lV2VpZ2h0IjowLjAsIkxpbmVUeXBlIjowLCJQYXJlbnRTdHlsZSI6bnVsbH0sIlBhcmVudFN0eWxlIjpudWxsfSwiVGl0bGVTdHlsZSI6eyIkaWQiOiI0NjYiLCJGb250U2V0dGluZ3MiOnsiJGlkIjoiNDY3IiwiRm9udFNpemUiOjEwLCJGb250TmFtZSI6Ik1vbnRzZXJyYXQiLCJJc0JvbGQiOmZhbHNlLCJJc0l0YWxpYyI6ZmFsc2UsIklzVW5kZXJsaW5lZCI6ZmFsc2UsIlBhcmVudFN0eWxlIjpudWxsfSwiQXV0b1NpemUiOjAsIkZvcmVncm91bmQiOnsiJGlkIjoiNDY4IiwiQ29sb3IiOnsiJGlkIjoiNDY5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Q3MCIsIlRvcCI6MC4wLCJMZWZ0IjowLjAsIlJpZ2h0IjowLjAsIkJvdHRvbSI6MC4wfSwiUGFkZGluZyI6eyIkaWQiOiI0NzEiLCJUb3AiOjAuMCwiTGVmdCI6MC4wLCJSaWdodCI6MC4wLCJCb3R0b20iOjAuMH0sIkJhY2tncm91bmQiOnsiJGlkIjoiNDcyIiwiQ29sb3IiOnsiJGlkIjoiNDczIiwiQSI6ODksIlIiOjAsIkciOjAsIkIiOjB9fSwiSXNWaXNpYmxlIjp0cnVlLCJXaWR0aCI6MC4wLCJIZWlnaHQiOjAuMCwiQm9yZGVyU3R5bGUiOnsiJGlkIjoiNDc0IiwiTGluZUNvbG9yIjpudWxsLCJMaW5lV2VpZ2h0IjowLjAsIkxpbmVUeXBlIjowLCJQYXJlbnRTdHlsZSI6bnVsbH0sIlBhcmVudFN0eWxlIjpudWxsfSwiRGF0ZVN0eWxlIjp7IiRpZCI6IjQ3NSIsIkZvbnRTZXR0aW5ncyI6eyIkaWQiOiI0NzYiLCJGb250U2l6ZSI6MTAsIkZvbnROYW1lIjoiQ2FsaWJyaSIsIklzQm9sZCI6ZmFsc2UsIklzSXRhbGljIjpmYWxzZSwiSXNVbmRlcmxpbmVkIjpmYWxzZSwiUGFyZW50U3R5bGUiOm51bGx9LCJBdXRvU2l6ZSI6MCwiRm9yZWdyb3VuZCI6eyIkaWQiOiI0NzciLCJDb2xvciI6eyIkaWQiOiI0Nz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3OSIsIlRvcCI6MC4wLCJMZWZ0IjowLjAsIlJpZ2h0IjowLjAsIkJvdHRvbSI6MC4wfSwiUGFkZGluZyI6eyIkaWQiOiI0ODAiLCJUb3AiOjAuMCwiTGVmdCI6MC4wLCJSaWdodCI6MC4wLCJCb3R0b20iOjAuMH0sIkJhY2tncm91bmQiOnsiJGlkIjoiNDgxIiwiQ29sb3IiOnsiJGlkIjoiNDgyIiwiQSI6ODksIlIiOjAsIkciOjAsIkIiOjB9fSwiSXNWaXNpYmxlIjpmYWxzZSwiV2lkdGgiOjAuMCwiSGVpZ2h0IjowLjAsIkJvcmRlclN0eWxlIjp7IiRpZCI6IjQ4MyIsIkxpbmVDb2xvciI6bnVsbCwiTGluZVdlaWdodCI6MC4wLCJMaW5lVHlwZSI6MCwiUGFyZW50U3R5bGUiOm51bGx9LCJQYXJlbnRTdHlsZSI6bnVsbH0sIkRhdGVGb3JtYXQiOnsiJGlkIjoiNDg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NSIsIkZvcm1hdCI6MCwiSXNWaXNpYmxlIjpmYWxzZSwiTGFzdEtub3duVmlzaWJpbGl0eVN0YXRlIjpmYWxzZX0sIklzVmlzaWJsZSI6dHJ1ZSwiUGFyZW50U3R5bGUiOm51bGx9LCJEZWZhdWx0U3dpbWxhbmVBY3Rpdml0eVN0eWxlIjp7IiRpZCI6IjQ4NiIsIkhlYWRlclN0eWxlIjp7IiRpZCI6IjQ4NyIsIlRleHRTdHlsZSI6eyIkaWQiOiI0ODgiLCJGb250U2V0dGluZ3MiOnsiJGlkIjoiNDg5IiwiRm9udFNpemUiOjEyLCJGb250TmFtZSI6IkNhbGlicmkiLCJJc0JvbGQiOmZhbHNlLCJJc0l0YWxpYyI6ZmFsc2UsIklzVW5kZXJsaW5lZCI6ZmFsc2UsIlBhcmVudFN0eWxlIjpudWxsfSwiQXV0b1NpemUiOjAsIkZvcmVncm91bmQiOnsiJGlkIjoiNDkwIiwiQ29sb3IiOnsiJGlkIjoiNDkxIiwiQSI6MjU1LCJSIjowLCJHIjowLCJCIjowfX0sIk1heFdpZHRoIjowLjAsIk1heEhlaWdodCI6MC4wLCJTbWFydEZvcmVncm91bmRJc0FjdGl2ZSI6ZmFsc2UsIkhvcml6b250YWxBbGlnbm1lbnQiOjAsIlZlcnRpY2FsQWxpZ25tZW50IjowLCJTbWFydEZvcmVncm91bmQiOm51bGwsIkJhY2tncm91bmRGaWxsVHlwZSI6MCwiTWFyZ2luIjp7IiRpZCI6IjQ5MiIsIlRvcCI6MC4wLCJMZWZ0IjowLjAsIlJpZ2h0IjowLjAsIkJvdHRvbSI6MC4wfSwiUGFkZGluZyI6eyIkaWQiOiI0OTMiLCJUb3AiOjAuMCwiTGVmdCI6MC4wLCJSaWdodCI6MC4wLCJCb3R0b20iOjAuMH0sIkJhY2tncm91bmQiOm51bGwsIklzVmlzaWJsZSI6ZmFsc2UsIldpZHRoIjowLjAsIkhlaWdodCI6MC4wLCJCb3JkZXJTdHlsZSI6bnVsbCwiUGFyZW50U3R5bGUiOm51bGx9LCJSZWN0YW5nbGVTdHlsZSI6eyIkaWQiOiI0OTQiLCJNYXJnaW4iOnsiJGlkIjoiNDk1IiwiVG9wIjowLjAsIkxlZnQiOjAuMCwiUmlnaHQiOjAuMCwiQm90dG9tIjowLjB9LCJQYWRkaW5nIjp7IiRpZCI6IjQ5NiIsIlRvcCI6MC4wLCJMZWZ0IjowLjAsIlJpZ2h0IjowLjAsIkJvdHRvbSI6MC4wfSwiQmFja2dyb3VuZCI6eyIkaWQiOiI0OTciLCJDb2xvciI6eyIkaWQiOiI0OTgiLCJBIjo2MywiUiI6MiwiRyI6MTc4LCJCIjoyMzh9fSwiSXNWaXNpYmxlIjpmYWxzZSwiV2lkdGgiOjAuMCwiSGVpZ2h0IjowLjAsIkJvcmRlclN0eWxlIjp7IiRpZCI6IjQ5OSIsIkxpbmVDb2xvciI6eyIkaWQiOiI1MDAiLCIkdHlwZSI6Ik5MUkUuQ29tbW9uLkRvbS5Tb2xpZENvbG9yQnJ1c2gsIE5MUkUuQ29tbW9uIiwiQ29sb3IiOnsiJGlkIjoiNTAxIiwiQSI6MjU1LCJSIjoyNTUsIkciOjAsIkIiOjB9fSwiTGluZVdlaWdodCI6MC4wLCJMaW5lVHlwZSI6MCwiUGFyZW50U3R5bGUiOm51bGx9LCJQYXJlbnRTdHlsZSI6bnVsbH0sIk1hcmdpbiI6eyIkaWQiOiI1MDIiLCJUb3AiOjAuMCwiTGVmdCI6MC4wLCJSaWdodCI6MC4wLCJCb3R0b20iOjAuMH0sIlBhZGRpbmciOnsiJGlkIjoiNTAzIiwiVG9wIjowLjAsIkxlZnQiOjAuMCwiUmlnaHQiOjAuMCwiQm90dG9tIjowLjB9LCJCYWNrZ3JvdW5kIjpudWxsLCJJc1Zpc2libGUiOnRydWUsIldpZHRoIjowLjAsIkhlaWdodCI6MC4wLCJCb3JkZXJTdHlsZSI6bnVsbCwiUGFyZW50U3R5bGUiOm51bGx9LCJCYWNrZ3JvdW5kU3R5bGUiOnsiJGlkIjoiNTA0IiwiTWFyZ2luIjp7IiRpZCI6IjUwNSIsIlRvcCI6MC4wLCJMZWZ0IjowLjAsIlJpZ2h0IjowLjAsIkJvdHRvbSI6MC4wfSwiUGFkZGluZyI6eyIkaWQiOiI1MDYiLCJUb3AiOjAuMCwiTGVmdCI6MC4wLCJSaWdodCI6MC4wLCJCb3R0b20iOjAuMH0sIkJhY2tncm91bmQiOnsiJHJlZiI6IjM2NCJ9LCJJc1Zpc2libGUiOnRydWUsIldpZHRoIjowLjAsIkhlaWdodCI6MC4wLCJCb3JkZXJTdHlsZSI6eyIkaWQiOiI1MDciLCJMaW5lQ29sb3IiOnsiJGlkIjoiNTA4IiwiJHR5cGUiOiJOTFJFLkNvbW1vbi5Eb20uU29saWRDb2xvckJydXNoLCBOTFJFLkNvbW1vbiIsIkNvbG9yIjp7IiRpZCI6IjUwOSIsIkEiOjI1NSwiUiI6MjM0LCJHIjoyMiwiQiI6MzB9fSwiTGluZVdlaWdodCI6MC4wLCJMaW5lVHlwZSI6MCwiUGFyZW50U3R5bGUiOm51bGx9LCJQYXJlbnRTdHlsZSI6bnVsbH0sIk1hcmdpbiI6eyIkaWQiOiI1MTAiLCJUb3AiOjAuMCwiTGVmdCI6MC4wLCJSaWdodCI6MC4wLCJCb3R0b20iOjAuMH0sIlBhZGRpbmciOnsiJGlkIjoiNTExIiwiVG9wIjowLjAsIkxlZnQiOjAuMCwiUmlnaHQiOjAuMCwiQm90dG9tIjowLjB9LCJJc1Zpc2libGUiOnRydWUsIldpZHRoIjowLjAsIkhlaWdodCI6MC4wLCJCb3JkZXJTdHlsZSI6eyIkaWQiOiI1MTIiLCJMaW5lQ29sb3IiOm51bGwsIkxpbmVXZWlnaHQiOjAuMCwiTGluZVR5cGUiOjAsIlBhcmVudFN0eWxlIjpudWxsfSwiUGFyZW50U3R5bGUiOm51bGx9LCJNYXJnaW4iOnsiJGlkIjoiNTEzIiwiVG9wIjowLjAsIkxlZnQiOjAuMCwiUmlnaHQiOjAuMCwiQm90dG9tIjowLjB9LCJQYWRkaW5nIjp7IiRpZCI6IjUxNCIsIlRvcCI6MC4wLCJMZWZ0IjowLjAsIlJpZ2h0IjowLjAsIkJvdHRvbSI6MC4wfSwiSXNWaXNpYmxlIjp0cnVlLCJXaWR0aCI6MC4wLCJIZWlnaHQiOjAuMCwiQm9yZGVyU3R5bGUiOnsiJGlkIjoiNTE1IiwiTGluZUNvbG9yIjpudWxsLCJMaW5lV2VpZ2h0IjowLjAsIkxpbmVUeXBlIjowLCJQYXJlbnRTdHlsZSI6bnVsbH0sIlBhcmVudFN0eWxlIjpudWxsfX0seyIkaWQiOiI1MTYiLCJfYWN0aXZpdGllcyI6W3siJGlkIjoiNTE3IiwiX3Jvd3MiOlt7IiRpZCI6IjUxOCIsIl90YXNrcyI6W10sIl9taWxlc3RvbmVzIjpbeyIkaWQiOiI1MTkiLCJJZCI6IjcxMjllMzBhLThjYjEtNDVmZS1iZTRiLWNmOWRhNmI3ODQ2NiIsIkluZGV4IjoxMiwiR3JvdXBJZCI6bnVsbCwiVGl0bGUiOiJCUkEgKFBPUikiLCJEYXRlVGltZSI6IjIwMjYtMDktMTZUMjM6NTk6MDAiLCJQZXJjZW50YWdlQ29tcGxldGUiOm51bGwsIk5vdGUiOm51bGwsIlN0eWxlIjp7IiRpZCI6IjUyMCIsIlRpdGxlUG9zaXRpb24iOiJBYm92ZSIsIkRhdGVQb3NpdGlvbiI6IkxlZnQiLCJTaGFwZVR5cGUiOjE3LCJTaGFwZVNpemUiOjAsIlNwYWNpbmciOjUsIlNoYXBlU3R5bGUiOnsiJGlkIjoiNTIxIiwiTWFyZ2luIjp7IiRpZCI6IjUyMiIsIlRvcCI6MC4wLCJMZWZ0IjowLjAsIlJpZ2h0IjowLjAsIkJvdHRvbSI6MC4wfSwiUGFkZGluZyI6eyIkaWQiOiI1MjMiLCJUb3AiOjAuMCwiTGVmdCI6MC4wLCJSaWdodCI6MC4wLCJCb3R0b20iOjAuMH0sIkJhY2tncm91bmQiOnsiJGlkIjoiNTI0IiwiQ29sb3IiOnsiJGlkIjoiNTI1IiwiQSI6MjU1LCJSIjo5MSwiRyI6MTU1LCJCIjoyMTN9fSwiSXNWaXNpYmxlIjp0cnVlLCJXaWR0aCI6MTQuMCwiSGVpZ2h0IjoxNC4wLCJCb3JkZXJTdHlsZSI6eyIkaWQiOiI1MjYiLCJMaW5lQ29sb3IiOnsiJGlkIjoiNTI3IiwiJHR5cGUiOiJOTFJFLkNvbW1vbi5Eb20uU29saWRDb2xvckJydXNoLCBOTFJFLkNvbW1vbiIsIkNvbG9yIjp7IiRpZCI6IjUyOCIsIkEiOjI1NSwiUiI6MjU1LCJHIjowLCJCIjowfX0sIkxpbmVXZWlnaHQiOjAuMCwiTGluZVR5cGUiOjAsIlBhcmVudFN0eWxlIjpudWxsfSwiUGFyZW50U3R5bGUiOm51bGx9LCJUaXRsZVN0eWxlIjp7IiRpZCI6IjUyOSIsIkZvbnRTZXR0aW5ncyI6eyIkaWQiOiI1MzAiLCJGb250U2l6ZSI6MTAsIkZvbnROYW1lIjoiTW9udHNlcnJhdCIsIklzQm9sZCI6ZmFsc2UsIklzSXRhbGljIjpmYWxzZSwiSXNVbmRlcmxpbmVkIjpmYWxzZSwiUGFyZW50U3R5bGUiOm51bGx9LCJBdXRvU2l6ZSI6MCwiRm9yZWdyb3VuZCI6eyIkaWQiOiI1MzEiLCJDb2xvciI6eyIkaWQiOiI1Mz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MzIiwiVG9wIjowLjAsIkxlZnQiOjAuMCwiUmlnaHQiOjAuMCwiQm90dG9tIjowLjB9LCJQYWRkaW5nIjp7IiRpZCI6IjUzNCIsIlRvcCI6MC4wLCJMZWZ0IjowLjAsIlJpZ2h0IjowLjAsIkJvdHRvbSI6MC4wfSwiQmFja2dyb3VuZCI6eyIkaWQiOiI1MzUiLCJDb2xvciI6eyIkaWQiOiI1MzYiLCJBIjo4OSwiUiI6MCwiRyI6MCwiQiI6MH19LCJJc1Zpc2libGUiOnRydWUsIldpZHRoIjowLjAsIkhlaWdodCI6MC4wLCJCb3JkZXJTdHlsZSI6eyIkaWQiOiI1MzciLCJMaW5lQ29sb3IiOm51bGwsIkxpbmVXZWlnaHQiOjAuMCwiTGluZVR5cGUiOjAsIlBhcmVudFN0eWxlIjpudWxsfSwiUGFyZW50U3R5bGUiOm51bGx9LCJEYXRlU3R5bGUiOnsiJGlkIjoiNTM4IiwiRm9udFNldHRpbmdzIjp7IiRpZCI6IjUzOSIsIkZvbnRTaXplIjoxMCwiRm9udE5hbWUiOiJDYWxpYnJpIiwiSXNCb2xkIjpmYWxzZSwiSXNJdGFsaWMiOmZhbHNlLCJJc1VuZGVybGluZWQiOmZhbHNlLCJQYXJlbnRTdHlsZSI6bnVsbH0sIkF1dG9TaXplIjowLCJGb3JlZ3JvdW5kIjp7IiRpZCI6IjU0MCIsIkNvbG9yIjp7IiRpZCI6IjU0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QyIiwiVG9wIjowLjAsIkxlZnQiOjAuMCwiUmlnaHQiOjAuMCwiQm90dG9tIjowLjB9LCJQYWRkaW5nIjp7IiRpZCI6IjU0MyIsIlRvcCI6MC4wLCJMZWZ0IjowLjAsIlJpZ2h0IjowLjAsIkJvdHRvbSI6MC4wfSwiQmFja2dyb3VuZCI6eyIkaWQiOiI1NDQiLCJDb2xvciI6eyIkaWQiOiI1NDUiLCJBIjo4OSwiUiI6MCwiRyI6MCwiQiI6MH19LCJJc1Zpc2libGUiOmZhbHNlLCJXaWR0aCI6MC4wLCJIZWlnaHQiOjAuMCwiQm9yZGVyU3R5bGUiOnsiJGlkIjoiNTQ2IiwiTGluZUNvbG9yIjpudWxsLCJMaW5lV2VpZ2h0IjowLjAsIkxpbmVUeXBlIjowLCJQYXJlbnRTdHlsZSI6bnVsbH0sIlBhcmVudFN0eWxlIjpudWxsfSwiRGF0ZUZvcm1hdCI6eyIkaWQiOiI1NDc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NTQ4IiwiRGF0ZVBhcnRJc1Zpc2libGUiOnRydWUsIlRpbWVQYXJ0SXNWaXNpYmxlIjpmYWxzZX19LCJXZWVrTnVtYmVyaW5nIjp7IiRpZCI6IjU0OS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1NTAiLCJfdGFza3MiOltdLCJfbWlsZXN0b25lcyI6W3siJGlkIjoiNTUxIiwiSWQiOiJhZDg1OGU0ZC04ZWNhLTQwMDYtODUyZi01OTg2YTRmNzJkOTQiLCJJbmRleCI6MTMsIkdyb3VwSWQiOm51bGwsIlRpdGxlIjoiVUsgLSBBVVMiLCJEYXRlVGltZSI6IjIwMjUtMTItMzFUMjM6NTk6MDAiLCJQZXJjZW50YWdlQ29tcGxldGUiOm51bGwsIk5vdGUiOm51bGwsIlN0eWxlIjp7IiRpZCI6IjU1MiIsIlRpdGxlUG9zaXRpb24iOiJSaWdodCIsIkRhdGVQb3NpdGlvbiI6IkxlZnQiLCJTaGFwZVR5cGUiOjE3LCJTaGFwZVNpemUiOjAsIlNwYWNpbmciOjUsIlNoYXBlU3R5bGUiOnsiJGlkIjoiNTUzIiwiTWFyZ2luIjp7IiRpZCI6IjU1NCIsIlRvcCI6MC4wLCJMZWZ0IjowLjAsIlJpZ2h0IjowLjAsIkJvdHRvbSI6MC4wfSwiUGFkZGluZyI6eyIkaWQiOiI1NTUiLCJUb3AiOjAuMCwiTGVmdCI6MC4wLCJSaWdodCI6MC4wLCJCb3R0b20iOjAuMH0sIkJhY2tncm91bmQiOnsiJGlkIjoiNTU2IiwiQ29sb3IiOnsiJGlkIjoiNTU3IiwiQSI6MjU1LCJSIjoyMzcsIkciOjEyNSwiQiI6NDl9fSwiSXNWaXNpYmxlIjp0cnVlLCJXaWR0aCI6MTQuMCwiSGVpZ2h0IjoxNC4wLCJCb3JkZXJTdHlsZSI6eyIkaWQiOiI1NTgiLCJMaW5lQ29sb3IiOnsiJGlkIjoiNTU5IiwiJHR5cGUiOiJOTFJFLkNvbW1vbi5Eb20uU29saWRDb2xvckJydXNoLCBOTFJFLkNvbW1vbiIsIkNvbG9yIjp7IiRpZCI6IjU2MCIsIkEiOjI1NSwiUiI6MjU1LCJHIjowLCJCIjowfX0sIkxpbmVXZWlnaHQiOjAuMCwiTGluZVR5cGUiOjAsIlBhcmVudFN0eWxlIjpudWxsfSwiUGFyZW50U3R5bGUiOm51bGx9LCJUaXRsZVN0eWxlIjp7IiRpZCI6IjU2MSIsIkZvbnRTZXR0aW5ncyI6eyIkaWQiOiI1NjIiLCJGb250U2l6ZSI6MTEsIkZvbnROYW1lIjoiTW9udHNlcnJhdCIsIklzQm9sZCI6ZmFsc2UsIklzSXRhbGljIjpmYWxzZSwiSXNVbmRlcmxpbmVkIjpmYWxzZSwiUGFyZW50U3R5bGUiOm51bGx9LCJBdXRvU2l6ZSI6MCwiRm9yZWdyb3VuZCI6eyIkaWQiOiI1NjMiLCJDb2xvciI6eyIkaWQiOiI1NjQ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Y1IiwiVG9wIjowLjAsIkxlZnQiOjAuMCwiUmlnaHQiOjAuMCwiQm90dG9tIjowLjB9LCJQYWRkaW5nIjp7IiRpZCI6IjU2NiIsIlRvcCI6MC4wLCJMZWZ0IjowLjAsIlJpZ2h0IjowLjAsIkJvdHRvbSI6MC4wfSwiQmFja2dyb3VuZCI6eyIkaWQiOiI1NjciLCJDb2xvciI6eyIkaWQiOiI1NjgiLCJBIjo4OSwiUiI6MCwiRyI6MCwiQiI6MH19LCJJc1Zpc2libGUiOnRydWUsIldpZHRoIjowLjAsIkhlaWdodCI6MC4wLCJCb3JkZXJTdHlsZSI6eyIkaWQiOiI1NjkiLCJMaW5lQ29sb3IiOm51bGwsIkxpbmVXZWlnaHQiOjAuMCwiTGluZVR5cGUiOjAsIlBhcmVudFN0eWxlIjpudWxsfSwiUGFyZW50U3R5bGUiOm51bGx9LCJEYXRlU3R5bGUiOnsiJGlkIjoiNTcwIiwiRm9udFNldHRpbmdzIjp7IiRpZCI6IjU3MSIsIkZvbnRTaXplIjoxMCwiRm9udE5hbWUiOiJDYWxpYnJpIiwiSXNCb2xkIjpmYWxzZSwiSXNJdGFsaWMiOmZhbHNlLCJJc1VuZGVybGluZWQiOmZhbHNlLCJQYXJlbnRTdHlsZSI6bnVsbH0sIkF1dG9TaXplIjowLCJGb3JlZ3JvdW5kIjp7IiRpZCI6IjU3MiIsIkNvbG9yIjp7IiRpZCI6IjU3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4OSwiUiI6MCwiRyI6MCwiQiI6MH19LCJJc1Zpc2libGUiOmZhbHNlLCJXaWR0aCI6MC4wLCJIZWlnaHQiOjAuMCwiQm9yZGVyU3R5bGUiOnsiJGlkIjoiNTc4IiwiTGluZUNvbG9yIjpudWxsLCJMaW5lV2VpZ2h0IjowLjAsIkxpbmVUeXBlIjowLCJQYXJlbnRTdHlsZSI6bnVsbH0sIlBhcmVudFN0eWxlIjpudWxsfSwiRGF0ZUZvcm1hdCI6eyIkaWQiOiI1N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gw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U4MSIsIl90YXNrcyI6W10sIl9taWxlc3RvbmVzIjpbeyIkaWQiOiI1ODIiLCJJZCI6Ijk4ZGVjY2E3LTZmY2MtNGY2Ni04MmYwLTc0Yjk1YjRmZGFiYiIsIkluZGV4IjoxNCwiR3JvdXBJZCI6bnVsbCwiVGl0bGUiOiJCSCAtIFFBVCAtIFNBVSIsIkRhdGVUaW1lIjoiMjAyNi0wOC0zMVQyMzo1OTowMCIsIlBlcmNlbnRhZ2VDb21wbGV0ZSI6bnVsbCwiTm90ZSI6bnVsbCwiU3R5bGUiOnsiJGlkIjoiNTgzIiwiVGl0bGVQb3NpdGlvbiI6IkxlZnQiLCJEYXRlUG9zaXRpb24iOiJMZWZ0IiwiU2hhcGVUeXBlIjoxNywiU2hhcGVTaXplIjowLCJTcGFjaW5nIjo1LCJTaGFwZVN0eWxlIjp7IiRpZCI6IjU4NCIsIk1hcmdpbiI6eyIkaWQiOiI1ODUiLCJUb3AiOjAuMCwiTGVmdCI6MC4wLCJSaWdodCI6MC4wLCJCb3R0b20iOjAuMH0sIlBhZGRpbmciOnsiJGlkIjoiNTg2IiwiVG9wIjowLjAsIkxlZnQiOjAuMCwiUmlnaHQiOjAuMCwiQm90dG9tIjowLjB9LCJCYWNrZ3JvdW5kIjp7IiRpZCI6IjU4NyIsIkNvbG9yIjp7IiRpZCI6IjU4OCIsIkEiOjI1NSwiUiI6OTEsIkciOjE1NSwiQiI6MjEzfX0sIklzVmlzaWJsZSI6dHJ1ZSwiV2lkdGgiOjE0LjAsIkhlaWdodCI6MTQuMCwiQm9yZGVyU3R5bGUiOnsiJGlkIjoiNTg5IiwiTGluZUNvbG9yIjp7IiRpZCI6IjU5MCIsIiR0eXBlIjoiTkxSRS5Db21tb24uRG9tLlNvbGlkQ29sb3JCcnVzaCwgTkxSRS5Db21tb24iLCJDb2xvciI6eyIkaWQiOiI1OTEiLCJBIjoyNTUsIlIiOjI1NSwiRyI6MCwiQiI6MH19LCJMaW5lV2VpZ2h0IjowLjAsIkxpbmVUeXBlIjowLCJQYXJlbnRTdHlsZSI6bnVsbH0sIlBhcmVudFN0eWxlIjpudWxsfSwiVGl0bGVTdHlsZSI6eyIkaWQiOiI1OTIiLCJGb250U2V0dGluZ3MiOnsiJGlkIjoiNTkzIiwiRm9udFNpemUiOjEwLCJGb250TmFtZSI6Ik1vbnRzZXJyYXQiLCJJc0JvbGQiOmZhbHNlLCJJc0l0YWxpYyI6ZmFsc2UsIklzVW5kZXJsaW5lZCI6ZmFsc2UsIlBhcmVudFN0eWxlIjpudWxsfSwiQXV0b1NpemUiOjAsIkZvcmVncm91bmQiOnsiJGlkIjoiNTk0IiwiQ29sb3IiOnsiJGlkIjoiNTk1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U5NiIsIlRvcCI6MC4wLCJMZWZ0IjowLjAsIlJpZ2h0IjowLjAsIkJvdHRvbSI6MC4wfSwiUGFkZGluZyI6eyIkaWQiOiI1OTciLCJUb3AiOjAuMCwiTGVmdCI6MC4wLCJSaWdodCI6MC4wLCJCb3R0b20iOjAuMH0sIkJhY2tncm91bmQiOnsiJGlkIjoiNTk4IiwiQ29sb3IiOnsiJGlkIjoiNTk5IiwiQSI6ODksIlIiOjAsIkciOjAsIkIiOjB9fSwiSXNWaXNpYmxlIjp0cnVlLCJXaWR0aCI6MC4wLCJIZWlnaHQiOjAuMCwiQm9yZGVyU3R5bGUiOnsiJGlkIjoiNjAwIiwiTGluZUNvbG9yIjpudWxsLCJMaW5lV2VpZ2h0IjowLjAsIkxpbmVUeXBlIjowLCJQYXJlbnRTdHlsZSI6bnVsbH0sIlBhcmVudFN0eWxlIjpudWxsfSwiRGF0ZVN0eWxlIjp7IiRpZCI6IjYwMSIsIkZvbnRTZXR0aW5ncyI6eyIkaWQiOiI2MDIiLCJGb250U2l6ZSI6MTAsIkZvbnROYW1lIjoiQ2FsaWJyaSIsIklzQm9sZCI6ZmFsc2UsIklzSXRhbGljIjpmYWxzZSwiSXNVbmRlcmxpbmVkIjpmYWxzZSwiUGFyZW50U3R5bGUiOm51bGx9LCJBdXRvU2l6ZSI6MCwiRm9yZWdyb3VuZCI6eyIkaWQiOiI2MDMiLCJDb2xvciI6eyIkaWQiOiI2MD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YwNSIsIlRvcCI6MC4wLCJMZWZ0IjowLjAsIlJpZ2h0IjowLjAsIkJvdHRvbSI6MC4wfSwiUGFkZGluZyI6eyIkaWQiOiI2MDYiLCJUb3AiOjAuMCwiTGVmdCI6MC4wLCJSaWdodCI6MC4wLCJCb3R0b20iOjAuMH0sIkJhY2tncm91bmQiOnsiJGlkIjoiNjA3IiwiQ29sb3IiOnsiJGlkIjoiNjA4IiwiQSI6ODksIlIiOjAsIkciOjAsIkIiOjB9fSwiSXNWaXNpYmxlIjpmYWxzZSwiV2lkdGgiOjAuMCwiSGVpZ2h0IjowLjAsIkJvcmRlclN0eWxlIjp7IiRpZCI6IjYwOSIsIkxpbmVDb2xvciI6bnVsbCwiTGluZVdlaWdodCI6MC4wLCJMaW5lVHlwZSI6MCwiUGFyZW50U3R5bGUiOm51bGx9LCJQYXJlbnRTdHlsZSI6bnVsbH0sIkRhdGVGb3JtYXQiOnsiJGlkIjoiNjEwIiwiRm9ybWF0U3RyaW5nIjoiTU1NIGQiLCJTZXBhcmF0b3IiOiIvIiwiVXNlSW50ZXJuYXRpb25hbERhdGVGb3JtYXQiOmZhbHNlLCJEYXRlSXNWaXNpYmxlIjpmYWxzZSwiVGltZUlzVmlzaWJsZSI6ZmFsc2UsIkhvdXJEaWdpdHMiOjEsIkFtUG1EZXNpZ25hdG9yIjoyLCJUcmltMDBNaW51dGVzIjpmYWxzZSwiTGFzdEtub3duVmlzaWJpbGl0eVN0YXRlIjp7IiRpZCI6IjYxMSIsIkRhdGVQYXJ0SXNWaXNpYmxlIjp0cnVlLCJUaW1lUGFydElzVmlzaWJsZSI6ZmFsc2V9fSwiV2Vla051bWJlcmluZyI6eyIkaWQiOiI2MTI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NjEzIiwiX3Rhc2tzIjpbXSwiX21pbGVzdG9uZXMiOlt7IiRpZCI6IjYxNCIsIklkIjoiYjQ4YmE1NzAtZWYxMy00MTdmLTg2ZTQtMmFkNDZjNTYwZThjIiwiSW5kZXgiOjE1LCJHcm91cElkIjpudWxsLCJUaXRsZSI6IkNBTiAoRU4tRlJBKSIsIkRhdGVUaW1lIjoiMjAyNy0wNS0xOVQyMzo1OTowMCIsIlBlcmNlbnRhZ2VDb21wbGV0ZSI6bnVsbCwiTm90ZSI6bnVsbCwiU3R5bGUiOnsiJGlkIjoiNjE1IiwiVGl0bGVQb3NpdGlvbiI6IkFib3ZlIiwiRGF0ZVBvc2l0aW9uIjoiTGVmdCIsIlNoYXBlVHlwZSI6MTcsIlNoYXBlU2l6ZSI6MCwiU3BhY2luZyI6NSwiU2hhcGVTdHlsZSI6eyIkaWQiOiI2MTYiLCJNYXJnaW4iOnsiJGlkIjoiNjE3IiwiVG9wIjowLjAsIkxlZnQiOjAuMCwiUmlnaHQiOjAuMCwiQm90dG9tIjowLjB9LCJQYWRkaW5nIjp7IiRpZCI6IjYxOCIsIlRvcCI6MC4wLCJMZWZ0IjowLjAsIlJpZ2h0IjowLjAsIkJvdHRvbSI6MC4wfSwiQmFja2dyb3VuZCI6eyIkaWQiOiI2MTkiLCJDb2xvciI6eyIkaWQiOiI2MjAiLCJBIjoyNTUsIlIiOjIzNywiRyI6MTI1LCJCIjo0OX19LCJJc1Zpc2libGUiOnRydWUsIldpZHRoIjoxNC4wLCJIZWlnaHQiOjE0LjAsIkJvcmRlclN0eWxlIjp7IiRpZCI6IjYyMSIsIkxpbmVDb2xvciI6eyIkaWQiOiI2MjIiLCIkdHlwZSI6Ik5MUkUuQ29tbW9uLkRvbS5Tb2xpZENvbG9yQnJ1c2gsIE5MUkUuQ29tbW9uIiwiQ29sb3IiOnsiJGlkIjoiNjIzIiwiQSI6MjU1LCJSIjoyNTUsIkciOjAsIkIiOjB9fSwiTGluZVdlaWdodCI6MC4wLCJMaW5lVHlwZSI6MCwiUGFyZW50U3R5bGUiOm51bGx9LCJQYXJlbnRTdHlsZSI6bnVsbH0sIlRpdGxlU3R5bGUiOnsiJGlkIjoiNjI0IiwiRm9udFNldHRpbmdzIjp7IiRpZCI6IjYyNSIsIkZvbnRTaXplIjoxMCwiRm9udE5hbWUiOiJNb250c2VycmF0IiwiSXNCb2xkIjpmYWxzZSwiSXNJdGFsaWMiOmZhbHNlLCJJc1VuZGVybGluZWQiOmZhbHNlLCJQYXJlbnRTdHlsZSI6bnVsbH0sIkF1dG9TaXplIjowLCJGb3JlZ3JvdW5kIjp7IiRpZCI6IjYyNiIsIkNvbG9yIjp7IiRpZCI6IjYy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2MjgiLCJUb3AiOjAuMCwiTGVmdCI6MC4wLCJSaWdodCI6MC4wLCJCb3R0b20iOjAuMH0sIlBhZGRpbmciOnsiJGlkIjoiNjI5IiwiVG9wIjowLjAsIkxlZnQiOjAuMCwiUmlnaHQiOjAuMCwiQm90dG9tIjowLjB9LCJCYWNrZ3JvdW5kIjp7IiRpZCI6IjYzMCIsIkNvbG9yIjp7IiRpZCI6IjYzMSIsIkEiOjg5LCJSIjowLCJHIjowLCJCIjowfX0sIklzVmlzaWJsZSI6dHJ1ZSwiV2lkdGgiOjAuMCwiSGVpZ2h0IjowLjAsIkJvcmRlclN0eWxlIjp7IiRpZCI6IjYzMiIsIkxpbmVDb2xvciI6bnVsbCwiTGluZVdlaWdodCI6MC4wLCJMaW5lVHlwZSI6MCwiUGFyZW50U3R5bGUiOm51bGx9LCJQYXJlbnRTdHlsZSI6bnVsbH0sIkRhdGVTdHlsZSI6eyIkaWQiOiI2MzMiLCJGb250U2V0dGluZ3MiOnsiJGlkIjoiNjM0IiwiRm9udFNpemUiOjEwLCJGb250TmFtZSI6IkNhbGlicmkiLCJJc0JvbGQiOmZhbHNlLCJJc0l0YWxpYyI6ZmFsc2UsIklzVW5kZXJsaW5lZCI6ZmFsc2UsIlBhcmVudFN0eWxlIjpudWxsfSwiQXV0b1NpemUiOjAsIkZvcmVncm91bmQiOnsiJGlkIjoiNjM1IiwiQ29sb3IiOnsiJGlkIjoiNjM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2MzciLCJUb3AiOjAuMCwiTGVmdCI6MC4wLCJSaWdodCI6MC4wLCJCb3R0b20iOjAuMH0sIlBhZGRpbmciOnsiJGlkIjoiNjM4IiwiVG9wIjowLjAsIkxlZnQiOjAuMCwiUmlnaHQiOjAuMCwiQm90dG9tIjowLjB9LCJCYWNrZ3JvdW5kIjp7IiRpZCI6IjYzOSIsIkNvbG9yIjp7IiRpZCI6IjY0MCIsIkEiOjg5LCJSIjowLCJHIjowLCJCIjowfX0sIklzVmlzaWJsZSI6ZmFsc2UsIldpZHRoIjowLjAsIkhlaWdodCI6MC4wLCJCb3JkZXJTdHlsZSI6eyIkaWQiOiI2NDEiLCJMaW5lQ29sb3IiOm51bGwsIkxpbmVXZWlnaHQiOjAuMCwiTGluZVR5cGUiOjAsIlBhcmVudFN0eWxlIjpudWxsfSwiUGFyZW50U3R5bGUiOm51bGx9LCJEYXRlRm9ybWF0Ijp7IiRpZCI6IjY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DM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ExLCJJZCI6Ijg2NjhhNDRjLWM2MDktNDJmMS05ZTY3LTNmOWU5Y2JiNDE0MyIsIkhlYWRlclRleHQiOm51bGwsIklzRGVmYXVsdCI6dHJ1ZSwiU3R5bGUiOnsiJGlkIjoiNjQ0IiwiSGVhZGVyU3R5bGUiOnsiJGlkIjoiNjQ1IiwiVGV4dFN0eWxlIjp7IiRpZCI6IjY0NiIsIkZvbnRTZXR0aW5ncyI6eyIkaWQiOiI2NDciLCJGb250U2l6ZSI6MTEsIkZvbnROYW1lIjoiQ2FsaWJyaSIsIklzQm9sZCI6ZmFsc2UsIklzSXRhbGljIjpmYWxzZSwiSXNVbmRlcmxpbmVkIjpmYWxzZSwiUGFyZW50U3R5bGUiOm51bGx9LCJBdXRvU2l6ZSI6MiwiRm9yZWdyb3VuZCI6eyIkaWQiOiI2NDgiLCJDb2xvciI6eyIkaWQiOiI2NDk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2NTAiLCJUb3AiOjAuMCwiTGVmdCI6MC4wLCJSaWdodCI6MC4wLCJCb3R0b20iOjAuMH0sIlBhZGRpbmciOnsiJGlkIjoiNjUxIiwiVG9wIjowLjAsIkxlZnQiOjAuMCwiUmlnaHQiOjAuMCwiQm90dG9tIjowLjB9LCJCYWNrZ3JvdW5kIjpudWxsLCJJc1Zpc2libGUiOnRydWUsIldpZHRoIjowLjAsIkhlaWdodCI6MC4wLCJCb3JkZXJTdHlsZSI6bnVsbCwiUGFyZW50U3R5bGUiOm51bGx9LCJSZWN0YW5nbGVTdHlsZSI6eyIkaWQiOiI2NTIiLCJNYXJnaW4iOnsiJGlkIjoiNjUzIiwiVG9wIjowLjAsIkxlZnQiOjAuMCwiUmlnaHQiOjAuMCwiQm90dG9tIjowLjB9LCJQYWRkaW5nIjp7IiRpZCI6IjY1NCIsIlRvcCI6MC4wLCJMZWZ0IjowLjAsIlJpZ2h0IjowLjAsIkJvdHRvbSI6MC4wfSwiQmFja2dyb3VuZCI6eyIkaWQiOiI2NTUiLCJDb2xvciI6eyIkaWQiOiI2NTYiLCJBIjo2MywiUiI6MjM3LCJHIjoxMjUsIkIiOjQ5fX0sIklzVmlzaWJsZSI6dHJ1ZSwiV2lkdGgiOjAuMCwiSGVpZ2h0IjowLjAsIkJvcmRlclN0eWxlIjp7IiRpZCI6IjY1NyIsIkxpbmVDb2xvciI6eyIkaWQiOiI2NTgiLCIkdHlwZSI6Ik5MUkUuQ29tbW9uLkRvbS5Tb2xpZENvbG9yQnJ1c2gsIE5MUkUuQ29tbW9uIiwiQ29sb3IiOnsiJGlkIjoiNjU5IiwiQSI6MjU1LCJSIjoyNTUsIkciOjAsIkIiOjB9fSwiTGluZVdlaWdodCI6MC4wLCJMaW5lVHlwZSI6MCwiUGFyZW50U3R5bGUiOm51bGx9LCJQYXJlbnRTdHlsZSI6bnVsbH0sIk1hcmdpbiI6eyIkaWQiOiI2NjAiLCJUb3AiOjAuMCwiTGVmdCI6MC4wLCJSaWdodCI6MC4wLCJCb3R0b20iOjAuMH0sIlBhZGRpbmciOnsiJGlkIjoiNjYxIiwiVG9wIjowLjAsIkxlZnQiOjAuMCwiUmlnaHQiOjAuMCwiQm90dG9tIjowLjB9LCJCYWNrZ3JvdW5kIjpudWxsLCJJc1Zpc2libGUiOnRydWUsIldpZHRoIjowLjAsIkhlaWdodCI6MC4wLCJCb3JkZXJTdHlsZSI6bnVsbCwiUGFyZW50U3R5bGUiOm51bGx9LCJCYWNrZ3JvdW5kU3R5bGUiOnsiJGlkIjoiNjYyIiwiTWFyZ2luIjp7IiRpZCI6IjY2MyIsIlRvcCI6MC4wLCJMZWZ0IjowLjAsIlJpZ2h0IjowLjAsIkJvdHRvbSI6MC4wfSwiUGFkZGluZyI6eyIkaWQiOiI2NjQiLCJUb3AiOjAuMCwiTGVmdCI6MC4wLCJSaWdodCI6MC4wLCJCb3R0b20iOjAuMH0sIkJhY2tncm91bmQiOnsiJGlkIjoiNjY1IiwiQ29sb3IiOnsiJGlkIjoiNjY2IiwiQSI6MzgsIlIiOjIzNywiRyI6MTI1LCJCIjo0OX19LCJJc1Zpc2libGUiOnRydWUsIldpZHRoIjowLjAsIkhlaWdodCI6MC4wLCJCb3JkZXJTdHlsZSI6eyIkaWQiOiI2NjciLCJMaW5lQ29sb3IiOnsiJGlkIjoiNjY4IiwiJHR5cGUiOiJOTFJFLkNvbW1vbi5Eb20uU29saWRDb2xvckJydXNoLCBOTFJFLkNvbW1vbiIsIkNvbG9yIjp7IiRpZCI6IjY2OSIsIkEiOjI1NSwiUiI6MjM0LCJHIjoyMiwiQiI6MzB9fSwiTGluZVdlaWdodCI6MC4wLCJMaW5lVHlwZSI6MCwiUGFyZW50U3R5bGUiOm51bGx9LCJQYXJlbnRTdHlsZSI6bnVsbH0sIk1hcmdpbiI6eyIkaWQiOiI2NzAiLCJUb3AiOjAuMCwiTGVmdCI6MC4wLCJSaWdodCI6MC4wLCJCb3R0b20iOjAuMH0sIlBhZGRpbmciOnsiJGlkIjoiNjcxIiwiVG9wIjowLjAsIkxlZnQiOjAuMCwiUmlnaHQiOjAuMCwiQm90dG9tIjowLjB9LCJJc1Zpc2libGUiOnRydWUsIldpZHRoIjowLjAsIkhlaWdodCI6MC4wLCJCb3JkZXJTdHlsZSI6eyIkaWQiOiI2NzIiLCJMaW5lQ29sb3IiOm51bGwsIkxpbmVXZWlnaHQiOjAuMCwiTGluZVR5cGUiOjAsIlBhcmVudFN0eWxlIjpudWxsfSwiUGFyZW50U3R5bGUiOm51bGx9fV0sIklkIjoiMTU0ZjJhZjUtYTNmOC00ZTE0LWJhMDQtYjBiZGYxM2EwMTdhIiwiSW5kZXgiOjExLCJIZWFkZXJUZXh0IjoiQ291bnRyeSBOT1QgUkVHSVNURVJFRCIsIlN0eWxlIjp7IiRpZCI6IjY3MyIsIlN0eWxlSWQiOiIwMDAwMDAwMC0wMDAwLTAwMDAtMDAwMC0wMDAwMDAwMDAwMDAiLCJIZWFkZXJTdHlsZSI6eyIkaWQiOiI2NzQiLCJUZXh0SXNWZXJ0aWNhbCI6ZmFsc2UsIlRleHRTdHlsZSI6eyIkaWQiOiI2NzUiLCJGb250U2V0dGluZ3MiOnsiJGlkIjoiNjc2IiwiRm9udFNpemUiOjEwLCJGb250TmFtZSI6Ik1vbnRzZXJyYXQiLCJJc0JvbGQiOmZhbHNlLCJJc0l0YWxpYyI6ZmFsc2UsIklzVW5kZXJsaW5lZCI6ZmFsc2UsIlBhcmVudFN0eWxlIjpudWxsfSwiQXV0b1NpemUiOjIsIkZvcmVncm91bmQiOnsiJGlkIjoiNjc3IiwiQ29sb3IiOnsiJGlkIjoiNjc4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Njc5IiwiVG9wIjowLjAsIkxlZnQiOjAuMCwiUmlnaHQiOjAuMCwiQm90dG9tIjowLjB9LCJQYWRkaW5nIjp7IiRpZCI6IjY4MCIsIlRvcCI6MC4wLCJMZWZ0IjowLjAsIlJpZ2h0IjowLjAsIkJvdHRvbSI6MC4wfSwiQmFja2dyb3VuZCI6bnVsbCwiSXNWaXNpYmxlIjpmYWxzZSwiV2lkdGgiOjAuMCwiSGVpZ2h0IjowLjAsIkJvcmRlclN0eWxlIjpudWxsLCJQYXJlbnRTdHlsZSI6bnVsbH0sIlJlY3RhbmdsZVN0eWxlIjp7IiRpZCI6IjY4MSIsIk1hcmdpbiI6eyIkaWQiOiI2ODIiLCJUb3AiOjAuMCwiTGVmdCI6MC4wLCJSaWdodCI6MC4wLCJCb3R0b20iOjAuMH0sIlBhZGRpbmciOnsiJGlkIjoiNjgzIiwiVG9wIjowLjAsIkxlZnQiOjAuMCwiUmlnaHQiOjAuMCwiQm90dG9tIjowLjB9LCJCYWNrZ3JvdW5kIjp7IiRpZCI6IjY4NCIsIkNvbG9yIjp7IiRpZCI6IjY4NSIsIkEiOjI1NSwiUiI6MjM3LCJHIjoxMjUsIkIiOjQ5fX0sIklzVmlzaWJsZSI6dHJ1ZSwiV2lkdGgiOjAuMCwiSGVpZ2h0IjowLjAsIkJvcmRlclN0eWxlIjp7IiRpZCI6IjY4NiIsIkxpbmVDb2xvciI6eyIkaWQiOiI2ODciLCIkdHlwZSI6Ik5MUkUuQ29tbW9uLkRvbS5Tb2xpZENvbG9yQnJ1c2gsIE5MUkUuQ29tbW9uIiwiQ29sb3IiOnsiJGlkIjoiNjg4IiwiQSI6MjU1LCJSIjo2MCwiRyI6NTQsIkIiOjQ5fX0sIkxpbmVXZWlnaHQiOjAuMCwiTGluZVR5cGUiOjAsIlBhcmVudFN0eWxlIjpudWxsfSwiUGFyZW50U3R5bGUiOm51bGx9LCJNYXJnaW4iOnsiJGlkIjoiNjg5IiwiVG9wIjowLjAsIkxlZnQiOjAuMCwiUmlnaHQiOjAuMCwiQm90dG9tIjowLjB9LCJQYWRkaW5nIjp7IiRpZCI6IjY5MCIsIlRvcCI6MC4wLCJMZWZ0IjowLjAsIlJpZ2h0IjowLjAsIkJvdHRvbSI6MC4wfSwiQmFja2dyb3VuZCI6bnVsbCwiSXNWaXNpYmxlIjp0cnVlLCJXaWR0aCI6MC4wLCJIZWlnaHQiOjAuMCwiQm9yZGVyU3R5bGUiOm51bGwsIlBhcmVudFN0eWxlIjpudWxsfSwiQmFja2dyb3VuZFN0eWxlIjp7IiRpZCI6IjY5MSIsIk1hcmdpbiI6eyIkaWQiOiI2OTIiLCJUb3AiOjAuMCwiTGVmdCI6MC4wLCJSaWdodCI6MC4wLCJCb3R0b20iOjAuMH0sIlBhZGRpbmciOnsiJGlkIjoiNjkzIiwiVG9wIjowLjAsIkxlZnQiOjAuMCwiUmlnaHQiOjAuMCwiQm90dG9tIjowLjB9LCJCYWNrZ3JvdW5kIjp7IiRpZCI6IjY5NCIsIkNvbG9yIjp7IiRpZCI6IjY5NSIsIkEiOjM4LCJSIjoyMzcsIkciOjEyNSwiQiI6NDl9fSwiSXNWaXNpYmxlIjp0cnVlLCJXaWR0aCI6MC4wLCJIZWlnaHQiOjAuMCwiQm9yZGVyU3R5bGUiOnsiJGlkIjoiNjk2IiwiTGluZUNvbG9yIjp7IiRpZCI6IjY5NyIsIiR0eXBlIjoiTkxSRS5Db21tb24uRG9tLlNvbGlkQ29sb3JCcnVzaCwgTkxSRS5Db21tb24iLCJDb2xvciI6eyIkaWQiOiI2OTgiLCJBIjoyNTUsIlIiOjIwOCwiRyI6MjA2LCJCIjoyMDZ9fSwiTGluZVdlaWdodCI6MC4wLCJMaW5lVHlwZSI6MCwiUGFyZW50U3R5bGUiOm51bGx9LCJQYXJlbnRTdHlsZSI6bnVsbH0sIklzQWJvdmVUaW1lYmFuZCI6ZmFsc2UsIlNwYWNpbmciOjIsIkRlZmF1bHRTd2ltbGFuZVRhc2tTdHlsZSI6eyIkaWQiOiI2OTkiLCIkdHlwZSI6Ik5MUkUuQ29tbW9uLkRvbS5TdHlsZXMuRXhwbGljaXRTZXRhYmxlVGFza1N0eWxlLCBOTFJFLkNvbW1vbiIsIlNoYXBlIjo4LCJTaGFwZVRoaWNrbmVzcyI6MSwiRHVyYXRpb25Gb3JtYXQiOjAsIkluY2x1ZGVOb25Xb3JraW5nRGF5c0luRHVyYXRpb24iOmZhbHNlLCJQZXJjZW50YWdlQ29tcGxldGVTdHlsZSI6eyIkaWQiOiI3MDAiLCJGb250U2V0dGluZ3MiOnsiJGlkIjoiNzAxIiwiRm9udFNpemUiOjEwLCJGb250TmFtZSI6IkNhbGlicmkiLCJJc0JvbGQiOmZhbHNlLCJJc0l0YWxpYyI6ZmFsc2UsIklzVW5kZXJsaW5lZCI6ZmFsc2UsIlBhcmVudFN0eWxlIjpudWxsfSwiQXV0b1NpemUiOjAsIkZvcmVncm91bmQiOnsiJGlkIjoiNzAyIiwiQ29sb3IiOnsiJGlkIjoiNzA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A0IiwiVG9wIjowLjAsIkxlZnQiOjAuMCwiUmlnaHQiOjAuMCwiQm90dG9tIjowLjB9LCJQYWRkaW5nIjp7IiRpZCI6IjcwNSIsIlRvcCI6MC4wLCJMZWZ0IjowLjAsIlJpZ2h0IjowLjAsIkJvdHRvbSI6MC4wfSwiQmFja2dyb3VuZCI6eyIkaWQiOiI3MDYiLCJDb2xvciI6eyIkaWQiOiI3MDciLCJBIjo4OSwiUiI6MCwiRyI6MCwiQiI6MH19LCJJc1Zpc2libGUiOnRydWUsIldpZHRoIjowLjAsIkhlaWdodCI6MC4wLCJCb3JkZXJTdHlsZSI6eyIkaWQiOiI3MDgiLCJMaW5lQ29sb3IiOm51bGwsIkxpbmVXZWlnaHQiOjAuMCwiTGluZVR5cGUiOjAsIlBhcmVudFN0eWxlIjpudWxsfSwiUGFyZW50U3R5bGUiOm51bGx9LCJEdXJhdGlvblN0eWxlIjp7IiRpZCI6IjcwOSIsIkZvbnRTZXR0aW5ncyI6eyIkaWQiOiI3MTAiLCJGb250U2l6ZSI6MTAsIkZvbnROYW1lIjoiQ2FsaWJyaSIsIklzQm9sZCI6ZmFsc2UsIklzSXRhbGljIjpmYWxzZSwiSXNVbmRlcmxpbmVkIjpmYWxzZSwiUGFyZW50U3R5bGUiOm51bGx9LCJBdXRvU2l6ZSI6MCwiRm9yZWdyb3VuZCI6eyIkaWQiOiI3MTEiLCJDb2xvciI6eyIkaWQiOiI3MT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MTMiLCJUb3AiOjAuMCwiTGVmdCI6MC4wLCJSaWdodCI6MC4wLCJCb3R0b20iOjAuMH0sIlBhZGRpbmciOnsiJGlkIjoiNzE0IiwiVG9wIjowLjAsIkxlZnQiOjAuMCwiUmlnaHQiOjAuMCwiQm90dG9tIjowLjB9LCJCYWNrZ3JvdW5kIjp7IiRpZCI6IjcxNSIsIkNvbG9yIjp7IiRpZCI6IjcxNiIsIkEiOjg5LCJSIjowLCJHIjowLCJCIjowfX0sIklzVmlzaWJsZSI6dHJ1ZSwiV2lkdGgiOjAuMCwiSGVpZ2h0IjowLjAsIkJvcmRlclN0eWxlIjp7IiRpZCI6IjcxNyIsIkxpbmVDb2xvciI6bnVsbCwiTGluZVdlaWdodCI6MC4wLCJMaW5lVHlwZSI6MCwiUGFyZW50U3R5bGUiOm51bGx9LCJQYXJlbnRTdHlsZSI6bnVsbH0sIkhvcml6b250YWxDb25uZWN0b3JTdHlsZSI6eyIkaWQiOiI3MTgiLCJMaW5lQ29sb3IiOnsiJGlkIjoiNzE5IiwiJHR5cGUiOiJOTFJFLkNvbW1vbi5Eb20uU29saWRDb2xvckJydXNoLCBOTFJFLkNvbW1vbiIsIkNvbG9yIjp7IiRpZCI6IjcyMCIsIkEiOjI1NSwiUiI6MjA0LCJHIjoyMDQsIkIiOjIwNH19LCJMaW5lV2VpZ2h0IjoxLjAsIkxpbmVUeXBlIjowLCJQYXJlbnRTdHlsZSI6bnVsbH0sIlZlcnRpY2FsQ29ubmVjdG9yU3R5bGUiOnsiJGlkIjoiNzIxIiwiTGluZUNvbG9yIjp7IiRpZCI6IjcyMiIsIiR0eXBlIjoiTkxSRS5Db21tb24uRG9tLlNvbGlkQ29sb3JCcnVzaCwgTkxSRS5Db21tb24iLCJDb2xvciI6eyIkaWQiOiI3MjM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cyNCIsIk1hcmdpbiI6eyIkaWQiOiI3MjUiLCJUb3AiOjAuMCwiTGVmdCI6NC4wLCJSaWdodCI6NC4wLCJCb3R0b20iOjAuMH0sIlBhZGRpbmciOnsiJGlkIjoiNzI2IiwiVG9wIjowLjAsIkxlZnQiOjAuMCwiUmlnaHQiOjAuMCwiQm90dG9tIjowLjB9LCJCYWNrZ3JvdW5kIjp7IiRpZCI6IjcyNyIsIkNvbG9yIjp7IiRpZCI6IjcyOCIsIkEiOjI1NSwiUiI6MjM3LCJHIjoxMjUsIkIiOjQ5fX0sIklzVmlzaWJsZSI6dHJ1ZSwiV2lkdGgiOjAuMCwiSGVpZ2h0IjoxNi4wLCJCb3JkZXJTdHlsZSI6eyIkaWQiOiI3MjkiLCJMaW5lQ29sb3IiOnsiJGlkIjoiNzMwIiwiJHR5cGUiOiJOTFJFLkNvbW1vbi5Eb20uU29saWRDb2xvckJydXNoLCBOTFJFLkNvbW1vbiIsIkNvbG9yIjp7IiRpZCI6IjczMSIsIkEiOjI1NSwiUiI6MjM0LCJHIjoyMiwiQiI6MzB9fSwiTGluZVdlaWdodCI6MC4wLCJMaW5lVHlwZSI6MCwiUGFyZW50U3R5bGUiOm51bGx9LCJQYXJlbnRTdHlsZSI6bnVsbH0sIlRpdGxlU3R5bGUiOnsiJGlkIjoiNzMyIiwiRm9udFNldHRpbmdzIjp7IiRpZCI6IjczMyIsIkZvbnRTaXplIjoxMSwiRm9udE5hbWUiOiJDYWxpYnJpIiwiSXNCb2xkIjp0cnVlLCJJc0l0YWxpYyI6ZmFsc2UsIklzVW5kZXJsaW5lZCI6ZmFsc2UsIlBhcmVudFN0eWxlIjpudWxsfSwiQXV0b1NpemUiOjAsIkZvcmVncm91bmQiOnsiJGlkIjoiNzM0IiwiQ29sb3IiOnsiJGlkIjoiNzM1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czNiIsIlRvcCI6MC4wLCJMZWZ0IjowLjAsIlJpZ2h0IjowLjAsIkJvdHRvbSI6MC4wfSwiUGFkZGluZyI6eyIkaWQiOiI3MzciLCJUb3AiOjAuMCwiTGVmdCI6MC4wLCJSaWdodCI6MC4wLCJCb3R0b20iOjAuMH0sIkJhY2tncm91bmQiOnsiJGlkIjoiNzM4IiwiQ29sb3IiOnsiJGlkIjoiNzM5IiwiQSI6ODksIlIiOjAsIkciOjAsIkIiOjB9fSwiSXNWaXNpYmxlIjp0cnVlLCJXaWR0aCI6MC4wLCJIZWlnaHQiOjAuMCwiQm9yZGVyU3R5bGUiOnsiJGlkIjoiNzQwIiwiTGluZUNvbG9yIjpudWxsLCJMaW5lV2VpZ2h0IjowLjAsIkxpbmVUeXBlIjowLCJQYXJlbnRTdHlsZSI6bnVsbH0sIlBhcmVudFN0eWxlIjpudWxsfSwiRGF0ZVN0eWxlIjp7IiRpZCI6Ijc0MSIsIkZvbnRTZXR0aW5ncyI6eyIkaWQiOiI3NDIiLCJGb250U2l6ZSI6MTAsIkZvbnROYW1lIjoiQ2FsaWJyaSIsIklzQm9sZCI6ZmFsc2UsIklzSXRhbGljIjpmYWxzZSwiSXNVbmRlcmxpbmVkIjpmYWxzZSwiUGFyZW50U3R5bGUiOm51bGx9LCJBdXRvU2l6ZSI6MCwiRm9yZWdyb3VuZCI6eyIkaWQiOiI3NDMiLCJDb2xvciI6eyIkaWQiOiI3NDQ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c0NSIsIlRvcCI6MC4wLCJMZWZ0IjowLjAsIlJpZ2h0IjowLjAsIkJvdHRvbSI6MC4wfSwiUGFkZGluZyI6eyIkaWQiOiI3NDYiLCJUb3AiOjAuMCwiTGVmdCI6MC4wLCJSaWdodCI6MC4wLCJCb3R0b20iOjAuMH0sIkJhY2tncm91bmQiOnsiJGlkIjoiNzQ3IiwiQ29sb3IiOnsiJGlkIjoiNzQ4IiwiQSI6ODksIlIiOjAsIkciOjAsIkIiOjB9fSwiSXNWaXNpYmxlIjp0cnVlLCJXaWR0aCI6MC4wLCJIZWlnaHQiOjAuMCwiQm9yZGVyU3R5bGUiOnsiJGlkIjoiNzQ5IiwiTGluZUNvbG9yIjpudWxsLCJMaW5lV2VpZ2h0IjowLjAsIkxpbmVUeXBlIjowLCJQYXJlbnRTdHlsZSI6bnVsbH0sIlBhcmVudFN0eWxlIjpudWxsfSwiRGF0ZUZvcm1hdCI6eyIkaWQiOiI3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UxIiwiRm9ybWF0IjowLCJJc1Zpc2libGUiOmZhbHNlLCJMYXN0S25vd25WaXNpYmlsaXR5U3RhdGUiOmZhbHNlfSwiSXNWaXNpYmxlIjp0cnVlLCJQYXJlbnRTdHlsZSI6bnVsbCwiX2V4cGxpY2l0bHlTZXQiOnsiJGlkIjoiNzUyIiwiU2hhcGVTdHlsZSI6ZmFsc2UsIlRpdGxlU3R5bGUiOmZhbHNlLCJEYXR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U3BhY2luZyI6ZmFsc2UsIklzQmVsb3dUaW1lYmFuZCI6ZmFsc2UsIkR1cmF0aW9uRm9ybWF0IjpmYWxzZSwiV2Vla051bWJlcmluZyI6ZmFsc2V9fSwiRGVmYXVsdFN3aW1sYW5lTW90U3R5bGUiOnsiJGlkIjoiNzUzIiwiU2hhcGUiOjksIkNvbm5lY3Rvck1hcmdpbiI6eyIkaWQiOiI3NTQiLCJUb3AiOjAuMCwiTGVmdCI6Mi4wLCJSaWdodCI6Mi4wLCJCb3R0b20iOjAuMH0sIkNvbm5lY3RvclN0eWxlIjp7IiRpZCI6Ijc1NSIsIkxpbmVDb2xvciI6eyIkaWQiOiI3NTYiLCIkdHlwZSI6Ik5MUkUuQ29tbW9uLkRvbS5Tb2xpZENvbG9yQnJ1c2gsIE5MUkUuQ29tbW9uIiwiQ29sb3IiOnsiJGlkIjoiNzU3IiwiQSI6MTI3LCJSIjo3OSwiRyI6MTI5LCJCIjoxODl9fSwiTGluZVdlaWdodCI6MS4wLCJMaW5lVHlwZSI6MCwiUGFyZW50U3R5bGUiOm51bGx9LCJJc0JlbG93VGltZWJhbmQiOmZhbHNlLCJQb3NpdGlvbk9uVGFzayI6MSwiSGlkZURhdGUiOmZhbHNlLCJTaGFwZVNpemUiOjEsIlNwYWNpbmciOjAuMCwiUGFkZGluZyI6eyIkaWQiOiI3NTgiLCJUb3AiOjUuMCwiTGVmdCI6My4wLCJSaWdodCI6MC4wLCJCb3R0b20iOjIuMH0sIlNoYXBlU3R5bGUiOnsiJGlkIjoiNzU5IiwiTWFyZ2luIjp7IiRpZCI6Ijc2MCIsIlRvcCI6MC4wLCJMZWZ0IjowLjAsIlJpZ2h0IjowLjAsIkJvdHRvbSI6MC4wfSwiUGFkZGluZyI6eyIkaWQiOiI3NjEiLCJUb3AiOjAuMCwiTGVmdCI6MC4wLCJSaWdodCI6MC4wLCJCb3R0b20iOjAuMH0sIkJhY2tncm91bmQiOnsiJGlkIjoiNzYyIiwiQ29sb3IiOnsiJGlkIjoiNzYzIiwiQSI6MjU1LCJSIjoyMzcsIkciOjEyNSwiQiI6NDl9fSwiSXNWaXNpYmxlIjp0cnVlLCJXaWR0aCI6MTguMCwiSGVpZ2h0IjoyMC4wLCJCb3JkZXJTdHlsZSI6eyIkaWQiOiI3NjQiLCJMaW5lQ29sb3IiOnsiJGlkIjoiNzY1IiwiJHR5cGUiOiJOTFJFLkNvbW1vbi5Eb20uU29saWRDb2xvckJydXNoLCBOTFJFLkNvbW1vbiIsIkNvbG9yIjp7IiRpZCI6Ijc2NiIsIkEiOjI1NSwiUiI6MjM0LCJHIjoyMiwiQiI6MzB9fSwiTGluZVdlaWdodCI6MC4wLCJMaW5lVHlwZSI6MCwiUGFyZW50U3R5bGUiOm51bGx9LCJQYXJlbnRTdHlsZSI6bnVsbH0sIlRpdGxlU3R5bGUiOnsiJGlkIjoiNzY3IiwiRm9udFNldHRpbmdzIjp7IiRpZCI6Ijc2OCIsIkZvbnRTaXplIjoxMSwiRm9udE5hbWUiOiJDYWxpYnJpIiwiSXNCb2xkIjp0cnVlLCJJc0l0YWxpYyI6ZmFsc2UsIklzVW5kZXJsaW5lZCI6ZmFsc2UsIlBhcmVudFN0eWxlIjpudWxsfSwiQXV0b1NpemUiOjAsIkZvcmVncm91bmQiOnsiJGlkIjoiNzY5IiwiQ29sb3IiOnsiJGlkIjoiNzc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c3MSIsIlRvcCI6MC4wLCJMZWZ0IjowLjAsIlJpZ2h0IjowLjAsIkJvdHRvbSI6MC4wfSwiUGFkZGluZyI6eyIkaWQiOiI3NzIiLCJUb3AiOjAuMCwiTGVmdCI6MC4wLCJSaWdodCI6MC4wLCJCb3R0b20iOjAuMH0sIkJhY2tncm91bmQiOnsiJGlkIjoiNzczIiwiQ29sb3IiOnsiJGlkIjoiNzc0IiwiQSI6ODksIlIiOjAsIkciOjAsIkIiOjB9fSwiSXNWaXNpYmxlIjp0cnVlLCJXaWR0aCI6MC4wLCJIZWlnaHQiOjAuMCwiQm9yZGVyU3R5bGUiOnsiJGlkIjoiNzc1IiwiTGluZUNvbG9yIjpudWxsLCJMaW5lV2VpZ2h0IjowLjAsIkxpbmVUeXBlIjowLCJQYXJlbnRTdHlsZSI6bnVsbH0sIlBhcmVudFN0eWxlIjpudWxsfSwiRGF0ZVN0eWxlIjp7IiRpZCI6Ijc3NiIsIkZvbnRTZXR0aW5ncyI6eyIkaWQiOiI3NzciLCJGb250U2l6ZSI6MTAsIkZvbnROYW1lIjoiQ2FsaWJyaSIsIklzQm9sZCI6ZmFsc2UsIklzSXRhbGljIjpmYWxzZSwiSXNVbmRlcmxpbmVkIjpmYWxzZSwiUGFyZW50U3R5bGUiOm51bGx9LCJBdXRvU2l6ZSI6MCwiRm9yZWdyb3VuZCI6eyIkaWQiOiI3NzgiLCJDb2xvciI6eyIkaWQiOiI3Nz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MCIsIlRvcCI6MC4wLCJMZWZ0IjowLjAsIlJpZ2h0IjowLjAsIkJvdHRvbSI6MC4wfSwiUGFkZGluZyI6eyIkaWQiOiI3ODEiLCJUb3AiOjAuMCwiTGVmdCI6MC4wLCJSaWdodCI6MC4wLCJCb3R0b20iOjAuMH0sIkJhY2tncm91bmQiOnsiJGlkIjoiNzgyIiwiQ29sb3IiOnsiJGlkIjoiNzgzIiwiQSI6ODksIlIiOjAsIkciOjAsIkIiOjB9fSwiSXNWaXNpYmxlIjp0cnVlLCJXaWR0aCI6MC4wLCJIZWlnaHQiOjAuMCwiQm9yZGVyU3R5bGUiOnsiJGlkIjoiNzg0IiwiTGluZUNvbG9yIjpudWxsLCJMaW5lV2VpZ2h0IjowLjAsIkxpbmVUeXBlIjowLCJQYXJlbnRTdHlsZSI6bnVsbH0sIlBhcmVudFN0eWxlIjpudWxsfSwiRGF0ZUZvcm1hdCI6eyIkaWQiOiI3O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g2IiwiRm9ybWF0IjowLCJJc1Zpc2libGUiOmZhbHNlLCJMYXN0S25vd25WaXNpYmlsaXR5U3RhdGUiOmZhbHNlfSwiSXNWaXNpYmxlIjp0cnVlLCJQYXJlbnRTdHlsZSI6bnVsbH0sIkRlZmF1bHRTd2ltbGFuZU1pbGVzdG9uZVN0eWxlIjp7IiRpZCI6Ijc4NyIsIlRpdGxlUG9zaXRpb24iOiJBYm92ZSIsIkRhdGVQb3NpdGlvbiI6IkxlZnQiLCJTaGFwZVR5cGUiOjE3LCJTaGFwZVNpemUiOjAsIlNwYWNpbmciOjUsIlNoYXBlU3R5bGUiOnsiJGlkIjoiNzg4IiwiTWFyZ2luIjp7IiRpZCI6Ijc4OSIsIlRvcCI6MC4wLCJMZWZ0IjowLjAsIlJpZ2h0IjowLjAsIkJvdHRvbSI6MC4wfSwiUGFkZGluZyI6eyIkaWQiOiI3OTAiLCJUb3AiOjAuMCwiTGVmdCI6MC4wLCJSaWdodCI6MC4wLCJCb3R0b20iOjAuMH0sIkJhY2tncm91bmQiOnsiJGlkIjoiNzkxIiwiQ29sb3IiOnsiJGlkIjoiNzkyIiwiQSI6MjU1LCJSIjo5MSwiRyI6MTU1LCJCIjoyMTN9fSwiSXNWaXNpYmxlIjp0cnVlLCJXaWR0aCI6MTQuMCwiSGVpZ2h0IjoxNC4wLCJCb3JkZXJTdHlsZSI6eyIkaWQiOiI3OTMiLCJMaW5lQ29sb3IiOnsiJGlkIjoiNzk0IiwiJHR5cGUiOiJOTFJFLkNvbW1vbi5Eb20uU29saWRDb2xvckJydXNoLCBOTFJFLkNvbW1vbiIsIkNvbG9yIjp7IiRpZCI6Ijc5NSIsIkEiOjI1NSwiUiI6MjM0LCJHIjoyMiwiQiI6MzB9fSwiTGluZVdlaWdodCI6MC4wLCJMaW5lVHlwZSI6MCwiUGFyZW50U3R5bGUiOm51bGx9LCJQYXJlbnRTdHlsZSI6bnVsbH0sIlRpdGxlU3R5bGUiOnsiJGlkIjoiNzk2IiwiRm9udFNldHRpbmdzIjp7IiRpZCI6Ijc5NyIsIkZvbnRTaXplIjoxMCwiRm9udE5hbWUiOiJNb250c2VycmF0IiwiSXNCb2xkIjpmYWxzZSwiSXNJdGFsaWMiOmZhbHNlLCJJc1VuZGVybGluZWQiOmZhbHNlLCJQYXJlbnRTdHlsZSI6bnVsbH0sIkF1dG9TaXplIjowLCJGb3JlZ3JvdW5kIjp7IiRpZCI6Ijc5OCIsIkNvbG9yIjp7IiRpZCI6Ijc5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4MDAiLCJUb3AiOjAuMCwiTGVmdCI6MC4wLCJSaWdodCI6MC4wLCJCb3R0b20iOjAuMH0sIlBhZGRpbmciOnsiJGlkIjoiODAxIiwiVG9wIjowLjAsIkxlZnQiOjAuMCwiUmlnaHQiOjAuMCwiQm90dG9tIjowLjB9LCJCYWNrZ3JvdW5kIjp7IiRpZCI6IjgwMiIsIkNvbG9yIjp7IiRpZCI6IjgwMyIsIkEiOjg5LCJSIjowLCJHIjowLCJCIjowfX0sIklzVmlzaWJsZSI6dHJ1ZSwiV2lkdGgiOjAuMCwiSGVpZ2h0IjowLjAsIkJvcmRlclN0eWxlIjp7IiRpZCI6IjgwNCIsIkxpbmVDb2xvciI6bnVsbCwiTGluZVdlaWdodCI6MC4wLCJMaW5lVHlwZSI6MCwiUGFyZW50U3R5bGUiOm51bGx9LCJQYXJlbnRTdHlsZSI6bnVsbH0sIkRhdGVTdHlsZSI6eyIkaWQiOiI4MDUiLCJGb250U2V0dGluZ3MiOnsiJGlkIjoiODA2IiwiRm9udFNpemUiOjEwLCJGb250TmFtZSI6IkNhbGlicmkiLCJJc0JvbGQiOmZhbHNlLCJJc0l0YWxpYyI6ZmFsc2UsIklzVW5kZXJsaW5lZCI6ZmFsc2UsIlBhcmVudFN0eWxlIjpudWxsfSwiQXV0b1NpemUiOjAsIkZvcmVncm91bmQiOnsiJGlkIjoiODA3IiwiQ29sb3IiOnsiJGlkIjoiODA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4MDkiLCJUb3AiOjAuMCwiTGVmdCI6MC4wLCJSaWdodCI6MC4wLCJCb3R0b20iOjAuMH0sIlBhZGRpbmciOnsiJGlkIjoiODEwIiwiVG9wIjowLjAsIkxlZnQiOjAuMCwiUmlnaHQiOjAuMCwiQm90dG9tIjowLjB9LCJCYWNrZ3JvdW5kIjp7IiRpZCI6IjgxMSIsIkNvbG9yIjp7IiRpZCI6IjgxMiIsIkEiOjg5LCJSIjowLCJHIjowLCJCIjowfX0sIklzVmlzaWJsZSI6ZmFsc2UsIldpZHRoIjowLjAsIkhlaWdodCI6MC4wLCJCb3JkZXJTdHlsZSI6eyIkaWQiOiI4MTMiLCJMaW5lQ29sb3IiOm51bGwsIkxpbmVXZWlnaHQiOjAuMCwiTGluZVR5cGUiOjAsIlBhcmVudFN0eWxlIjpudWxsfSwiUGFyZW50U3R5bGUiOm51bGx9LCJEYXRlRm9ybWF0Ijp7IiRpZCI6IjgxNCIsIkZvcm1hdFN0cmluZyI6Ik1NTSBkIiwiU2VwYXJhdG9yIjoiLyIsIlVzZUludGVybmF0aW9uYWxEYXRlRm9ybWF0IjpmYWxzZSwiRGF0ZUlzVmlzaWJsZSI6ZmFsc2UsIlRpbWVJc1Zpc2libGUiOmZhbHNlLCJIb3VyRGlnaXRzIjoxLCJBbVBtRGVzaWduYXRvciI6MiwiVHJpbTAwTWludXRlcyI6ZmFsc2UsIkxhc3RLbm93blZpc2liaWxpdHlTdGF0ZSI6eyIkaWQiOiI4MTUiLCJEYXRlUGFydElzVmlzaWJsZSI6dHJ1ZSwiVGltZVBhcnRJc1Zpc2libGUiOmZhbHNlfX0sIldlZWtOdW1iZXJpbmciOnsiJGlkIjoiODE2IiwiRm9ybWF0IjowLCJJc1Zpc2libGUiOmZhbHNlLCJMYXN0S25vd25WaXNpYmlsaXR5U3RhdGUiOmZhbHNlfSwiSXNWaXNpYmxlIjp0cnVlLCJQYXJlbnRTdHlsZSI6bnVsbH0sIkRlZmF1bHRTd2ltbGFuZUFjdGl2aXR5U3R5bGUiOnsiJGlkIjoiODE3IiwiSGVhZGVyU3R5bGUiOnsiJGlkIjoiODE4IiwiVGV4dFN0eWxlIjp7IiRpZCI6IjgxOSIsIkZvbnRTZXR0aW5ncyI6eyIkaWQiOiI4MjAiLCJGb250U2l6ZSI6MTEsIkZvbnROYW1lIjoiQ2FsaWJyaSIsIklzQm9sZCI6ZmFsc2UsIklzSXRhbGljIjpmYWxzZSwiSXNVbmRlcmxpbmVkIjpmYWxzZSwiUGFyZW50U3R5bGUiOm51bGx9LCJBdXRvU2l6ZSI6MiwiRm9yZWdyb3VuZCI6eyIkaWQiOiI4MjEiLCJDb2xvciI6eyIkaWQiOiI4MjI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4MjMiLCJUb3AiOjAuMCwiTGVmdCI6MC4wLCJSaWdodCI6MC4wLCJCb3R0b20iOjAuMH0sIlBhZGRpbmciOnsiJGlkIjoiODI0IiwiVG9wIjowLjAsIkxlZnQiOjAuMCwiUmlnaHQiOjAuMCwiQm90dG9tIjowLjB9LCJCYWNrZ3JvdW5kIjpudWxsLCJJc1Zpc2libGUiOnRydWUsIldpZHRoIjowLjAsIkhlaWdodCI6MC4wLCJCb3JkZXJTdHlsZSI6bnVsbCwiUGFyZW50U3R5bGUiOm51bGx9LCJSZWN0YW5nbGVTdHlsZSI6eyIkaWQiOiI4MjUiLCJNYXJnaW4iOnsiJGlkIjoiODI2IiwiVG9wIjowLjAsIkxlZnQiOjAuMCwiUmlnaHQiOjAuMCwiQm90dG9tIjowLjB9LCJQYWRkaW5nIjp7IiRpZCI6IjgyNyIsIlRvcCI6MC4wLCJMZWZ0IjowLjAsIlJpZ2h0IjowLjAsIkJvdHRvbSI6MC4wfSwiQmFja2dyb3VuZCI6eyIkaWQiOiI4MjgiLCJDb2xvciI6eyIkaWQiOiI4MjkiLCJBIjo2MywiUiI6MjM3LCJHIjoxMjUsIkIiOjQ5fX0sIklzVmlzaWJsZSI6dHJ1ZSwiV2lkdGgiOjAuMCwiSGVpZ2h0IjowLjAsIkJvcmRlclN0eWxlIjp7IiRpZCI6IjgzMCIsIkxpbmVDb2xvciI6eyIkaWQiOiI4MzEiLCIkdHlwZSI6Ik5MUkUuQ29tbW9uLkRvbS5Tb2xpZENvbG9yQnJ1c2gsIE5MUkUuQ29tbW9uIiwiQ29sb3IiOnsiJGlkIjoiODMyIiwiQSI6MjU1LCJSIjoyNTUsIkciOjAsIkIiOjB9fSwiTGluZVdlaWdodCI6MC4wLCJMaW5lVHlwZSI6MCwiUGFyZW50U3R5bGUiOm51bGx9LCJQYXJlbnRTdHlsZSI6bnVsbH0sIk1hcmdpbiI6eyIkaWQiOiI4MzMiLCJUb3AiOjAuMCwiTGVmdCI6MC4wLCJSaWdodCI6MC4wLCJCb3R0b20iOjAuMH0sIlBhZGRpbmciOnsiJGlkIjoiODM0IiwiVG9wIjowLjAsIkxlZnQiOjAuMCwiUmlnaHQiOjAuMCwiQm90dG9tIjowLjB9LCJCYWNrZ3JvdW5kIjpudWxsLCJJc1Zpc2libGUiOnRydWUsIldpZHRoIjowLjAsIkhlaWdodCI6MC4wLCJCb3JkZXJTdHlsZSI6bnVsbCwiUGFyZW50U3R5bGUiOm51bGx9LCJCYWNrZ3JvdW5kU3R5bGUiOnsiJGlkIjoiODM1IiwiTWFyZ2luIjp7IiRpZCI6IjgzNiIsIlRvcCI6MC4wLCJMZWZ0IjowLjAsIlJpZ2h0IjowLjAsIkJvdHRvbSI6MC4wfSwiUGFkZGluZyI6eyIkaWQiOiI4MzciLCJUb3AiOjAuMCwiTGVmdCI6MC4wLCJSaWdodCI6MC4wLCJCb3R0b20iOjAuMH0sIkJhY2tncm91bmQiOnsiJHJlZiI6IjY5NCJ9LCJJc1Zpc2libGUiOnRydWUsIldpZHRoIjowLjAsIkhlaWdodCI6MC4wLCJCb3JkZXJTdHlsZSI6eyIkaWQiOiI4MzgiLCJMaW5lQ29sb3IiOnsiJGlkIjoiODM5IiwiJHR5cGUiOiJOTFJFLkNvbW1vbi5Eb20uU29saWRDb2xvckJydXNoLCBOTFJFLkNvbW1vbiIsIkNvbG9yIjp7IiRpZCI6Ijg0MCIsIkEiOjI1NSwiUiI6MjM0LCJHIjoyMiwiQiI6MzB9fSwiTGluZVdlaWdodCI6MC4wLCJMaW5lVHlwZSI6MCwiUGFyZW50U3R5bGUiOm51bGx9LCJQYXJlbnRTdHlsZSI6bnVsbH0sIk1hcmdpbiI6eyIkaWQiOiI4NDEiLCJUb3AiOjAuMCwiTGVmdCI6MC4wLCJSaWdodCI6MC4wLCJCb3R0b20iOjAuMH0sIlBhZGRpbmciOnsiJGlkIjoiODQyIiwiVG9wIjowLjAsIkxlZnQiOjAuMCwiUmlnaHQiOjAuMCwiQm90dG9tIjowLjB9LCJJc1Zpc2libGUiOnRydWUsIldpZHRoIjowLjAsIkhlaWdodCI6MC4wLCJCb3JkZXJTdHlsZSI6eyIkaWQiOiI4NDMiLCJMaW5lQ29sb3IiOm51bGwsIkxpbmVXZWlnaHQiOjAuMCwiTGluZVR5cGUiOjAsIlBhcmVudFN0eWxlIjpudWxsfSwiUGFyZW50U3R5bGUiOm51bGx9LCJNYXJnaW4iOnsiJGlkIjoiODQ0IiwiVG9wIjowLjAsIkxlZnQiOjAuMCwiUmlnaHQiOjAuMCwiQm90dG9tIjowLjB9LCJQYWRkaW5nIjp7IiRpZCI6Ijg0NSIsIlRvcCI6MC4wLCJMZWZ0IjowLjAsIlJpZ2h0IjowLjAsIkJvdHRvbSI6MC4wfSwiSXNWaXNpYmxlIjp0cnVlLCJXaWR0aCI6MC4wLCJIZWlnaHQiOjAuMCwiQm9yZGVyU3R5bGUiOnsiJGlkIjoiODQ2IiwiTGluZUNvbG9yIjpudWxsLCJMaW5lV2VpZ2h0IjowLjAsIkxpbmVUeXBlIjowLCJQYXJlbnRTdHlsZSI6bnVsbH0sIlBhcmVudFN0eWxlIjpudWxsfX1dLCJDdWx0dXJlSW5mb05hbWUiOiJlbi1VUyIsIlN0eWxlTmFtZSI6bnVsbCwiVmVyc2lvbiI6eyIkaWQiOiI4NDciLCJWZXJzaW9uIjoiNC4yLjAiLCJPcmlnaW5hbEFzc2VtYmx5VmVyc2lvbiI6IjcuMDMuMDMuMDAiLCJFZGl0aW9uIjpudWxsLCJMYXN0U2F2ZWRFZGl0aW9uIjoyLCJJc1BsdXNFZGl0aW9uIjpmYWxzZSwiSXNQcm9FZGl0aW9uIjpmYWxzZX0sIkVmZmVjdCI6MCwiU3R5bGUiOnsiJGlkIjoiODQ4IiwiRGVmYXVsdERlcGVuZGVuY3lTdHlsZSI6eyIkaWQiOiI4NDkiLCJMaW5lU3R5bGUiOnsiJGlkIjoiODUwIiwiTGluZUNvbG9yIjp7IiRpZCI6Ijg1MSIsIiR0eXBlIjoiTkxSRS5Db21tb24uRG9tLlNvbGlkQ29sb3JCcnVzaCwgTkxSRS5Db21tb24iLCJDb2xvciI6eyIkaWQiOiI4NTIiLCJBIjoyNTUsIlIiOjAsIkciOjAsIkIiOjB9fSwiTGluZVdlaWdodCI6MS4wLCJMaW5lVHlwZSI6MCwiUGFyZW50U3R5bGUiOm51bGx9LCJFbmRBcnJvd2hlYWRMaW5lU3R5bGUiOnsiJGlkIjoiODUzIiwiS2luZCI6MSwiV2lkdGgiOjEsIkxlbmd0aCI6MCwiUGFyZW50U3R5bGUiOm51bGx9LCJCcmluZ1RvRnJvbnQiOnRydWUsIkVsYm93UmFkaXVzIjowLjAsIk1hcmdpbiI6eyIkaWQiOiI4NTQiLCJUb3AiOjAuMCwiTGVmdCI6MC4wLCJSaWdodCI6MC4wLCJCb3R0b20iOjAuMH0sIlBhZGRpbmciOnsiJGlkIjoiODU1IiwiVG9wIjowLjAsIkxlZnQiOjAuMCwiUmlnaHQiOjAuMCwiQm90dG9tIjowLjB9LCJCYWNrZ3JvdW5kIjpudWxsLCJJc1Zpc2libGUiOnRydWUsIldpZHRoIjowLjAsIkhlaWdodCI6MC4wLCJCb3JkZXJTdHlsZSI6bnVsbCwiUGFyZW50U3R5bGUiOm51bGx9LCJDcml0aWNhbFBhdGhTdHlsZSI6eyIkaWQiOiI4NTYiLCJDcml0aWNhbFBhdGhTdHlsZU9wdGlvbnMiOjE1LCJMaW5lU3R5bGUiOnsiJGlkIjoiODU3IiwiTGluZUNvbG9yIjp7IiRpZCI6Ijg1OCIsIiR0eXBlIjoiTkxSRS5Db21tb24uRG9tLlNvbGlkQ29sb3JCcnVzaCwgTkxSRS5Db21tb24iLCJDb2xvciI6eyIkaWQiOiI4NTkiLCJBIjoyNTUsIlIiOjIyMiwiRyI6NTAsIkIiOjUwfX0sIkxpbmVXZWlnaHQiOjEuMCwiTGluZVR5cGUiOjAsIlBhcmVudFN0eWxlIjpudWxsfSwiVGl0bGVGb3JlZ3JvdW5kIjp7IiRpZCI6Ijg2MCIsIkNvbG9yIjp7IiRpZCI6Ijg2MSIsIkEiOjI1NSwiUiI6MTc2LCJHIjoxOSwiQiI6MjV9fSwiU2hhcGVzQmFja2dyb3VuZCI6eyIkaWQiOiI4NjIiLCJDb2xvciI6eyIkaWQiOiI4NjMiLCJBIjoyNTUsIlIiOjI1MywiRyI6MjAzLCJCIjoyMDh9fSwiU2hhcGVzQm9yZGVyU3R5bGUiOnsiJGlkIjoiODY0IiwiTGluZUNvbG9yIjp7IiRpZCI6Ijg2NSIsIiR0eXBlIjoiTkxSRS5Db21tb24uRG9tLlNvbGlkQ29sb3JCcnVzaCwgTkxSRS5Db21tb24iLCJDb2xvciI6eyIkaWQiOiI4NjYiLCJBIjoyNTUsIlIiOjIyMiwiRyI6NTAsIkIiOjUwfX0sIkxpbmVXZWlnaHQiOjEuNSwiTGluZVR5cGUiOjAsIlBhcmVudFN0eWxlIjpudWxsfSwiTWFyZ2luIjp7IiRpZCI6Ijg2NyIsIlRvcCI6MC4wLCJMZWZ0IjowLjAsIlJpZ2h0IjowLjAsIkJvdHRvbSI6MC4wfSwiUGFkZGluZyI6eyIkaWQiOiI4NjgiLCJUb3AiOjAuMCwiTGVmdCI6MC4wLCJSaWdodCI6MC4wLCJCb3R0b20iOjAuMH0sIkJhY2tncm91bmQiOm51bGwsIklzVmlzaWJsZSI6ZmFsc2UsIldpZHRoIjowLjAsIkhlaWdodCI6MC4wLCJCb3JkZXJTdHlsZSI6bnVsbCwiUGFyZW50U3R5bGUiOm51bGx9LCJQYW5lbHNTcGFjaW5nRGVmaW5pdGlvbiI6eyIkaWQiOiI4NjkiLCJTcGFjaW5nQWJvdmVUaW1lYmFuZCI6NSwiU3BhY2luZ0JlbG93VGltZWJhbmQiOjUsIlNwYWNpbmdBYm92ZUJldHdlZW5Td2ltbGFuZXNBbmRUYXNrcyI6NSwiU3BhY2luZ0JlbG93QmV0d2VlblN3aW1sYW5lc0FuZFRhc2tzIjo1fSwiVGltZWJhbmRTdHlsZSI6eyIkaWQiOiI4NzAiLCJTY2FsZU1hcmtpbmciOjEsIlNoYXBlIjowLCJTaGFwZVN0eWxlIjp7IiRpZCI6Ijg3MSIsIk1hcmdpbiI6eyIkaWQiOiI4NzIiLCJUb3AiOjAuMCwiTGVmdCI6MTAuMCwiUmlnaHQiOjEwLjAsIkJvdHRvbSI6MC4wfSwiUGFkZGluZyI6eyIkaWQiOiI4NzMiLCJUb3AiOjAuMCwiTGVmdCI6MTMuMCwiUmlnaHQiOjEzLjAsIkJvdHRvbSI6MC4wfSwiQmFja2dyb3VuZCI6eyIkaWQiOiI4NzQiLCJDb2xvciI6eyIkaWQiOiI4NzUiLCJBIjoyNTUsIlIiOjY4LCJHIjo4NCwiQiI6MTA2fX0sIklzVmlzaWJsZSI6dHJ1ZSwiV2lkdGgiOjg1OC4wLCJIZWlnaHQiOjMwLjAsIkJvcmRlclN0eWxlIjp7IiRpZCI6Ijg3NiIsIkxpbmVDb2xvciI6eyIkaWQiOiI4NzciLCIkdHlwZSI6Ik5MUkUuQ29tbW9uLkRvbS5Tb2xpZENvbG9yQnJ1c2gsIE5MUkUuQ29tbW9uIiwiQ29sb3IiOnsiJGlkIjoiODc4IiwiQSI6MjU1LCJSIjoyNTUsIkciOjAsIkIiOjB9fSwiTGluZVdlaWdodCI6MC4wLCJMaW5lVHlwZSI6MCwiUGFyZW50U3R5bGUiOm51bGx9LCJQYXJlbnRTdHlsZSI6bnVsbH0sIk1pZGRsZVRpZXJTaGFwZVN0eWxlIjp7IiRpZCI6Ijg3OSIsIk1hcmdpbiI6eyIkaWQiOiI4ODAiLCJUb3AiOjAuMCwiTGVmdCI6MTAuMCwiUmlnaHQiOjEwLjAsIkJvdHRvbSI6MC4wfSwiUGFkZGluZyI6eyIkaWQiOiI4ODEiLCJUb3AiOjAuMCwiTGVmdCI6MTMuMCwiUmlnaHQiOjEzLjAsIkJvdHRvbSI6MC4wfSwiQmFja2dyb3VuZCI6eyIkaWQiOiI4ODIiLCJDb2xvciI6eyIkaWQiOiI4ODMiLCJBIjoyNTUsIlIiOjY4LCJHIjo4NCwiQiI6MTA2fX0sIklzVmlzaWJsZSI6dHJ1ZSwiV2lkdGgiOjg1OC4wLCJIZWlnaHQiOjMwLjAsIkJvcmRlclN0eWxlIjp7IiRpZCI6Ijg4NCIsIkxpbmVDb2xvciI6eyIkaWQiOiI4ODUiLCIkdHlwZSI6Ik5MUkUuQ29tbW9uLkRvbS5Tb2xpZENvbG9yQnJ1c2gsIE5MUkUuQ29tbW9uIiwiQ29sb3IiOnsiJGlkIjoiODg2IiwiQSI6MjU1LCJSIjoyNTUsIkciOjAsIkIiOjB9fSwiTGluZVdlaWdodCI6MC4wLCJMaW5lVHlwZSI6MCwiUGFyZW50U3R5bGUiOm51bGx9LCJQYXJlbnRTdHlsZSI6bnVsbH0sIkJvdHRvbVRpZXJTaGFwZVN0eWxlIjp7IiRpZCI6Ijg4NyIsIk1hcmdpbiI6eyIkaWQiOiI4ODgiLCJUb3AiOjAuMCwiTGVmdCI6MTAuMCwiUmlnaHQiOjEwLjAsIkJvdHRvbSI6MC4wfSwiUGFkZGluZyI6eyIkaWQiOiI4ODkiLCJUb3AiOjAuMCwiTGVmdCI6MTMuMCwiUmlnaHQiOjEzLjAsIkJvdHRvbSI6MC4wfSwiQmFja2dyb3VuZCI6eyIkaWQiOiI4OTAiLCJDb2xvciI6eyIkaWQiOiI4OTEiLCJBIjoyNTUsIlIiOjY4LCJHIjo4NCwiQiI6MTA2fX0sIklzVmlzaWJsZSI6dHJ1ZSwiV2lkdGgiOjg1OC4wLCJIZWlnaHQiOjMwLjAsIkJvcmRlclN0eWxlIjp7IiRpZCI6Ijg5MiIsIkxpbmVDb2xvciI6eyIkaWQiOiI4OTMiLCIkdHlwZSI6Ik5MUkUuQ29tbW9uLkRvbS5Tb2xpZENvbG9yQnJ1c2gsIE5MUkUuQ29tbW9uIiwiQ29sb3IiOnsiJGlkIjoiODk0IiwiQSI6MjU1LCJSIjoyNTUsIkciOjAsIkIiOjB9fSwiTGluZVdlaWdodCI6MC4wLCJMaW5lVHlwZSI6MCwiUGFyZW50U3R5bGUiOm51bGx9LCJQYXJlbnRTdHlsZSI6bnVsbH0sIlJpZ2h0RW5kQ2Fwc1N0eWxlIjp7IiRpZCI6Ijg5NSIsIkZvbnRTZXR0aW5ncyI6eyIkaWQiOiI4OTYiLCJGb250U2l6ZSI6MTgsIkZvbnROYW1lIjoiQ2FsaWJyaSIsIklzQm9sZCI6dHJ1ZSwiSXNJdGFsaWMiOmZhbHNlLCJJc1VuZGVybGluZWQiOmZhbHNlLCJQYXJlbnRTdHlsZSI6bnVsbH0sIkF1dG9TaXplIjowLCJGb3JlZ3JvdW5kIjp7IiRpZCI6Ijg5NyIsIkNvbG9yIjp7IiRpZCI6Ijg5OCIsIkEiOjI1NSwiUiI6MTIxLCJHIjoxNjgsIkIiOjE2NH19LCJNYXhXaWR0aCI6IkluZmluaXR5IiwiTWF4SGVpZ2h0IjoiSW5maW5pdHkiLCJTbWFydEZvcmVncm91bmRJc0FjdGl2ZSI6ZmFsc2UsIkhvcml6b250YWxBbGlnbm1lbnQiOjAsIlZlcnRpY2FsQWxpZ25tZW50IjowLCJTbWFydEZvcmVncm91bmQiOm51bGwsIkJhY2tncm91bmRGaWxsVHlwZSI6MCwiTWFyZ2luIjp7IiRpZCI6Ijg5OSIsIlRvcCI6MC4wLCJMZWZ0IjowLjAsIlJpZ2h0IjoyMC4wLCJCb3R0b20iOjAuMH0sIlBhZGRpbmciOnsiJGlkIjoiOTAwIiwiVG9wIjowLjAsIkxlZnQiOjAuMCwiUmlnaHQiOjAuMCwiQm90dG9tIjowLjB9LCJCYWNrZ3JvdW5kIjp7IiRpZCI6IjkwMSIsIkNvbG9yIjp7IiRpZCI6IjkwMiIsIkEiOjg5LCJSIjowLCJHIjowLCJCIjowfX0sIklzVmlzaWJsZSI6ZmFsc2UsIldpZHRoIjowLjAsIkhlaWdodCI6MC4wLCJCb3JkZXJTdHlsZSI6bnVsbCwiUGFyZW50U3R5bGUiOm51bGx9LCJMZWZ0RW5kQ2Fwc1N0eWxlIjp7IiRpZCI6IjkwMyIsIkZvbnRTZXR0aW5ncyI6eyIkaWQiOiI5MDQiLCJGb250U2l6ZSI6MzIsIkZvbnROYW1lIjoiQ2FsaWJyaSIsIklzQm9sZCI6dHJ1ZSwiSXNJdGFsaWMiOmZhbHNlLCJJc1VuZGVybGluZWQiOmZhbHNlLCJQYXJlbnRTdHlsZSI6bnVsbH0sIkF1dG9TaXplIjowLCJGb3JlZ3JvdW5kIjp7IiRpZCI6IjkwNSIsIkNvbG9yIjp7IiRpZCI6IjkwNiIsIkEiOjI1NSwiUiI6MTIxLCJHIjoxNjgsIkIiOjE2NH19LCJNYXhXaWR0aCI6IkluZmluaXR5IiwiTWF4SGVpZ2h0IjoiSW5maW5pdHkiLCJTbWFydEZvcmVncm91bmRJc0FjdGl2ZSI6ZmFsc2UsIkhvcml6b250YWxBbGlnbm1lbnQiOjAsIlZlcnRpY2FsQWxpZ25tZW50IjowLCJTbWFydEZvcmVncm91bmQiOm51bGwsIkJhY2tncm91bmRGaWxsVHlwZSI6MCwiTWFyZ2luIjp7IiRpZCI6IjkwNyIsIlRvcCI6MC4wLCJMZWZ0IjoyMC4wLCJSaWdodCI6MC4wLCJCb3R0b20iOjAuMH0sIlBhZGRpbmciOnsiJGlkIjoiOTA4IiwiVG9wIjowLjAsIkxlZnQiOjAuMCwiUmlnaHQiOjAuMCwiQm90dG9tIjowLjB9LCJCYWNrZ3JvdW5kIjp7IiRpZCI6IjkwOSIsIkNvbG9yIjp7IiRpZCI6IjkxMCIsIkEiOjg5LCJSIjowLCJHIjowLCJCIjowfX0sIklzVmlzaWJsZSI6ZmFsc2UsIldpZHRoIjowLjAsIkhlaWdodCI6MC4wLCJCb3JkZXJTdHlsZSI6bnVsbCwiUGFyZW50U3R5bGUiOm51bGx9LCJUb2RheVRleHRTdHlsZSI6eyIkaWQiOiI5MTEiLCJGb250U2V0dGluZ3MiOnsiJGlkIjoiOTEyIiwiRm9udFNpemUiOjEyLCJGb250TmFtZSI6IkNhbGlicmkiLCJJc0JvbGQiOmZhbHNlLCJJc0l0YWxpYyI6ZmFsc2UsIklzVW5kZXJsaW5lZCI6ZmFsc2UsIlBhcmVudFN0eWxlIjpudWxsfSwiQXV0b1NpemUiOjAsIkZvcmVncm91bmQiOnsiJGlkIjoiOTEzIiwiQ29sb3IiOnsiJGlkIjoiOTE0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kxNSIsIlRvcCI6MC4wLCJMZWZ0IjowLjAsIlJpZ2h0IjowLjAsIkJvdHRvbSI6MC4wfSwiUGFkZGluZyI6eyIkaWQiOiI5MTYiLCJUb3AiOjAuMCwiTGVmdCI6MC4wLCJSaWdodCI6MC4wLCJCb3R0b20iOjAuMH0sIkJhY2tncm91bmQiOnsiJGlkIjoiOTE3IiwiQ29sb3IiOnsiJGlkIjoiOTE4IiwiQSI6ODksIlIiOjAsIkciOjAsIkIiOjB9fSwiSXNWaXNpYmxlIjp0cnVlLCJXaWR0aCI6MC4wLCJIZWlnaHQiOjAuMCwiQm9yZGVyU3R5bGUiOm51bGwsIlBhcmVudFN0eWxlIjpudWxsfSwiVG9kYXlNYXJrZXJTdHlsZSI6eyIkaWQiOiI5MTkiLCJNYXJnaW4iOnsiJGlkIjoiOTIwIiwiVG9wIjowLjAsIkxlZnQiOjAuMCwiUmlnaHQiOjAuMCwiQm90dG9tIjowLjB9LCJQYWRkaW5nIjp7IiRpZCI6IjkyMSIsIlRvcCI6MC4wLCJMZWZ0IjowLjAsIlJpZ2h0IjowLjAsIkJvdHRvbSI6MC4wfSwiQmFja2dyb3VuZCI6eyIkaWQiOiI5MjIiLCJDb2xvciI6eyIkaWQiOiI5MjMiLCJBIjoyNTUsIlIiOjI1NSwiRyI6MCwiQiI6MH19LCJJc1Zpc2libGUiOnRydWUsIldpZHRoIjowLjAsIkhlaWdodCI6MC4wLCJCb3JkZXJTdHlsZSI6bnVsbCwiUGFyZW50U3R5bGUiOm51bGx9LCJTY2FsZVN0eWxlIjp7IiRpZCI6IjkyNCIsIlNoYXBlIjo1LCJTaG93U2VnbWVudFNlcGFyYXRvcnMiOnRydWUsIlNlZ21lbnRTZXBhcmF0b3JPcGFjaXR5IjozMCwiSGFzQmVlblZpc2libGVCZWZvcmUiOnRydWUsIkZvbnRTZXR0aW5ncyI6eyIkaWQiOiI5MjUiLCJGb250U2l6ZSI6MTgsIkZvbnROYW1lIjoiQ2FsaWJyaSIsIklzQm9sZCI6ZmFsc2UsIklzSXRhbGljIjpmYWxzZSwiSXNVbmRlcmxpbmVkIjpmYWxzZSwiUGFyZW50U3R5bGUiOm51bGx9LCJBdXRvU2l6ZSI6MCwiRm9yZWdyb3VuZCI6eyIkaWQiOiI5MjYiLCJDb2xvciI6eyIkaWQiOiI5Mjc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TI4IiwiVG9wIjowLjAsIkxlZnQiOjQuMCwiUmlnaHQiOjQuMCwiQm90dG9tIjowLjB9LCJQYWRkaW5nIjp7IiRpZCI6IjkyOSIsIlRvcCI6MC4wLCJMZWZ0IjowLjAsIlJpZ2h0IjowLjAsIkJvdHRvbSI6MC4wfSwiQmFja2dyb3VuZCI6eyIkaWQiOiI5MzAiLCJDb2xvciI6eyIkaWQiOiI5MzEiLCJBIjo4OSwiUiI6MCwiRyI6MCwiQiI6MH19LCJJc1Zpc2libGUiOnRydWUsIldpZHRoIjowLjAsIkhlaWdodCI6MC4wLCJCb3JkZXJTdHlsZSI6bnVsbCwiUGFyZW50U3R5bGUiOm51bGx9LCJTaW5nbGVTY2FsZVNoYXBlU3R5bGUiOnsiJGlkIjoiOTMyIiwiU2hhcGUiOjAsIkhlaWdodCI6MC4wfSwiTWlkZGxlVGllclNjYWxlU3R5bGUiOnsiJGlkIjoiOTMzIiwiU2hhcGUiOjUsIlNob3dTZWdtZW50U2VwYXJhdG9ycyI6dHJ1ZSwiU2VnbWVudFNlcGFyYXRvck9wYWNpdHkiOjMwLCJIYXNCZWVuVmlzaWJsZUJlZm9yZSI6ZmFsc2UsIkZvbnRTZXR0aW5ncyI6eyIkaWQiOiI5MzQiLCJGb250U2l6ZSI6MTgsIkZvbnROYW1lIjoiQ2FsaWJyaSIsIklzQm9sZCI6ZmFsc2UsIklzSXRhbGljIjpmYWxzZSwiSXNVbmRlcmxpbmVkIjpmYWxzZSwiUGFyZW50U3R5bGUiOm51bGx9LCJBdXRvU2l6ZSI6MCwiRm9yZWdyb3VuZCI6eyIkaWQiOiI5MzUiLCJDb2xvciI6eyIkaWQiOiI5Mz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TM3IiwiVG9wIjowLjAsIkxlZnQiOjQuMCwiUmlnaHQiOjQuMCwiQm90dG9tIjowLjB9LCJQYWRkaW5nIjp7IiRpZCI6IjkzOCIsIlRvcCI6MC4wLCJMZWZ0IjowLjAsIlJpZ2h0IjowLjAsIkJvdHRvbSI6MC4wfSwiQmFja2dyb3VuZCI6eyIkaWQiOiI5MzkiLCJDb2xvciI6eyIkaWQiOiI5NDAiLCJBIjo4OSwiUiI6MCwiRyI6MCwiQiI6MH19LCJJc1Zpc2libGUiOmZhbHNlLCJXaWR0aCI6MC4wLCJIZWlnaHQiOjAuMCwiQm9yZGVyU3R5bGUiOm51bGwsIlBhcmVudFN0eWxlIjpudWxsfSwiQm90dG9tVGllclNjYWxlU3R5bGUiOnsiJGlkIjoiOTQxIiwiU2hhcGUiOjUsIlNob3dTZWdtZW50U2VwYXJhdG9ycyI6dHJ1ZSwiU2VnbWVudFNlcGFyYXRvck9wYWNpdHkiOjMwLCJIYXNCZWVuVmlzaWJsZUJlZm9yZSI6ZmFsc2UsIkZvbnRTZXR0aW5ncyI6eyIkaWQiOiI5NDIiLCJGb250U2l6ZSI6MTgsIkZvbnROYW1lIjoiQ2FsaWJyaSIsIklzQm9sZCI6ZmFsc2UsIklzSXRhbGljIjpmYWxzZSwiSXNVbmRlcmxpbmVkIjpmYWxzZSwiUGFyZW50U3R5bGUiOm51bGx9LCJBdXRvU2l6ZSI6MCwiRm9yZWdyb3VuZCI6eyIkaWQiOiI5NDMiLCJDb2xvciI6eyIkaWQiOiI5NDQ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TQ1IiwiVG9wIjowLjAsIkxlZnQiOjQuMCwiUmlnaHQiOjQuMCwiQm90dG9tIjowLjB9LCJQYWRkaW5nIjp7IiRpZCI6Ijk0NiIsIlRvcCI6MC4wLCJMZWZ0IjowLjAsIlJpZ2h0IjowLjAsIkJvdHRvbSI6MC4wfSwiQmFja2dyb3VuZCI6eyIkaWQiOiI5NDciLCJDb2xvciI6eyIkaWQiOiI5NDgiLCJBIjo4OSwiUiI6MCwiRyI6MCwiQiI6MH19LCJJc1Zpc2libGUiOmZhbHNlLCJXaWR0aCI6MC4wLCJIZWlnaHQiOjAuMCwiQm9yZGVyU3R5bGUiOm51bGwsIlBhcmVudFN0eWxlIjpudWxsfSwiRWxhcHNlZFRpbWVCYWNrZ3JvdW5kIjp7IiRpZCI6Ijk0OSIsIkNvbG9yIjp7IiRpZCI6Ijk1MCIsIkEiOjc3LCJSIjoyNTUsIkciOjAsIkIiOjB9fSwiQXBwZW5kWWVhck9uWWVhckNoYW5nZSI6dHJ1ZSwiRWxhcHNlZFRpbWVGb3JtYXQiOjAsIlRvZGF5TWFya2VyUG9zaXRpb24iOjAsIlF1aWNrUG9zaXRpb24iOjMsIkFic29sdXRlUG9zaXRpb24iOjc1LjI5MjY4LCJNYXJnaW4iOnsiJGlkIjoiOTUxIiwiVG9wIjowLjAsIkxlZnQiOjEwLjAsIlJpZ2h0IjoxMC4wLCJCb3R0b20iOjAuMH0sIlBhZGRpbmciOnsiJGlkIjoiOTUyIiwiVG9wIjowLjAsIkxlZnQiOjAuMCwiUmlnaHQiOjAuMCwiQm90dG9tIjowLjB9LCJCYWNrZ3JvdW5kIjp7IiRpZCI6Ijk1MyIsIkNvbG9yIjp7IiRpZCI6Ijk1NCIsIkEiOjI1NSwiUiI6NDcsIkciOjU0LCJCIjoxNTN9fSwiSXNWaXNpYmxlIjp0cnVlLCJXaWR0aCI6MC4wLCJIZWlnaHQiOjAuMCwiQm9yZGVyU3R5bGUiOm51bGwsIlBhcmVudFN0eWxlIjpudWxsfSwiRGVmYXVsdE1pbGVzdG9uZVN0eWxlIjp7IiRpZCI6Ijk1NSIsIlNoYXBlIjo5LCJDb25uZWN0b3JNYXJnaW4iOnsiJGlkIjoiOTU2IiwiVG9wIjowLjAsIkxlZnQiOjIuMCwiUmlnaHQiOjIuMCwiQm90dG9tIjowLjB9LCJDb25uZWN0b3JTdHlsZSI6eyIkaWQiOiI5NTciLCJMaW5lQ29sb3IiOnsiJGlkIjoiOTU4IiwiJHR5cGUiOiJOTFJFLkNvbW1vbi5Eb20uU29saWRDb2xvckJydXNoLCBOTFJFLkNvbW1vbiIsIkNvbG9yIjp7IiRpZCI6Ijk1OSIsIkEiOjEyNywiUiI6NzksIkciOjEyOSwiQiI6MTg5fX0sIkxpbmVXZWlnaHQiOjEuMCwiTGluZVR5cGUiOjAsIlBhcmVudFN0eWxlIjpudWxsfSwiSXNCZWxvd1RpbWViYW5kIjpmYWxzZSwiUG9zaXRpb25PblRhc2siOjAsIkhpZGVEYXRlIjpmYWxzZSwiU2hhcGVTaXplIjoxLCJTcGFjaW5nIjowLjAsIlBhZGRpbmciOnsiJGlkIjoiOTYwIiwiVG9wIjo1LjAsIkxlZnQiOjMuMCwiUmlnaHQiOjAuMCwiQm90dG9tIjoyLjB9LCJTaGFwZVN0eWxlIjp7IiRpZCI6Ijk2MSIsIk1hcmdpbiI6eyIkaWQiOiI5NjIiLCJUb3AiOjAuMCwiTGVmdCI6MC4wLCJSaWdodCI6MC4wLCJCb3R0b20iOjAuMH0sIlBhZGRpbmciOnsiJGlkIjoiOTYzIiwiVG9wIjowLjAsIkxlZnQiOjAuMCwiUmlnaHQiOjAuMCwiQm90dG9tIjowLjB9LCJCYWNrZ3JvdW5kIjp7IiRpZCI6Ijk2NCIsIkNvbG9yIjp7IiRpZCI6Ijk2NSIsIkEiOjI1NSwiUiI6MiwiRyI6MTc4LCJCIjoyMzh9fSwiSXNWaXNpYmxlIjp0cnVlLCJXaWR0aCI6MTguMCwiSGVpZ2h0IjoyMC4wLCJCb3JkZXJTdHlsZSI6eyIkaWQiOiI5NjYiLCJMaW5lQ29sb3IiOnsiJGlkIjoiOTY3IiwiJHR5cGUiOiJOTFJFLkNvbW1vbi5Eb20uU29saWRDb2xvckJydXNoLCBOTFJFLkNvbW1vbiIsIkNvbG9yIjp7IiRpZCI6Ijk2OCIsIkEiOjI1NSwiUiI6MjM0LCJHIjoyMiwiQiI6MzB9fSwiTGluZVdlaWdodCI6MC4wLCJMaW5lVHlwZSI6MCwiUGFyZW50U3R5bGUiOm51bGx9LCJQYXJlbnRTdHlsZSI6bnVsbH0sIlRpdGxlU3R5bGUiOnsiJGlkIjoiOTY5IiwiRm9udFNldHRpbmdzIjp7IiRpZCI6Ijk3MCIsIkZvbnRTaXplIjoxMSwiRm9udE5hbWUiOiJDYWxpYnJpIiwiSXNCb2xkIjp0cnVlLCJJc0l0YWxpYyI6ZmFsc2UsIklzVW5kZXJsaW5lZCI6ZmFsc2UsIlBhcmVudFN0eWxlIjpudWxsfSwiQXV0b1NpemUiOjAsIkZvcmVncm91bmQiOnsiJGlkIjoiOTcxIiwiQ29sb3IiOnsiJGlkIjoiOTc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k3MyIsIlRvcCI6MC4wLCJMZWZ0IjowLjAsIlJpZ2h0IjowLjAsIkJvdHRvbSI6MC4wfSwiUGFkZGluZyI6eyIkaWQiOiI5NzQiLCJUb3AiOjAuMCwiTGVmdCI6MC4wLCJSaWdodCI6MC4wLCJCb3R0b20iOjAuMH0sIkJhY2tncm91bmQiOnsiJGlkIjoiOTc1IiwiQ29sb3IiOnsiJGlkIjoiOTc2IiwiQSI6ODksIlIiOjAsIkciOjAsIkIiOjB9fSwiSXNWaXNpYmxlIjp0cnVlLCJXaWR0aCI6MC4wLCJIZWlnaHQiOjAuMCwiQm9yZGVyU3R5bGUiOm51bGwsIlBhcmVudFN0eWxlIjpudWxsfSwiRGF0ZVN0eWxlIjp7IiRpZCI6Ijk3NyIsIkZvbnRTZXR0aW5ncyI6eyIkaWQiOiI5NzgiLCJGb250U2l6ZSI6MTAsIkZvbnROYW1lIjoiQ2FsaWJyaSIsIklzQm9sZCI6ZmFsc2UsIklzSXRhbGljIjpmYWxzZSwiSXNVbmRlcmxpbmVkIjpmYWxzZSwiUGFyZW50U3R5bGUiOm51bGx9LCJBdXRvU2l6ZSI6MCwiRm9yZWdyb3VuZCI6eyIkaWQiOiI5NzkiLCJDb2xvciI6eyIkaWQiOiI5OD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4MSIsIlRvcCI6MC4wLCJMZWZ0IjowLjAsIlJpZ2h0IjowLjAsIkJvdHRvbSI6MC4wfSwiUGFkZGluZyI6eyIkaWQiOiI5ODIiLCJUb3AiOjAuMCwiTGVmdCI6MC4wLCJSaWdodCI6MC4wLCJCb3R0b20iOjAuMH0sIkJhY2tncm91bmQiOnsiJGlkIjoiOTgzIiwiQ29sb3IiOnsiJGlkIjoiOTg0IiwiQSI6ODksIlIiOjAsIkciOjAsIkIiOjB9fSwiSXNWaXNpYmxlIjp0cnVlLCJXaWR0aCI6MC4wLCJIZWlnaHQiOjAuMCwiQm9yZGVyU3R5bGUiOm51bGwsIlBhcmVudFN0eWxlIjpudWxsfSwiRGF0ZUZvcm1hdCI6eyIkaWQiOiI5O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g2IiwiRm9ybWF0IjowLCJJc1Zpc2libGUiOmZhbHNlLCJMYXN0S25vd25WaXNpYmlsaXR5U3RhdGUiOmZhbHNlfSwiSXNWaXNpYmxlIjp0cnVlLCJQYXJlbnRTdHlsZSI6bnVsbH0sIkRlZmF1bHRNb3RTdHlsZSI6eyIkaWQiOiI5ODciLCJTaGFwZSI6OSwiQ29ubmVjdG9yTWFyZ2luIjp7IiRpZCI6Ijk4OCIsIlRvcCI6MC4wLCJMZWZ0IjoyLjAsIlJpZ2h0IjoyLjAsIkJvdHRvbSI6MC4wfSwiQ29ubmVjdG9yU3R5bGUiOnsiJGlkIjoiOTg5IiwiTGluZUNvbG9yIjp7IiRpZCI6Ijk5MCIsIiR0eXBlIjoiTkxSRS5Db21tb24uRG9tLlNvbGlkQ29sb3JCcnVzaCwgTkxSRS5Db21tb24iLCJDb2xvciI6eyIkaWQiOiI5OTEiLCJBIjoxMjcsIlIiOjc5LCJHIjoxMjksIkIiOjE4OX19LCJMaW5lV2VpZ2h0IjoxLjAsIkxpbmVUeXBlIjowLCJQYXJlbnRTdHlsZSI6bnVsbH0sIklzQmVsb3dUaW1lYmFuZCI6ZmFsc2UsIlBvc2l0aW9uT25UYXNrIjoxLCJIaWRlRGF0ZSI6ZmFsc2UsIlNoYXBlU2l6ZSI6MSwiU3BhY2luZyI6MC4wLCJQYWRkaW5nIjp7IiRpZCI6Ijk5MiIsIlRvcCI6NS4wLCJMZWZ0IjozLjAsIlJpZ2h0IjowLjAsIkJvdHRvbSI6Mi4wfSwiU2hhcGVTdHlsZSI6eyIkaWQiOiI5OTMiLCJNYXJnaW4iOnsiJGlkIjoiOTk0IiwiVG9wIjowLjAsIkxlZnQiOjAuMCwiUmlnaHQiOjAuMCwiQm90dG9tIjowLjB9LCJQYWRkaW5nIjp7IiRpZCI6Ijk5NSIsIlRvcCI6MC4wLCJMZWZ0IjowLjAsIlJpZ2h0IjowLjAsIkJvdHRvbSI6MC4wfSwiQmFja2dyb3VuZCI6eyIkaWQiOiI5OTYiLCJDb2xvciI6eyIkaWQiOiI5OTciLCJBIjoyNTUsIlIiOjIsIkciOjE3OCwiQiI6MjM4fX0sIklzVmlzaWJsZSI6dHJ1ZSwiV2lkdGgiOjE4LjAsIkhlaWdodCI6MjAuMCwiQm9yZGVyU3R5bGUiOnsiJGlkIjoiOTk4IiwiTGluZUNvbG9yIjp7IiRpZCI6Ijk5OSIsIiR0eXBlIjoiTkxSRS5Db21tb24uRG9tLlNvbGlkQ29sb3JCcnVzaCwgTkxSRS5Db21tb24iLCJDb2xvciI6eyIkaWQiOiIxMDAwIiwiQSI6MjU1LCJSIjoyMzQsIkciOjIyLCJCIjozMH19LCJMaW5lV2VpZ2h0IjowLjAsIkxpbmVUeXBlIjowLCJQYXJlbnRTdHlsZSI6bnVsbH0sIlBhcmVudFN0eWxlIjpudWxsfSwiVGl0bGVTdHlsZSI6eyIkaWQiOiIxMDAxIiwiRm9udFNldHRpbmdzIjp7IiRpZCI6IjEwMDIiLCJGb250U2l6ZSI6MTEsIkZvbnROYW1lIjoiQ2FsaWJyaSIsIklzQm9sZCI6dHJ1ZSwiSXNJdGFsaWMiOmZhbHNlLCJJc1VuZGVybGluZWQiOmZhbHNlLCJQYXJlbnRTdHlsZSI6bnVsbH0sIkF1dG9TaXplIjowLCJGb3JlZ3JvdW5kIjp7IiRpZCI6IjEwMDMiLCJDb2xvciI6eyIkaWQiOiIxMDA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wMDUiLCJUb3AiOjAuMCwiTGVmdCI6MC4wLCJSaWdodCI6MC4wLCJCb3R0b20iOjAuMH0sIlBhZGRpbmciOnsiJGlkIjoiMTAwNiIsIlRvcCI6MC4wLCJMZWZ0IjowLjAsIlJpZ2h0IjowLjAsIkJvdHRvbSI6MC4wfSwiQmFja2dyb3VuZCI6eyIkaWQiOiIxMDA3IiwiQ29sb3IiOnsiJGlkIjoiMTAwOCIsIkEiOjg5LCJSIjowLCJHIjowLCJCIjowfX0sIklzVmlzaWJsZSI6dHJ1ZSwiV2lkdGgiOjAuMCwiSGVpZ2h0IjowLjAsIkJvcmRlclN0eWxlIjpudWxsLCJQYXJlbnRTdHlsZSI6bnVsbH0sIkRhdGVTdHlsZSI6eyIkaWQiOiIxMDA5IiwiRm9udFNldHRpbmdzIjp7IiRpZCI6IjEwMTAiLCJGb250U2l6ZSI6MTAsIkZvbnROYW1lIjoiQ2FsaWJyaSIsIklzQm9sZCI6ZmFsc2UsIklzSXRhbGljIjpmYWxzZSwiSXNVbmRlcmxpbmVkIjpmYWxzZSwiUGFyZW50U3R5bGUiOm51bGx9LCJBdXRvU2l6ZSI6MCwiRm9yZWdyb3VuZCI6eyIkaWQiOiIxMDExIiwiQ29sb3IiOnsiJGlkIjoiMTAx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xMyIsIlRvcCI6MC4wLCJMZWZ0IjowLjAsIlJpZ2h0IjowLjAsIkJvdHRvbSI6MC4wfSwiUGFkZGluZyI6eyIkaWQiOiIxMDE0IiwiVG9wIjowLjAsIkxlZnQiOjAuMCwiUmlnaHQiOjAuMCwiQm90dG9tIjowLjB9LCJCYWNrZ3JvdW5kIjp7IiRpZCI6IjEwMTUiLCJDb2xvciI6eyIkaWQiOiIxMDE2IiwiQSI6ODksIlIiOjAsIkciOjAsIkIiOjB9fSwiSXNWaXNpYmxlIjp0cnVlLCJXaWR0aCI6MC4wLCJIZWlnaHQiOjAuMCwiQm9yZGVyU3R5bGUiOm51bGwsIlBhcmVudFN0eWxlIjpudWxsfSwiRGF0ZUZvcm1hdCI6eyIkaWQiOiIxMD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TgiLCJGb3JtYXQiOjAsIklzVmlzaWJsZSI6ZmFsc2UsIkxhc3RLbm93blZpc2liaWxpdHlTdGF0ZSI6ZmFsc2V9LCJJc1Zpc2libGUiOnRydWUsIlBhcmVudFN0eWxlIjpudWxsfSwiRGVmYXVsdFRhc2tTdHlsZSI6eyIkaWQiOiIxMDE5IiwiU2hhcGUiOjgsIlNoYXBlVGhpY2tuZXNzIjoxLCJEdXJhdGlvbkZvcm1hdCI6MCwiSW5jbHVkZU5vbldvcmtpbmdEYXlzSW5EdXJhdGlvbiI6ZmFsc2UsIlBlcmNlbnRhZ2VDb21wbGV0ZVN0eWxlIjp7IiRpZCI6IjEwMjAiLCJGb250U2V0dGluZ3MiOnsiJGlkIjoiMTAyMSIsIkZvbnRTaXplIjoxMCwiRm9udE5hbWUiOiJDYWxpYnJpIiwiSXNCb2xkIjpmYWxzZSwiSXNJdGFsaWMiOmZhbHNlLCJJc1VuZGVybGluZWQiOmZhbHNlLCJQYXJlbnRTdHlsZSI6bnVsbH0sIkF1dG9TaXplIjowLCJGb3JlZ3JvdW5kIjp7IiRpZCI6IjEwMjIiLCJDb2xvciI6eyIkaWQiOiIxMDI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yNCIsIlRvcCI6MC4wLCJMZWZ0IjowLjAsIlJpZ2h0IjowLjAsIkJvdHRvbSI6MC4wfSwiUGFkZGluZyI6eyIkaWQiOiIxMDI1IiwiVG9wIjowLjAsIkxlZnQiOjAuMCwiUmlnaHQiOjAuMCwiQm90dG9tIjowLjB9LCJCYWNrZ3JvdW5kIjp7IiRpZCI6IjEwMjYiLCJDb2xvciI6eyIkaWQiOiIxMDI3IiwiQSI6ODksIlIiOjAsIkciOjAsIkIiOjB9fSwiSXNWaXNpYmxlIjp0cnVlLCJXaWR0aCI6MC4wLCJIZWlnaHQiOjAuMCwiQm9yZGVyU3R5bGUiOm51bGwsIlBhcmVudFN0eWxlIjpudWxsfSwiRHVyYXRpb25TdHlsZSI6eyIkaWQiOiIxMDI4IiwiRm9udFNldHRpbmdzIjp7IiRpZCI6IjEwMjkiLCJGb250U2l6ZSI6MTAsIkZvbnROYW1lIjoiQ2FsaWJyaSIsIklzQm9sZCI6ZmFsc2UsIklzSXRhbGljIjpmYWxzZSwiSXNVbmRlcmxpbmVkIjpmYWxzZSwiUGFyZW50U3R5bGUiOm51bGx9LCJBdXRvU2l6ZSI6MCwiRm9yZWdyb3VuZCI6eyIkaWQiOiIxMDMwIiwiQ29sb3IiOnsiJGlkIjoiMTAz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wMzIiLCJUb3AiOjAuMCwiTGVmdCI6MC4wLCJSaWdodCI6MC4wLCJCb3R0b20iOjAuMH0sIlBhZGRpbmciOnsiJGlkIjoiMTAzMyIsIlRvcCI6MC4wLCJMZWZ0IjowLjAsIlJpZ2h0IjowLjAsIkJvdHRvbSI6MC4wfSwiQmFja2dyb3VuZCI6eyIkaWQiOiIxMDM0IiwiQ29sb3IiOnsiJGlkIjoiMTAzNSIsIkEiOjg5LCJSIjowLCJHIjowLCJCIjowfX0sIklzVmlzaWJsZSI6dHJ1ZSwiV2lkdGgiOjAuMCwiSGVpZ2h0IjowLjAsIkJvcmRlclN0eWxlIjpudWxsLCJQYXJlbnRTdHlsZSI6bnVsbH0sIkhvcml6b250YWxDb25uZWN0b3JTdHlsZSI6eyIkaWQiOiIxMDM2IiwiTGluZUNvbG9yIjp7IiRpZCI6IjEwMzciLCIkdHlwZSI6Ik5MUkUuQ29tbW9uLkRvbS5Tb2xpZENvbG9yQnJ1c2gsIE5MUkUuQ29tbW9uIiwiQ29sb3IiOnsiJGlkIjoiMTAzOCIsIkEiOjI1NSwiUiI6MjA0LCJHIjoyMDQsIkIiOjIwNH19LCJMaW5lV2VpZ2h0IjoxLjAsIkxpbmVUeXBlIjowLCJQYXJlbnRTdHlsZSI6bnVsbH0sIlZlcnRpY2FsQ29ubmVjdG9yU3R5bGUiOnsiJGlkIjoiMTAzOSIsIkxpbmVDb2xvciI6eyIkaWQiOiIxMDQwIiwiJHR5cGUiOiJOTFJFLkNvbW1vbi5Eb20uU29saWRDb2xvckJydXNoLCBOTFJFLkNvbW1vbiIsIkNvbG9yIjp7IiRpZCI6IjEwNDE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EwNDIiLCJNYXJnaW4iOnsiJGlkIjoiMTA0MyIsIlRvcCI6MC4wLCJMZWZ0Ijo0LjAsIlJpZ2h0Ijo0LjAsIkJvdHRvbSI6MC4wfSwiUGFkZGluZyI6eyIkaWQiOiIxMDQ0IiwiVG9wIjowLjAsIkxlZnQiOjAuMCwiUmlnaHQiOjAuMCwiQm90dG9tIjowLjB9LCJCYWNrZ3JvdW5kIjp7IiRpZCI6IjEwNDUiLCJDb2xvciI6eyIkaWQiOiIxMDQ2IiwiQSI6MjU1LCJSIjoyLCJHIjoxNzgsIkIiOjIzOH19LCJJc1Zpc2libGUiOnRydWUsIldpZHRoIjowLjAsIkhlaWdodCI6MTYuMCwiQm9yZGVyU3R5bGUiOnsiJGlkIjoiMTA0NyIsIkxpbmVDb2xvciI6eyIkaWQiOiIxMDQ4IiwiJHR5cGUiOiJOTFJFLkNvbW1vbi5Eb20uU29saWRDb2xvckJydXNoLCBOTFJFLkNvbW1vbiIsIkNvbG9yIjp7IiRpZCI6IjEwNDkiLCJBIjoyNTUsIlIiOjIzNCwiRyI6MjIsIkIiOjMwfX0sIkxpbmVXZWlnaHQiOjAuMCwiTGluZVR5cGUiOjAsIlBhcmVudFN0eWxlIjpudWxsfSwiUGFyZW50U3R5bGUiOm51bGx9LCJUaXRsZVN0eWxlIjp7IiRpZCI6IjEwNTAiLCJGb250U2V0dGluZ3MiOnsiJGlkIjoiMTA1MSIsIkZvbnRTaXplIjoxMSwiRm9udE5hbWUiOiJDYWxpYnJpIiwiSXNCb2xkIjp0cnVlLCJJc0l0YWxpYyI6ZmFsc2UsIklzVW5kZXJsaW5lZCI6ZmFsc2UsIlBhcmVudFN0eWxlIjpudWxsfSwiQXV0b1NpemUiOjAsIkZvcmVncm91bmQiOnsiJGlkIjoiMTA1MiIsIkNvbG9yIjp7IiRpZCI6IjEwNT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A1NCIsIlRvcCI6MC4wLCJMZWZ0IjowLjAsIlJpZ2h0IjowLjAsIkJvdHRvbSI6MC4wfSwiUGFkZGluZyI6eyIkaWQiOiIxMDU1IiwiVG9wIjowLjAsIkxlZnQiOjAuMCwiUmlnaHQiOjAuMCwiQm90dG9tIjowLjB9LCJCYWNrZ3JvdW5kIjp7IiRpZCI6IjEwNTYiLCJDb2xvciI6eyIkaWQiOiIxMDU3IiwiQSI6ODksIlIiOjAsIkciOjAsIkIiOjB9fSwiSXNWaXNpYmxlIjp0cnVlLCJXaWR0aCI6MC4wLCJIZWlnaHQiOjAuMCwiQm9yZGVyU3R5bGUiOm51bGwsIlBhcmVudFN0eWxlIjpudWxsfSwiRGF0ZVN0eWxlIjp7IiRpZCI6IjEwNTgiLCJGb250U2V0dGluZ3MiOnsiJGlkIjoiMTA1OSIsIkZvbnRTaXplIjoxMCwiRm9udE5hbWUiOiJDYWxpYnJpIiwiSXNCb2xkIjpmYWxzZSwiSXNJdGFsaWMiOmZhbHNlLCJJc1VuZGVybGluZWQiOmZhbHNlLCJQYXJlbnRTdHlsZSI6bnVsbH0sIkF1dG9TaXplIjowLCJGb3JlZ3JvdW5kIjp7IiRpZCI6IjEwNjAiLCJDb2xvciI6eyIkaWQiOiIxMDYx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DYyIiwiVG9wIjowLjAsIkxlZnQiOjAuMCwiUmlnaHQiOjAuMCwiQm90dG9tIjowLjB9LCJQYWRkaW5nIjp7IiRpZCI6IjEwNjMiLCJUb3AiOjAuMCwiTGVmdCI6MC4wLCJSaWdodCI6MC4wLCJCb3R0b20iOjAuMH0sIkJhY2tncm91bmQiOnsiJGlkIjoiMTA2NCIsIkNvbG9yIjp7IiRpZCI6IjEwNjUiLCJBIjo4OSwiUiI6MCwiRyI6MCwiQiI6MH19LCJJc1Zpc2libGUiOnRydWUsIldpZHRoIjowLjAsIkhlaWdodCI6MC4wLCJCb3JkZXJTdHlsZSI6bnVsbCwiUGFyZW50U3R5bGUiOm51bGx9LCJEYXRlRm9ybWF0Ijp7IiRpZCI6IjEw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2NyIsIkZvcm1hdCI6MCwiSXNWaXNpYmxlIjpmYWxzZSwiTGFzdEtub3duVmlzaWJpbGl0eVN0YXRlIjpmYWxzZX0sIklzVmlzaWJsZSI6dHJ1ZSwiUGFyZW50U3R5bGUiOm51bGwsIl9leHBsaWNpdGx5U2V0Ijp7IiRpZCI6IjEwNjg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lsZXN0b25lU3R5bGUiOnsiJGlkIjoiMTA2OSIsIlRpdGxlUG9zaXRpb24iOiJSaWdodCIsIkRhdGVQb3NpdGlvbiI6IkxlZnQiLCJTaGFwZVR5cGUiOjksIlNoYXBlU2l6ZSI6MSwiU3BhY2luZyI6NSwiU2hhcGVTdHlsZSI6eyIkaWQiOiIxMDcwIiwiTWFyZ2luIjp7IiRpZCI6IjEwNzEiLCJUb3AiOjAuMCwiTGVmdCI6MC4wLCJSaWdodCI6MC4wLCJCb3R0b20iOjAuMH0sIlBhZGRpbmciOnsiJGlkIjoiMTA3MiIsIlRvcCI6MC4wLCJMZWZ0IjowLjAsIlJpZ2h0IjowLjAsIkJvdHRvbSI6MC4wfSwiQmFja2dyb3VuZCI6eyIkaWQiOiIxMDczIiwiQ29sb3IiOnsiJGlkIjoiMTA3NCIsIkEiOjI1NSwiUiI6OTEsIkciOjE1NSwiQiI6MjEzfX0sIklzVmlzaWJsZSI6dHJ1ZSwiV2lkdGgiOjE4LjAsIkhlaWdodCI6MjAuMCwiQm9yZGVyU3R5bGUiOnsiJGlkIjoiMTA3NSIsIkxpbmVDb2xvciI6eyIkaWQiOiIxMDc2IiwiJHR5cGUiOiJOTFJFLkNvbW1vbi5Eb20uU29saWRDb2xvckJydXNoLCBOTFJFLkNvbW1vbiIsIkNvbG9yIjp7IiRpZCI6IjEwNzciLCJBIjoyNTUsIlIiOjI1NSwiRyI6MCwiQiI6MH19LCJMaW5lV2VpZ2h0IjowLjAsIkxpbmVUeXBlIjowLCJQYXJlbnRTdHlsZSI6bnVsbH0sIlBhcmVudFN0eWxlIjpudWxsfSwiVGl0bGVTdHlsZSI6eyIkaWQiOiIxMDc4IiwiRm9udFNldHRpbmdzIjp7IiRpZCI6IjEwNzkiLCJGb250U2l6ZSI6MTEsIkZvbnROYW1lIjoiQ2FsaWJyaSIsIklzQm9sZCI6dHJ1ZSwiSXNJdGFsaWMiOmZhbHNlLCJJc1VuZGVybGluZWQiOmZhbHNlLCJQYXJlbnRTdHlsZSI6bnVsbH0sIkF1dG9TaXplIjowLCJGb3JlZ3JvdW5kIjp7IiRpZCI6IjEwODAiLCJDb2xvciI6eyIkaWQiOiIxMDg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wODIiLCJUb3AiOjAuMCwiTGVmdCI6MC4wLCJSaWdodCI6MC4wLCJCb3R0b20iOjAuMH0sIlBhZGRpbmciOnsiJGlkIjoiMTA4MyIsIlRvcCI6MC4wLCJMZWZ0IjowLjAsIlJpZ2h0IjowLjAsIkJvdHRvbSI6MC4wfSwiQmFja2dyb3VuZCI6eyIkaWQiOiIxMDg0IiwiQ29sb3IiOnsiJGlkIjoiMTA4NSIsIkEiOjg5LCJSIjowLCJHIjowLCJCIjowfX0sIklzVmlzaWJsZSI6dHJ1ZSwiV2lkdGgiOjAuMCwiSGVpZ2h0IjowLjAsIkJvcmRlclN0eWxlIjpudWxsLCJQYXJlbnRTdHlsZSI6bnVsbH0sIkRhdGVTdHlsZSI6eyIkaWQiOiIxMDg2IiwiRm9udFNldHRpbmdzIjp7IiRpZCI6IjEwODciLCJGb250U2l6ZSI6MTAsIkZvbnROYW1lIjoiQ2FsaWJyaSIsIklzQm9sZCI6ZmFsc2UsIklzSXRhbGljIjpmYWxzZSwiSXNVbmRlcmxpbmVkIjpmYWxzZSwiUGFyZW50U3R5bGUiOm51bGx9LCJBdXRvU2l6ZSI6MCwiRm9yZWdyb3VuZCI6eyIkaWQiOiIxMDg4IiwiQ29sb3IiOnsiJGlkIjoiMTA4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5MCIsIlRvcCI6MC4wLCJMZWZ0IjowLjAsIlJpZ2h0IjowLjAsIkJvdHRvbSI6MC4wfSwiUGFkZGluZyI6eyIkaWQiOiIxMDkxIiwiVG9wIjowLjAsIkxlZnQiOjAuMCwiUmlnaHQiOjAuMCwiQm90dG9tIjowLjB9LCJCYWNrZ3JvdW5kIjp7IiRpZCI6IjEwOTIiLCJDb2xvciI6eyIkaWQiOiIxMDkzIiwiQSI6ODksIlIiOjAsIkciOjAsIkIiOjB9fSwiSXNWaXNpYmxlIjp0cnVlLCJXaWR0aCI6MC4wLCJIZWlnaHQiOjAuMCwiQm9yZGVyU3R5bGUiOm51bGwsIlBhcmVudFN0eWxlIjpudWxsfSwiRGF0ZUZvcm1hdCI6eyIkaWQiOiIxMDk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OTUiLCJGb3JtYXQiOjAsIklzVmlzaWJsZSI6ZmFsc2UsIkxhc3RLbm93blZpc2liaWxpdHlTdGF0ZSI6ZmFsc2V9LCJJc1Zpc2libGUiOnRydWUsIlBhcmVudFN0eWxlIjpudWxsfSwiR3JpZGxpbmVQYW5lbFN0eWxlIjp7IiRpZCI6IjEwOTYiLCJHcmlkbGluZVN0eWxlIjp7IiRpZCI6IjEwOTciLCJMaW5lQ29sb3IiOnsiJGlkIjoiMTA5OCIsIiR0eXBlIjoiTkxSRS5Db21tb24uRG9tLlNvbGlkQ29sb3JCcnVzaCwgTkxSRS5Db21tb24iLCJDb2xvciI6eyIkaWQiOiIxMDk5IiwiQSI6MjU1LCJSIjoyMDgsIkciOjIwNiwiQiI6MjA2fX0sIkxpbmVXZWlnaHQiOjEuMCwiTGluZVR5cGUiOjAsIlBhcmVudFN0eWxlIjpudWxsfSwiTWFyZ2luIjp7IiRpZCI6IjExMDAiLCJUb3AiOjAuMCwiTGVmdCI6MC4wLCJSaWdodCI6MC4wLCJCb3R0b20iOjAuMH0sIlBhZGRpbmciOnsiJGlkIjoiMTEwMSIsIlRvcCI6MC4wLCJMZWZ0IjowLjAsIlJpZ2h0IjowLjAsIkJvdHRvbSI6MC4wfSwiQmFja2dyb3VuZCI6bnVsbCwiSXNWaXNpYmxlIjp0cnVlLCJXaWR0aCI6MC4wLCJIZWlnaHQiOjAuMCwiQm9yZGVyU3R5bGUiOnsiJGlkIjoiMTEwMiIsIkxpbmVDb2xvciI6bnVsbCwiTGluZVdlaWdodCI6MC4wLCJMaW5lVHlwZSI6MCwiUGFyZW50U3R5bGUiOm51bGx9LCJQYXJlbnRTdHlsZSI6bnVsbH0sIkFjdGl2aXR5TGluZVBhbmVsU3R5bGUiOnsiJGlkIjoiMTEwMyIsIkFjdGl2aXR5TGluZVN0eWxlIjp7IiRpZCI6IjExMDQiLCJMaW5lQ29sb3IiOnsiJGlkIjoiMTEwNSIsIiR0eXBlIjoiTkxSRS5Db21tb24uRG9tLlNvbGlkQ29sb3JCcnVzaCwgTkxSRS5Db21tb24iLCJDb2xvciI6eyIkaWQiOiIxMTA2IiwiQSI6MzgsIlIiOjY4LCJHIjoxMTQsIkIiOjE5Nn19LCJMaW5lV2VpZ2h0IjoxLjAsIkxpbmVUeXBlIjowLCJQYXJlbnRTdHlsZSI6bnVsbH0sIk1hcmdpbiI6eyIkaWQiOiIxMTA3IiwiVG9wIjowLjAsIkxlZnQiOjAuMCwiUmlnaHQiOjAuMCwiQm90dG9tIjowLjB9LCJQYWRkaW5nIjp7IiRpZCI6IjExMDgiLCJUb3AiOjAuMCwiTGVmdCI6MC4wLCJSaWdodCI6MC4wLCJCb3R0b20iOjAuMH0sIkJhY2tncm91bmQiOm51bGwsIklzVmlzaWJsZSI6dHJ1ZSwiV2lkdGgiOjAuMCwiSGVpZ2h0IjowLjAsIkJvcmRlclN0eWxlIjp7IiRpZCI6IjExMDkiLCJMaW5lQ29sb3IiOm51bGwsIkxpbmVXZWlnaHQiOjAuMCwiTGluZVR5cGUiOjAsIlBhcmVudFN0eWxlIjpudWxsfSwiUGFyZW50U3R5bGUiOm51bGx9LCJfc2VsZWN0ZWRUaGVtZVByZXNldENvbG9ycyI6eyIkaWQiOiIxMTEwIiwiVGV4dExpZ2h0Ijp7IiRpZCI6IjExMTEiLCJBIjoyNTUsIlIiOjI1NSwiRyI6MjU1LCJCIjoyNTV9LCJUZXh0RGFyayI6eyIkaWQiOiIxMTEyIiwiQSI6MjU1LCJSIjowLCJHIjowLCJCIjowfSwiQWNjZW50MSI6eyIkcmVmIjoiOTI3In0sIkFjY2VudDIiOnsiJHJlZiI6Ijg3NSJ9LCJBY2NlbnQzIjp7IiRpZCI6IjExMTMiLCJBIjoyNTUsIlIiOjIsIkciOjE3OCwiQiI6MjM4fSwiQWNjZW50NCI6eyIkaWQiOiIxMTE0IiwiQSI6MjU1LCJSIjoyMzcsIkciOjEyNSwiQiI6NDl9LCJBY2NlbnQ1Ijp7IiRpZCI6IjExMTUiLCJBIjoyNTUsIlIiOjI1LCJHIjoxMDcsIkIiOjM2fSwiQWNjZW50NiI6eyIkaWQiOiIxMTE2IiwiQSI6MjU1LCJSIjoxNSwiRyI6MTU4LCJCIjoyMTN9LCJBY2NlbnQ3Ijp7IiRpZCI6IjExMTciLCJBIjoyNTUsIlIiOjE2MCwiRyI6NDMsIkIiOjE0N30sIkFjY2VudDgiOnsiJGlkIjoiMTExOCIsIkEiOjI1NSwiUiI6NzgsIkciOjE2NywiQiI6NDZ9fSwiU2hvd0VsYXBzZWRUaW1lR3JhZGllbnRTdHlsZSI6ZmFsc2UsIlRpbWViYW5kUmVzZXJ2ZWRMZWZ0QXJlYVN0eWxlIjp7IiRpZCI6IjExMTkiLCJBY3Rpdml0eUhlYWRlcldpZHRoIjowLjAsIklzU2V0IjpmYWxzZX0sIkRlZmF1bHRTd2ltbGFuZVN0eWxlIjpudWxsLCJEZWZhdWx0U3dpbWxhbmVWMlN0eWxlIjp7IiRpZCI6IjExMjAiLCJTdHlsZUlkIjoiMDAwMDAwMDAtMDAwMC0wMDAwLTAwMDAtMDAwMDAwMDAwMDAwIiwiSGVhZGVyU3R5bGUiOnsiJGlkIjoiMTEyMSIsIlRleHRJc1ZlcnRpY2FsIjpmYWxzZSwiVGV4dFN0eWxlIjp7IiRpZCI6IjExMjIiLCJGb250U2V0dGluZ3MiOnsiJGlkIjoiMTEyMyIsIkZvbnRTaXplIjoxMCwiRm9udE5hbWUiOiJNb250c2VycmF0IiwiSXNCb2xkIjpmYWxzZSwiSXNJdGFsaWMiOmZhbHNlLCJJc1VuZGVybGluZWQiOmZhbHNlLCJQYXJlbnRTdHlsZSI6bnVsbH0sIkF1dG9TaXplIjoyLCJGb3JlZ3JvdW5kIjp7IiRpZCI6IjExMjQiLCJDb2xvciI6eyIkaWQiOiIxMTI1IiwiQSI6MjU1LCJSIjo2MCwiRyI6NTQsIkIiOjQ5fX0sIk1heFdpZHRoIjoiSW5maW5pdHkiLCJNYXhIZWlnaHQiOjAuMCwiU21hcnRGb3JlZ3JvdW5kSXNBY3RpdmUiOmZhbHNlLCJIb3Jpem9udGFsQWxpZ25tZW50IjowLCJWZXJ0aWNhbEFsaWdubWVudCI6MCwiU21hcnRGb3JlZ3JvdW5kIjpudWxsLCJCYWNrZ3JvdW5kRmlsbFR5cGUiOjAsIk1hcmdpbiI6eyIkaWQiOiIxMTI2IiwiVG9wIjowLjAsIkxlZnQiOjAuMCwiUmlnaHQiOjAuMCwiQm90dG9tIjowLjB9LCJQYWRkaW5nIjp7IiRpZCI6IjExMjciLCJUb3AiOjAuMCwiTGVmdCI6MC4wLCJSaWdodCI6MC4wLCJCb3R0b20iOjAuMH0sIkJhY2tncm91bmQiOm51bGwsIklzVmlzaWJsZSI6ZmFsc2UsIldpZHRoIjowLjAsIkhlaWdodCI6MC4wLCJCb3JkZXJTdHlsZSI6bnVsbCwiUGFyZW50U3R5bGUiOm51bGx9LCJSZWN0YW5nbGVTdHlsZSI6eyIkaWQiOiIxMTI4IiwiTWFyZ2luIjp7IiRpZCI6IjExMjkiLCJUb3AiOjAuMCwiTGVmdCI6MC4wLCJSaWdodCI6MC4wLCJCb3R0b20iOjAuMH0sIlBhZGRpbmciOnsiJGlkIjoiMTEzMCIsIlRvcCI6MC4wLCJMZWZ0IjowLjAsIlJpZ2h0IjowLjAsIkJvdHRvbSI6MC4wfSwiQmFja2dyb3VuZCI6eyIkaWQiOiIxMTMxIiwiQ29sb3IiOnsiJGlkIjoiMTEzMiIsIkEiOjI1NSwiUiI6MiwiRyI6MTc4LCJCIjoyMzh9fSwiSXNWaXNpYmxlIjp0cnVlLCJXaWR0aCI6MC4wLCJIZWlnaHQiOjAuMCwiQm9yZGVyU3R5bGUiOnsiJGlkIjoiMTEzMyIsIkxpbmVDb2xvciI6eyIkaWQiOiIxMTM0IiwiJHR5cGUiOiJOTFJFLkNvbW1vbi5Eb20uU29saWRDb2xvckJydXNoLCBOTFJFLkNvbW1vbiIsIkNvbG9yIjp7IiRpZCI6IjExMzUiLCJBIjoyNTUsIlIiOjYwLCJHIjo1NCwiQiI6NDl9fSwiTGluZVdlaWdodCI6MC4wLCJMaW5lVHlwZSI6MCwiUGFyZW50U3R5bGUiOm51bGx9LCJQYXJlbnRTdHlsZSI6bnVsbH0sIk1hcmdpbiI6eyIkaWQiOiIxMTM2IiwiVG9wIjowLjAsIkxlZnQiOjAuMCwiUmlnaHQiOjAuMCwiQm90dG9tIjowLjB9LCJQYWRkaW5nIjp7IiRpZCI6IjExMzciLCJUb3AiOjAuMCwiTGVmdCI6MC4wLCJSaWdodCI6MC4wLCJCb3R0b20iOjAuMH0sIkJhY2tncm91bmQiOm51bGwsIklzVmlzaWJsZSI6dHJ1ZSwiV2lkdGgiOjAuMCwiSGVpZ2h0IjowLjAsIkJvcmRlclN0eWxlIjpudWxsLCJQYXJlbnRTdHlsZSI6bnVsbH0sIkJhY2tncm91bmRTdHlsZSI6eyIkaWQiOiIxMTM4IiwiTWFyZ2luIjp7IiRpZCI6IjExMzkiLCJUb3AiOjAuMCwiTGVmdCI6MC4wLCJSaWdodCI6MC4wLCJCb3R0b20iOjAuMH0sIlBhZGRpbmciOnsiJGlkIjoiMTE0MCIsIlRvcCI6MC4wLCJMZWZ0IjowLjAsIlJpZ2h0IjowLjAsIkJvdHRvbSI6MC4wfSwiQmFja2dyb3VuZCI6eyIkaWQiOiIxMTQxIiwiQ29sb3IiOnsiJGlkIjoiMTE0MiIsIkEiOjM4LCJSIjo5MSwiRyI6MTU1LCJCIjoyMTN9fSwiSXNWaXNpYmxlIjp0cnVlLCJXaWR0aCI6MC4wLCJIZWlnaHQiOjAuMCwiQm9yZGVyU3R5bGUiOnsiJGlkIjoiMTE0MyIsIkxpbmVDb2xvciI6eyIkaWQiOiIxMTQ0IiwiJHR5cGUiOiJOTFJFLkNvbW1vbi5Eb20uU29saWRDb2xvckJydXNoLCBOTFJFLkNvbW1vbiIsIkNvbG9yIjp7IiRpZCI6IjExNDUiLCJBIjoyNTUsIlIiOjIzNCwiRyI6MjIsIkIiOjMwfX0sIkxpbmVXZWlnaHQiOjAuMCwiTGluZVR5cGUiOjAsIlBhcmVudFN0eWxlIjpudWxsfSwiUGFyZW50U3R5bGUiOm51bGx9LCJJc0Fib3ZlVGltZWJhbmQiOmZhbHNlLCJTcGFjaW5nIjoyLCJEZWZhdWx0U3dpbWxhbmVUYXNrU3R5bGUiOnsiJGlkIjoiMTE0NiIsIiR0eXBlIjoiTkxSRS5Db21tb24uRG9tLlN0eWxlcy5FeHBsaWNpdFNldGFibGVUYXNrU3R5bGUsIE5MUkUuQ29tbW9uIiwiU2hhcGUiOjgsIlNoYXBlVGhpY2tuZXNzIjoxLCJEdXJhdGlvbkZvcm1hdCI6MCwiSW5jbHVkZU5vbldvcmtpbmdEYXlzSW5EdXJhdGlvbiI6ZmFsc2UsIlBlcmNlbnRhZ2VDb21wbGV0ZVN0eWxlIjp7IiRpZCI6IjExNDciLCJGb250U2V0dGluZ3MiOnsiJGlkIjoiMTE0OCIsIkZvbnRTaXplIjoxMCwiRm9udE5hbWUiOiJDYWxpYnJpIiwiSXNCb2xkIjpmYWxzZSwiSXNJdGFsaWMiOmZhbHNlLCJJc1VuZGVybGluZWQiOmZhbHNlLCJQYXJlbnRTdHlsZSI6bnVsbH0sIkF1dG9TaXplIjowLCJGb3JlZ3JvdW5kIjp7IiRpZCI6IjExNDkiLCJDb2xvciI6eyIkaWQiOiIxMTU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E1MSIsIlRvcCI6MC4wLCJMZWZ0IjowLjAsIlJpZ2h0IjowLjAsIkJvdHRvbSI6MC4wfSwiUGFkZGluZyI6eyIkaWQiOiIxMTUyIiwiVG9wIjowLjAsIkxlZnQiOjAuMCwiUmlnaHQiOjAuMCwiQm90dG9tIjowLjB9LCJCYWNrZ3JvdW5kIjp7IiRpZCI6IjExNTMiLCJDb2xvciI6eyIkaWQiOiIxMTU0IiwiQSI6ODksIlIiOjAsIkciOjAsIkIiOjB9fSwiSXNWaXNpYmxlIjp0cnVlLCJXaWR0aCI6MC4wLCJIZWlnaHQiOjAuMCwiQm9yZGVyU3R5bGUiOm51bGwsIlBhcmVudFN0eWxlIjpudWxsfSwiRHVyYXRpb25TdHlsZSI6eyIkaWQiOiIxMTU1IiwiRm9udFNldHRpbmdzIjp7IiRpZCI6IjExNTYiLCJGb250U2l6ZSI6MTAsIkZvbnROYW1lIjoiQ2FsaWJyaSIsIklzQm9sZCI6ZmFsc2UsIklzSXRhbGljIjpmYWxzZSwiSXNVbmRlcmxpbmVkIjpmYWxzZSwiUGFyZW50U3R5bGUiOm51bGx9LCJBdXRvU2l6ZSI6MCwiRm9yZWdyb3VuZCI6eyIkaWQiOiIxMTU3IiwiQ29sb3IiOnsiJGlkIjoiMTE1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xNTkiLCJUb3AiOjAuMCwiTGVmdCI6MC4wLCJSaWdodCI6MC4wLCJCb3R0b20iOjAuMH0sIlBhZGRpbmciOnsiJGlkIjoiMTE2MCIsIlRvcCI6MC4wLCJMZWZ0IjowLjAsIlJpZ2h0IjowLjAsIkJvdHRvbSI6MC4wfSwiQmFja2dyb3VuZCI6eyIkaWQiOiIxMTYxIiwiQ29sb3IiOnsiJGlkIjoiMTE2MiIsIkEiOjg5LCJSIjowLCJHIjowLCJCIjowfX0sIklzVmlzaWJsZSI6dHJ1ZSwiV2lkdGgiOjAuMCwiSGVpZ2h0IjowLjAsIkJvcmRlclN0eWxlIjpudWxsLCJQYXJlbnRTdHlsZSI6bnVsbH0sIkhvcml6b250YWxDb25uZWN0b3JTdHlsZSI6eyIkaWQiOiIxMTYzIiwiTGluZUNvbG9yIjp7IiRpZCI6IjExNjQiLCIkdHlwZSI6Ik5MUkUuQ29tbW9uLkRvbS5Tb2xpZENvbG9yQnJ1c2gsIE5MUkUuQ29tbW9uIiwiQ29sb3IiOnsiJGlkIjoiMTE2NSIsIkEiOjI1NSwiUiI6MjA0LCJHIjoyMDQsIkIiOjIwNH19LCJMaW5lV2VpZ2h0IjoxLjAsIkxpbmVUeXBlIjowLCJQYXJlbnRTdHlsZSI6bnVsbH0sIlZlcnRpY2FsQ29ubmVjdG9yU3R5bGUiOnsiJGlkIjoiMTE2NiIsIkxpbmVDb2xvciI6eyIkaWQiOiIxMTY3IiwiJHR5cGUiOiJOTFJFLkNvbW1vbi5Eb20uU29saWRDb2xvckJydXNoLCBOTFJFLkNvbW1vbiIsIkNvbG9yIjp7IiRpZCI6IjExNjg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ExNjkiLCJNYXJnaW4iOnsiJGlkIjoiMTE3MCIsIlRvcCI6MC4wLCJMZWZ0Ijo0LjAsIlJpZ2h0Ijo0LjAsIkJvdHRvbSI6MC4wfSwiUGFkZGluZyI6eyIkaWQiOiIxMTcxIiwiVG9wIjowLjAsIkxlZnQiOjAuMCwiUmlnaHQiOjAuMCwiQm90dG9tIjowLjB9LCJCYWNrZ3JvdW5kIjp7IiRpZCI6IjExNzIiLCJDb2xvciI6eyIkaWQiOiIxMTczIiwiQSI6MjU1LCJSIjoyLCJHIjoxNzgsIkIiOjIzOH19LCJJc1Zpc2libGUiOnRydWUsIldpZHRoIjowLjAsIkhlaWdodCI6MTYuMCwiQm9yZGVyU3R5bGUiOnsiJGlkIjoiMTE3NCIsIkxpbmVDb2xvciI6eyIkaWQiOiIxMTc1IiwiJHR5cGUiOiJOTFJFLkNvbW1vbi5Eb20uU29saWRDb2xvckJydXNoLCBOTFJFLkNvbW1vbiIsIkNvbG9yIjp7IiRpZCI6IjExNzYiLCJBIjoyNTUsIlIiOjIzNCwiRyI6MjIsIkIiOjMwfX0sIkxpbmVXZWlnaHQiOjAuMCwiTGluZVR5cGUiOjAsIlBhcmVudFN0eWxlIjpudWxsfSwiUGFyZW50U3R5bGUiOm51bGx9LCJUaXRsZVN0eWxlIjp7IiRpZCI6IjExNzciLCJGb250U2V0dGluZ3MiOnsiJGlkIjoiMTE3OCIsIkZvbnRTaXplIjoxMSwiRm9udE5hbWUiOiJDYWxpYnJpIiwiSXNCb2xkIjp0cnVlLCJJc0l0YWxpYyI6ZmFsc2UsIklzVW5kZXJsaW5lZCI6ZmFsc2UsIlBhcmVudFN0eWxlIjpudWxsfSwiQXV0b1NpemUiOjAsIkZvcmVncm91bmQiOnsiJGlkIjoiMTE3OSIsIkNvbG9yIjp7IiRpZCI6IjExODA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TE4MSIsIlRvcCI6MC4wLCJMZWZ0IjowLjAsIlJpZ2h0IjowLjAsIkJvdHRvbSI6MC4wfSwiUGFkZGluZyI6eyIkaWQiOiIxMTgyIiwiVG9wIjowLjAsIkxlZnQiOjAuMCwiUmlnaHQiOjAuMCwiQm90dG9tIjowLjB9LCJCYWNrZ3JvdW5kIjp7IiRpZCI6IjExODMiLCJDb2xvciI6eyIkaWQiOiIxMTg0IiwiQSI6ODksIlIiOjAsIkciOjAsIkIiOjB9fSwiSXNWaXNpYmxlIjp0cnVlLCJXaWR0aCI6MC4wLCJIZWlnaHQiOjAuMCwiQm9yZGVyU3R5bGUiOm51bGwsIlBhcmVudFN0eWxlIjpudWxsfSwiRGF0ZVN0eWxlIjp7IiRpZCI6IjExODUiLCJGb250U2V0dGluZ3MiOnsiJGlkIjoiMTE4NiIsIkZvbnRTaXplIjoxMCwiRm9udE5hbWUiOiJDYWxpYnJpIiwiSXNCb2xkIjpmYWxzZSwiSXNJdGFsaWMiOmZhbHNlLCJJc1VuZGVybGluZWQiOmZhbHNlLCJQYXJlbnRTdHlsZSI6bnVsbH0sIkF1dG9TaXplIjowLCJGb3JlZ3JvdW5kIjp7IiRpZCI6IjExODciLCJDb2xvciI6eyIkaWQiOiIxMTg4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Tg5IiwiVG9wIjowLjAsIkxlZnQiOjAuMCwiUmlnaHQiOjAuMCwiQm90dG9tIjowLjB9LCJQYWRkaW5nIjp7IiRpZCI6IjExOTAiLCJUb3AiOjAuMCwiTGVmdCI6MC4wLCJSaWdodCI6MC4wLCJCb3R0b20iOjAuMH0sIkJhY2tncm91bmQiOnsiJGlkIjoiMTE5MSIsIkNvbG9yIjp7IiRpZCI6IjExOTIiLCJBIjo4OSwiUiI6MCwiRyI6MCwiQiI6MH19LCJJc1Zpc2libGUiOnRydWUsIldpZHRoIjowLjAsIkhlaWdodCI6MC4wLCJCb3JkZXJTdHlsZSI6bnVsbCwiUGFyZW50U3R5bGUiOm51bGx9LCJEYXRlRm9ybWF0Ijp7IiRpZCI6IjExO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5NCIsIkZvcm1hdCI6MCwiSXNWaXNpYmxlIjpmYWxzZSwiTGFzdEtub3duVmlzaWJpbGl0eVN0YXRlIjpmYWxzZX0sIklzVmlzaWJsZSI6dHJ1ZSwiUGFyZW50U3R5bGUiOm51bGwsIl9leHBsaWNpdGx5U2V0Ijp7IiRpZCI6IjExOTU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TE5NiIsIlNoYXBlIjo5LCJDb25uZWN0b3JNYXJnaW4iOnsiJGlkIjoiMTE5NyIsIlRvcCI6MC4wLCJMZWZ0IjoyLjAsIlJpZ2h0IjoyLjAsIkJvdHRvbSI6MC4wfSwiQ29ubmVjdG9yU3R5bGUiOnsiJGlkIjoiMTE5OCIsIkxpbmVDb2xvciI6eyIkaWQiOiIxMTk5IiwiJHR5cGUiOiJOTFJFLkNvbW1vbi5Eb20uU29saWRDb2xvckJydXNoLCBOTFJFLkNvbW1vbiIsIkNvbG9yIjp7IiRpZCI6IjEyMDAiLCJBIjoxMjcsIlIiOjc5LCJHIjoxMjksIkIiOjE4OX19LCJMaW5lV2VpZ2h0IjoxLjAsIkxpbmVUeXBlIjowLCJQYXJlbnRTdHlsZSI6bnVsbH0sIklzQmVsb3dUaW1lYmFuZCI6ZmFsc2UsIlBvc2l0aW9uT25UYXNrIjoxLCJIaWRlRGF0ZSI6ZmFsc2UsIlNoYXBlU2l6ZSI6MSwiU3BhY2luZyI6MC4wLCJQYWRkaW5nIjp7IiRpZCI6IjEyMDEiLCJUb3AiOjUuMCwiTGVmdCI6My4wLCJSaWdodCI6MC4wLCJCb3R0b20iOjIuMH0sIlNoYXBlU3R5bGUiOnsiJGlkIjoiMTIwMiIsIk1hcmdpbiI6eyIkaWQiOiIxMjAzIiwiVG9wIjowLjAsIkxlZnQiOjAuMCwiUmlnaHQiOjAuMCwiQm90dG9tIjowLjB9LCJQYWRkaW5nIjp7IiRpZCI6IjEyMDQiLCJUb3AiOjAuMCwiTGVmdCI6MC4wLCJSaWdodCI6MC4wLCJCb3R0b20iOjAuMH0sIkJhY2tncm91bmQiOnsiJGlkIjoiMTIwNSIsIkNvbG9yIjp7IiRpZCI6IjEyMDYiLCJBIjoyNTUsIlIiOjIsIkciOjE3OCwiQiI6MjM4fX0sIklzVmlzaWJsZSI6dHJ1ZSwiV2lkdGgiOjE4LjAsIkhlaWdodCI6MjAuMCwiQm9yZGVyU3R5bGUiOnsiJGlkIjoiMTIwNyIsIkxpbmVDb2xvciI6eyIkaWQiOiIxMjA4IiwiJHR5cGUiOiJOTFJFLkNvbW1vbi5Eb20uU29saWRDb2xvckJydXNoLCBOTFJFLkNvbW1vbiIsIkNvbG9yIjp7IiRpZCI6IjEyMDkiLCJBIjoyNTUsIlIiOjIzNCwiRyI6MjIsIkIiOjMwfX0sIkxpbmVXZWlnaHQiOjAuMCwiTGluZVR5cGUiOjAsIlBhcmVudFN0eWxlIjpudWxsfSwiUGFyZW50U3R5bGUiOm51bGx9LCJUaXRsZVN0eWxlIjp7IiRpZCI6IjEyMTAiLCJGb250U2V0dGluZ3MiOnsiJGlkIjoiMTIxMSIsIkZvbnRTaXplIjoxMSwiRm9udE5hbWUiOiJDYWxpYnJpIiwiSXNCb2xkIjp0cnVlLCJJc0l0YWxpYyI6ZmFsc2UsIklzVW5kZXJsaW5lZCI6ZmFsc2UsIlBhcmVudFN0eWxlIjpudWxsfSwiQXV0b1NpemUiOjAsIkZvcmVncm91bmQiOnsiJGlkIjoiMTIxMiIsIkNvbG9yIjp7IiRpZCI6IjEyMT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IxNCIsIlRvcCI6MC4wLCJMZWZ0IjowLjAsIlJpZ2h0IjowLjAsIkJvdHRvbSI6MC4wfSwiUGFkZGluZyI6eyIkaWQiOiIxMjE1IiwiVG9wIjowLjAsIkxlZnQiOjAuMCwiUmlnaHQiOjAuMCwiQm90dG9tIjowLjB9LCJCYWNrZ3JvdW5kIjp7IiRpZCI6IjEyMTYiLCJDb2xvciI6eyIkaWQiOiIxMjE3IiwiQSI6ODksIlIiOjAsIkciOjAsIkIiOjB9fSwiSXNWaXNpYmxlIjp0cnVlLCJXaWR0aCI6MC4wLCJIZWlnaHQiOjAuMCwiQm9yZGVyU3R5bGUiOm51bGwsIlBhcmVudFN0eWxlIjpudWxsfSwiRGF0ZVN0eWxlIjp7IiRpZCI6IjEyMTgiLCJGb250U2V0dGluZ3MiOnsiJGlkIjoiMTIxOSIsIkZvbnRTaXplIjoxMCwiRm9udE5hbWUiOiJDYWxpYnJpIiwiSXNCb2xkIjpmYWxzZSwiSXNJdGFsaWMiOmZhbHNlLCJJc1VuZGVybGluZWQiOmZhbHNlLCJQYXJlbnRTdHlsZSI6bnVsbH0sIkF1dG9TaXplIjowLCJGb3JlZ3JvdW5kIjp7IiRpZCI6IjEyMjAiLCJDb2xvciI6eyIkaWQiOiIxMjI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IyIiwiVG9wIjowLjAsIkxlZnQiOjAuMCwiUmlnaHQiOjAuMCwiQm90dG9tIjowLjB9LCJQYWRkaW5nIjp7IiRpZCI6IjEyMjMiLCJUb3AiOjAuMCwiTGVmdCI6MC4wLCJSaWdodCI6MC4wLCJCb3R0b20iOjAuMH0sIkJhY2tncm91bmQiOnsiJGlkIjoiMTIyNCIsIkNvbG9yIjp7IiRpZCI6IjEyMjUiLCJBIjo4OSwiUiI6MCwiRyI6MCwiQiI6MH19LCJJc1Zpc2libGUiOnRydWUsIldpZHRoIjowLjAsIkhlaWdodCI6MC4wLCJCb3JkZXJTdHlsZSI6bnVsbCwiUGFyZW50U3R5bGUiOm51bGx9LCJEYXRlRm9ybWF0Ijp7IiRpZCI6IjEyM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yNyIsIkZvcm1hdCI6MCwiSXNWaXNpYmxlIjpmYWxzZSwiTGFzdEtub3duVmlzaWJpbGl0eVN0YXRlIjpmYWxzZX0sIklzVmlzaWJsZSI6dHJ1ZSwiUGFyZW50U3R5bGUiOm51bGx9LCJEZWZhdWx0U3dpbWxhbmVNaWxlc3RvbmVTdHlsZSI6eyIkaWQiOiIxMjI4IiwiVGl0bGVQb3NpdGlvbiI6IkxlZnQiLCJEYXRlUG9zaXRpb24iOiJMZWZ0IiwiU2hhcGVUeXBlIjoxMywiU2hhcGVTaXplIjoxLCJTcGFjaW5nIjo1LCJTaGFwZVN0eWxlIjp7IiRpZCI6IjEyMjkiLCJNYXJnaW4iOnsiJGlkIjoiMTIzMCIsIlRvcCI6MC4wLCJMZWZ0IjowLjAsIlJpZ2h0IjowLjAsIkJvdHRvbSI6MC4wfSwiUGFkZGluZyI6eyIkaWQiOiIxMjMxIiwiVG9wIjowLjAsIkxlZnQiOjAuMCwiUmlnaHQiOjAuMCwiQm90dG9tIjowLjB9LCJCYWNrZ3JvdW5kIjp7IiRpZCI6IjEyMzIiLCJDb2xvciI6eyIkaWQiOiIxMjMzIiwiQSI6MjU1LCJSIjoyMzcsIkciOjEyNSwiQiI6NDl9fSwiSXNWaXNpYmxlIjp0cnVlLCJXaWR0aCI6MTguMCwiSGVpZ2h0IjoyMC4wLCJCb3JkZXJTdHlsZSI6eyIkaWQiOiIxMjM0IiwiTGluZUNvbG9yIjp7IiRpZCI6IjEyMzUiLCIkdHlwZSI6Ik5MUkUuQ29tbW9uLkRvbS5Tb2xpZENvbG9yQnJ1c2gsIE5MUkUuQ29tbW9uIiwiQ29sb3IiOnsiJGlkIjoiMTIzNiIsIkEiOjI1NSwiUiI6MjM0LCJHIjoyMiwiQiI6MzB9fSwiTGluZVdlaWdodCI6MC4wLCJMaW5lVHlwZSI6MCwiUGFyZW50U3R5bGUiOm51bGx9LCJQYXJlbnRTdHlsZSI6bnVsbH0sIlRpdGxlU3R5bGUiOnsiJGlkIjoiMTIzNyIsIkZvbnRTZXR0aW5ncyI6eyIkaWQiOiIxMjM4IiwiRm9udFNpemUiOjEwLCJGb250TmFtZSI6Ik1vbnRzZXJyYXQiLCJJc0JvbGQiOmZhbHNlLCJJc0l0YWxpYyI6ZmFsc2UsIklzVW5kZXJsaW5lZCI6ZmFsc2UsIlBhcmVudFN0eWxlIjpudWxsfSwiQXV0b1NpemUiOjAsIkZvcmVncm91bmQiOnsiJGlkIjoiMTIzOSIsIkNvbG9yIjp7IiRpZCI6IjEyNDA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I0MSIsIlRvcCI6MC4wLCJMZWZ0IjowLjAsIlJpZ2h0IjowLjAsIkJvdHRvbSI6MC4wfSwiUGFkZGluZyI6eyIkaWQiOiIxMjQyIiwiVG9wIjowLjAsIkxlZnQiOjAuMCwiUmlnaHQiOjAuMCwiQm90dG9tIjowLjB9LCJCYWNrZ3JvdW5kIjp7IiRpZCI6IjEyNDMiLCJDb2xvciI6eyIkaWQiOiIxMjQ0IiwiQSI6ODksIlIiOjAsIkciOjAsIkIiOjB9fSwiSXNWaXNpYmxlIjp0cnVlLCJXaWR0aCI6MC4wLCJIZWlnaHQiOjAuMCwiQm9yZGVyU3R5bGUiOm51bGwsIlBhcmVudFN0eWxlIjpudWxsfSwiRGF0ZVN0eWxlIjp7IiRpZCI6IjEyNDUiLCJGb250U2V0dGluZ3MiOnsiJGlkIjoiMTI0NiIsIkZvbnRTaXplIjoxMCwiRm9udE5hbWUiOiJDYWxpYnJpIiwiSXNCb2xkIjpmYWxzZSwiSXNJdGFsaWMiOmZhbHNlLCJJc1VuZGVybGluZWQiOmZhbHNlLCJQYXJlbnRTdHlsZSI6bnVsbH0sIkF1dG9TaXplIjowLCJGb3JlZ3JvdW5kIjp7IiRpZCI6IjEyNDciLCJDb2xvciI6eyIkaWQiOiIxMjQ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jQ5IiwiVG9wIjowLjAsIkxlZnQiOjAuMCwiUmlnaHQiOjAuMCwiQm90dG9tIjowLjB9LCJQYWRkaW5nIjp7IiRpZCI6IjEyNTAiLCJUb3AiOjAuMCwiTGVmdCI6MC4wLCJSaWdodCI6MC4wLCJCb3R0b20iOjAuMH0sIkJhY2tncm91bmQiOnsiJGlkIjoiMTI1MSIsIkNvbG9yIjp7IiRpZCI6IjEyNTIiLCJBIjo4OSwiUiI6MCwiRyI6MCwiQiI6MH19LCJJc1Zpc2libGUiOmZhbHNlLCJXaWR0aCI6MC4wLCJIZWlnaHQiOjAuMCwiQm9yZGVyU3R5bGUiOm51bGwsIlBhcmVudFN0eWxlIjpudWxsfSwiRGF0ZUZvcm1hdCI6eyIkaWQiOiIxMjU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TQiLCJGb3JtYXQiOjAsIklzVmlzaWJsZSI6ZmFsc2UsIkxhc3RLbm93blZpc2liaWxpdHlTdGF0ZSI6ZmFsc2V9LCJJc1Zpc2libGUiOnRydWUsIlBhcmVudFN0eWxlIjpudWxsfSwiRGVmYXVsdFN3aW1sYW5lQWN0aXZpdHlTdHlsZSI6eyIkaWQiOiIxMjU1IiwiSGVhZGVyU3R5bGUiOnsiJGlkIjoiMTI1NiIsIlRleHRTdHlsZSI6eyIkaWQiOiIxMjU3IiwiRm9udFNldHRpbmdzIjp7IiRpZCI6IjEyNTgiLCJGb250U2l6ZSI6MTIsIkZvbnROYW1lIjoiQ2FsaWJyaSIsIklzQm9sZCI6ZmFsc2UsIklzSXRhbGljIjpmYWxzZSwiSXNVbmRlcmxpbmVkIjpmYWxzZSwiUGFyZW50U3R5bGUiOm51bGx9LCJBdXRvU2l6ZSI6MCwiRm9yZWdyb3VuZCI6eyIkaWQiOiIxMjU5IiwiQ29sb3IiOnsiJGlkIjoiMTI2MCIsIkEiOjI1NSwiUiI6MCwiRyI6MCwiQiI6MH19LCJNYXhXaWR0aCI6MC4wLCJNYXhIZWlnaHQiOjAuMCwiU21hcnRGb3JlZ3JvdW5kSXNBY3RpdmUiOmZhbHNlLCJIb3Jpem9udGFsQWxpZ25tZW50IjowLCJWZXJ0aWNhbEFsaWdubWVudCI6MCwiU21hcnRGb3JlZ3JvdW5kIjpudWxsLCJCYWNrZ3JvdW5kRmlsbFR5cGUiOjAsIk1hcmdpbiI6eyIkaWQiOiIxMjYxIiwiVG9wIjowLjAsIkxlZnQiOjAuMCwiUmlnaHQiOjAuMCwiQm90dG9tIjowLjB9LCJQYWRkaW5nIjp7IiRpZCI6IjEyNjIiLCJUb3AiOjAuMCwiTGVmdCI6MC4wLCJSaWdodCI6MC4wLCJCb3R0b20iOjAuMH0sIkJhY2tncm91bmQiOm51bGwsIklzVmlzaWJsZSI6ZmFsc2UsIldpZHRoIjowLjAsIkhlaWdodCI6MC4wLCJCb3JkZXJTdHlsZSI6bnVsbCwiUGFyZW50U3R5bGUiOm51bGx9LCJSZWN0YW5nbGVTdHlsZSI6eyIkaWQiOiIxMjYzIiwiTWFyZ2luIjp7IiRpZCI6IjEyNjQiLCJUb3AiOjAuMCwiTGVmdCI6MC4wLCJSaWdodCI6MC4wLCJCb3R0b20iOjAuMH0sIlBhZGRpbmciOnsiJGlkIjoiMTI2NSIsIlRvcCI6MC4wLCJMZWZ0IjowLjAsIlJpZ2h0IjowLjAsIkJvdHRvbSI6MC4wfSwiQmFja2dyb3VuZCI6eyIkaWQiOiIxMjY2IiwiQ29sb3IiOnsiJGlkIjoiMTI2NyIsIkEiOjYzLCJSIjoyLCJHIjoxNzgsIkIiOjIzOH19LCJJc1Zpc2libGUiOmZhbHNlLCJXaWR0aCI6MC4wLCJIZWlnaHQiOjAuMCwiQm9yZGVyU3R5bGUiOnsiJGlkIjoiMTI2OCIsIkxpbmVDb2xvciI6eyIkaWQiOiIxMjY5IiwiJHR5cGUiOiJOTFJFLkNvbW1vbi5Eb20uU29saWRDb2xvckJydXNoLCBOTFJFLkNvbW1vbiIsIkNvbG9yIjp7IiRpZCI6IjEyNzAiLCJBIjoyNTUsIlIiOjI1NSwiRyI6MCwiQiI6MH19LCJMaW5lV2VpZ2h0IjowLjAsIkxpbmVUeXBlIjowLCJQYXJlbnRTdHlsZSI6bnVsbH0sIlBhcmVudFN0eWxlIjpudWxsfSwiTWFyZ2luIjp7IiRpZCI6IjEyNzEiLCJUb3AiOjAuMCwiTGVmdCI6MC4wLCJSaWdodCI6MC4wLCJCb3R0b20iOjAuMH0sIlBhZGRpbmciOnsiJGlkIjoiMTI3MiIsIlRvcCI6MC4wLCJMZWZ0IjowLjAsIlJpZ2h0IjowLjAsIkJvdHRvbSI6MC4wfSwiQmFja2dyb3VuZCI6bnVsbCwiSXNWaXNpYmxlIjp0cnVlLCJXaWR0aCI6MC4wLCJIZWlnaHQiOjAuMCwiQm9yZGVyU3R5bGUiOm51bGwsIlBhcmVudFN0eWxlIjpudWxsfSwiQmFja2dyb3VuZFN0eWxlIjp7IiRpZCI6IjEyNzMiLCJNYXJnaW4iOnsiJGlkIjoiMTI3NCIsIlRvcCI6MC4wLCJMZWZ0IjowLjAsIlJpZ2h0IjowLjAsIkJvdHRvbSI6MC4wfSwiUGFkZGluZyI6eyIkaWQiOiIxMjc1IiwiVG9wIjowLjAsIkxlZnQiOjAuMCwiUmlnaHQiOjAuMCwiQm90dG9tIjowLjB9LCJCYWNrZ3JvdW5kIjp7IiRpZCI6IjEyNzYiLCJDb2xvciI6eyIkaWQiOiIxMjc3IiwiQSI6MzgsIlIiOjkxLCJHIjoxNTUsIkIiOjIxM319LCJJc1Zpc2libGUiOnRydWUsIldpZHRoIjowLjAsIkhlaWdodCI6MC4wLCJCb3JkZXJTdHlsZSI6eyIkaWQiOiIxMjc4IiwiTGluZUNvbG9yIjp7IiRpZCI6IjEyNzkiLCIkdHlwZSI6Ik5MUkUuQ29tbW9uLkRvbS5Tb2xpZENvbG9yQnJ1c2gsIE5MUkUuQ29tbW9uIiwiQ29sb3IiOnsiJGlkIjoiMTI4MCIsIkEiOjI1NSwiUiI6MjM0LCJHIjoyMiwiQiI6MzB9fSwiTGluZVdlaWdodCI6MC4wLCJMaW5lVHlwZSI6MCwiUGFyZW50U3R5bGUiOm51bGx9LCJQYXJlbnRTdHlsZSI6bnVsbH0sIk1hcmdpbiI6eyIkaWQiOiIxMjgxIiwiVG9wIjowLjAsIkxlZnQiOjAuMCwiUmlnaHQiOjAuMCwiQm90dG9tIjowLjB9LCJQYWRkaW5nIjp7IiRpZCI6IjEyODIiLCJUb3AiOjAuMCwiTGVmdCI6MC4wLCJSaWdodCI6MC4wLCJCb3R0b20iOjAuMH0sIklzVmlzaWJsZSI6dHJ1ZSwiV2lkdGgiOjAuMCwiSGVpZ2h0IjowLjAsIkJvcmRlclN0eWxlIjpudWxsLCJQYXJlbnRTdHlsZSI6bnVsbH0sIk1hcmdpbiI6eyIkaWQiOiIxMjgzIiwiVG9wIjowLjAsIkxlZnQiOjAuMCwiUmlnaHQiOjAuMCwiQm90dG9tIjowLjB9LCJQYWRkaW5nIjp7IiRpZCI6IjEyODQiLCJUb3AiOjAuMCwiTGVmdCI6MC4wLCJSaWdodCI6MC4wLCJCb3R0b20iOjAuMH0sIklzVmlzaWJsZSI6dHJ1ZSwiV2lkdGgiOjAuMCwiSGVpZ2h0IjowLjAsIkJvcmRlclN0eWxlIjp7IiRpZCI6IjEyODUiLCJMaW5lQ29sb3IiOm51bGwsIkxpbmVXZWlnaHQiOjAuMCwiTGluZVR5cGUiOjAsIlBhcmVudFN0eWxlIjpudWxsfSwiUGFyZW50U3R5bGUiOm51bGx9LCJfYWRkaXRpb25hbFN3aW1sYW5lVjJTdHlsZXMiOlt7IiRpZCI6IjEyODYiLCJTdHlsZUlkIjoiMDAwMDAwMDAtMDAwMC0wMDAwLTAwMDAtMDAwMDAwMDAwMDAwIiwiSGVhZGVyU3R5bGUiOnsiJGlkIjoiMTI4NyIsIlRleHRJc1ZlcnRpY2FsIjpmYWxzZSwiVGV4dFN0eWxlIjp7IiRpZCI6IjEyODgiLCJGb250U2V0dGluZ3MiOnsiJGlkIjoiMTI4OSIsIkZvbnRTaXplIjoxMCwiRm9udE5hbWUiOiJNb250c2VycmF0IiwiSXNCb2xkIjpmYWxzZSwiSXNJdGFsaWMiOmZhbHNlLCJJc1VuZGVybGluZWQiOmZhbHNlLCJQYXJlbnRTdHlsZSI6bnVsbH0sIkF1dG9TaXplIjoyLCJGb3JlZ3JvdW5kIjp7IiRpZCI6IjEyOTAiLCJDb2xvciI6eyIkaWQiOiIxMjkx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MTI5MiIsIlRvcCI6MC4wLCJMZWZ0IjowLjAsIlJpZ2h0IjowLjAsIkJvdHRvbSI6MC4wfSwiUGFkZGluZyI6eyIkaWQiOiIxMjkzIiwiVG9wIjowLjAsIkxlZnQiOjAuMCwiUmlnaHQiOjAuMCwiQm90dG9tIjowLjB9LCJCYWNrZ3JvdW5kIjpudWxsLCJJc1Zpc2libGUiOmZhbHNlLCJXaWR0aCI6MC4wLCJIZWlnaHQiOjAuMCwiQm9yZGVyU3R5bGUiOm51bGwsIlBhcmVudFN0eWxlIjpudWxsfSwiUmVjdGFuZ2xlU3R5bGUiOnsiJGlkIjoiMTI5NCIsIk1hcmdpbiI6eyIkaWQiOiIxMjk1IiwiVG9wIjowLjAsIkxlZnQiOjAuMCwiUmlnaHQiOjAuMCwiQm90dG9tIjowLjB9LCJQYWRkaW5nIjp7IiRpZCI6IjEyOTYiLCJUb3AiOjAuMCwiTGVmdCI6MC4wLCJSaWdodCI6MC4wLCJCb3R0b20iOjAuMH0sIkJhY2tncm91bmQiOnsiJGlkIjoiMTI5NyIsIkNvbG9yIjp7IiRpZCI6IjEyOTgiLCJBIjoyNTUsIlIiOjIzNywiRyI6MTI1LCJCIjo0OX19LCJJc1Zpc2libGUiOnRydWUsIldpZHRoIjowLjAsIkhlaWdodCI6MC4wLCJCb3JkZXJTdHlsZSI6eyIkaWQiOiIxMjk5IiwiTGluZUNvbG9yIjp7IiRpZCI6IjEzMDAiLCIkdHlwZSI6Ik5MUkUuQ29tbW9uLkRvbS5Tb2xpZENvbG9yQnJ1c2gsIE5MUkUuQ29tbW9uIiwiQ29sb3IiOnsiJGlkIjoiMTMwMSIsIkEiOjI1NSwiUiI6NjAsIkciOjU0LCJCIjo0OX19LCJMaW5lV2VpZ2h0IjowLjAsIkxpbmVUeXBlIjowLCJQYXJlbnRTdHlsZSI6bnVsbH0sIlBhcmVudFN0eWxlIjpudWxsfSwiTWFyZ2luIjp7IiRpZCI6IjEzMDIiLCJUb3AiOjAuMCwiTGVmdCI6MC4wLCJSaWdodCI6MC4wLCJCb3R0b20iOjAuMH0sIlBhZGRpbmciOnsiJGlkIjoiMTMwMyIsIlRvcCI6MC4wLCJMZWZ0IjowLjAsIlJpZ2h0IjowLjAsIkJvdHRvbSI6MC4wfSwiQmFja2dyb3VuZCI6bnVsbCwiSXNWaXNpYmxlIjp0cnVlLCJXaWR0aCI6MC4wLCJIZWlnaHQiOjAuMCwiQm9yZGVyU3R5bGUiOm51bGwsIlBhcmVudFN0eWxlIjpudWxsfSwiQmFja2dyb3VuZFN0eWxlIjp7IiRpZCI6IjEzMDQiLCJNYXJnaW4iOnsiJGlkIjoiMTMwNSIsIlRvcCI6MC4wLCJMZWZ0IjowLjAsIlJpZ2h0IjowLjAsIkJvdHRvbSI6MC4wfSwiUGFkZGluZyI6eyIkaWQiOiIxMzA2IiwiVG9wIjowLjAsIkxlZnQiOjAuMCwiUmlnaHQiOjAuMCwiQm90dG9tIjowLjB9LCJCYWNrZ3JvdW5kIjp7IiRpZCI6IjEzMDciLCJDb2xvciI6eyIkaWQiOiIxMzA4IiwiQSI6MzgsIlIiOjIzNywiRyI6MTI1LCJCIjo0OX19LCJJc1Zpc2libGUiOnRydWUsIldpZHRoIjowLjAsIkhlaWdodCI6MC4wLCJCb3JkZXJTdHlsZSI6eyIkaWQiOiIxMzA5IiwiTGluZUNvbG9yIjp7IiRpZCI6IjEzMTAiLCIkdHlwZSI6Ik5MUkUuQ29tbW9uLkRvbS5Tb2xpZENvbG9yQnJ1c2gsIE5MUkUuQ29tbW9uIiwiQ29sb3IiOnsiJGlkIjoiMTMxMSIsIkEiOjI1NSwiUiI6MjM0LCJHIjoyMiwiQiI6MzB9fSwiTGluZVdlaWdodCI6MC4wLCJMaW5lVHlwZSI6MCwiUGFyZW50U3R5bGUiOm51bGx9LCJQYXJlbnRTdHlsZSI6bnVsbH0sIklzQWJvdmVUaW1lYmFuZCI6ZmFsc2UsIlNwYWNpbmciOjIsIkRlZmF1bHRTd2ltbGFuZVRhc2tTdHlsZSI6eyIkaWQiOiIxMzEyIiwiJHR5cGUiOiJOTFJFLkNvbW1vbi5Eb20uU3R5bGVzLkV4cGxpY2l0U2V0YWJsZVRhc2tTdHlsZSwgTkxSRS5Db21tb24iLCJTaGFwZSI6OCwiU2hhcGVUaGlja25lc3MiOjEsIkR1cmF0aW9uRm9ybWF0IjowLCJJbmNsdWRlTm9uV29ya2luZ0RheXNJbkR1cmF0aW9uIjpmYWxzZSwiUGVyY2VudGFnZUNvbXBsZXRlU3R5bGUiOnsiJGlkIjoiMTMxMyIsIkZvbnRTZXR0aW5ncyI6eyIkaWQiOiIxMzE0IiwiRm9udFNpemUiOjEwLCJGb250TmFtZSI6IkNhbGlicmkiLCJJc0JvbGQiOmZhbHNlLCJJc0l0YWxpYyI6ZmFsc2UsIklzVW5kZXJsaW5lZCI6ZmFsc2UsIlBhcmVudFN0eWxlIjpudWxsfSwiQXV0b1NpemUiOjAsIkZvcmVncm91bmQiOnsiJGlkIjoiMTMxNSIsIkNvbG9yIjp7IiRpZCI6IjEzMT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E3IiwiVG9wIjowLjAsIkxlZnQiOjAuMCwiUmlnaHQiOjAuMCwiQm90dG9tIjowLjB9LCJQYWRkaW5nIjp7IiRpZCI6IjEzMTgiLCJUb3AiOjAuMCwiTGVmdCI6MC4wLCJSaWdodCI6MC4wLCJCb3R0b20iOjAuMH0sIkJhY2tncm91bmQiOnsiJGlkIjoiMTMxOSIsIkNvbG9yIjp7IiRpZCI6IjEzMjAiLCJBIjo4OSwiUiI6MCwiRyI6MCwiQiI6MH19LCJJc1Zpc2libGUiOnRydWUsIldpZHRoIjowLjAsIkhlaWdodCI6MC4wLCJCb3JkZXJTdHlsZSI6bnVsbCwiUGFyZW50U3R5bGUiOm51bGx9LCJEdXJhdGlvblN0eWxlIjp7IiRpZCI6IjEzMjEiLCJGb250U2V0dGluZ3MiOnsiJGlkIjoiMTMyMiIsIkZvbnRTaXplIjoxMCwiRm9udE5hbWUiOiJDYWxpYnJpIiwiSXNCb2xkIjpmYWxzZSwiSXNJdGFsaWMiOmZhbHNlLCJJc1VuZGVybGluZWQiOmZhbHNlLCJQYXJlbnRTdHlsZSI6bnVsbH0sIkF1dG9TaXplIjowLCJGb3JlZ3JvdW5kIjp7IiRpZCI6IjEzMjMiLCJDb2xvciI6eyIkaWQiOiIxMzI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MyNSIsIlRvcCI6MC4wLCJMZWZ0IjowLjAsIlJpZ2h0IjowLjAsIkJvdHRvbSI6MC4wfSwiUGFkZGluZyI6eyIkaWQiOiIxMzI2IiwiVG9wIjowLjAsIkxlZnQiOjAuMCwiUmlnaHQiOjAuMCwiQm90dG9tIjowLjB9LCJCYWNrZ3JvdW5kIjp7IiRpZCI6IjEzMjciLCJDb2xvciI6eyIkaWQiOiIxMzI4IiwiQSI6ODksIlIiOjAsIkciOjAsIkIiOjB9fSwiSXNWaXNpYmxlIjp0cnVlLCJXaWR0aCI6MC4wLCJIZWlnaHQiOjAuMCwiQm9yZGVyU3R5bGUiOm51bGwsIlBhcmVudFN0eWxlIjpudWxsfSwiSG9yaXpvbnRhbENvbm5lY3RvclN0eWxlIjp7IiRpZCI6IjEzMjkiLCJMaW5lQ29sb3IiOnsiJGlkIjoiMTMzMCIsIiR0eXBlIjoiTkxSRS5Db21tb24uRG9tLlNvbGlkQ29sb3JCcnVzaCwgTkxSRS5Db21tb24iLCJDb2xvciI6eyIkaWQiOiIxMzMxIiwiQSI6MjU1LCJSIjoyMDQsIkciOjIwNCwiQiI6MjA0fX0sIkxpbmVXZWlnaHQiOjEuMCwiTGluZVR5cGUiOjAsIlBhcmVudFN0eWxlIjpudWxsfSwiVmVydGljYWxDb25uZWN0b3JTdHlsZSI6eyIkaWQiOiIxMzMyIiwiTGluZUNvbG9yIjp7IiRpZCI6IjEzMzMiLCIkdHlwZSI6Ik5MUkUuQ29tbW9uLkRvbS5Tb2xpZENvbG9yQnJ1c2gsIE5MUkUuQ29tbW9uIiwiQ29sb3IiOnsiJGlkIjoiMTMzNC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TMzNSIsIk1hcmdpbiI6eyIkaWQiOiIxMzM2IiwiVG9wIjowLjAsIkxlZnQiOjQuMCwiUmlnaHQiOjQuMCwiQm90dG9tIjowLjB9LCJQYWRkaW5nIjp7IiRpZCI6IjEzMzciLCJUb3AiOjAuMCwiTGVmdCI6MC4wLCJSaWdodCI6MC4wLCJCb3R0b20iOjAuMH0sIkJhY2tncm91bmQiOnsiJGlkIjoiMTMzOCIsIkNvbG9yIjp7IiRpZCI6IjEzMzkiLCJBIjoyNTUsIlIiOjIzNywiRyI6MTI1LCJCIjo0OX19LCJJc1Zpc2libGUiOnRydWUsIldpZHRoIjowLjAsIkhlaWdodCI6MTYuMCwiQm9yZGVyU3R5bGUiOnsiJGlkIjoiMTM0MCIsIkxpbmVDb2xvciI6eyIkaWQiOiIxMzQxIiwiJHR5cGUiOiJOTFJFLkNvbW1vbi5Eb20uU29saWRDb2xvckJydXNoLCBOTFJFLkNvbW1vbiIsIkNvbG9yIjp7IiRpZCI6IjEzNDIiLCJBIjoyNTUsIlIiOjIzNCwiRyI6MjIsIkIiOjMwfX0sIkxpbmVXZWlnaHQiOjAuMCwiTGluZVR5cGUiOjAsIlBhcmVudFN0eWxlIjpudWxsfSwiUGFyZW50U3R5bGUiOm51bGx9LCJUaXRsZVN0eWxlIjp7IiRpZCI6IjEzNDMiLCJGb250U2V0dGluZ3MiOnsiJGlkIjoiMTM0NCIsIkZvbnRTaXplIjoxMSwiRm9udE5hbWUiOiJDYWxpYnJpIiwiSXNCb2xkIjp0cnVlLCJJc0l0YWxpYyI6ZmFsc2UsIklzVW5kZXJsaW5lZCI6ZmFsc2UsIlBhcmVudFN0eWxlIjpudWxsfSwiQXV0b1NpemUiOjAsIkZvcmVncm91bmQiOnsiJGlkIjoiMTM0NSIsIkNvbG9yIjp7IiRpZCI6IjEzNDY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TM0NyIsIlRvcCI6MC4wLCJMZWZ0IjowLjAsIlJpZ2h0IjowLjAsIkJvdHRvbSI6MC4wfSwiUGFkZGluZyI6eyIkaWQiOiIxMzQ4IiwiVG9wIjowLjAsIkxlZnQiOjAuMCwiUmlnaHQiOjAuMCwiQm90dG9tIjowLjB9LCJCYWNrZ3JvdW5kIjp7IiRpZCI6IjEzNDkiLCJDb2xvciI6eyIkaWQiOiIxMzUwIiwiQSI6ODksIlIiOjAsIkciOjAsIkIiOjB9fSwiSXNWaXNpYmxlIjp0cnVlLCJXaWR0aCI6MC4wLCJIZWlnaHQiOjAuMCwiQm9yZGVyU3R5bGUiOm51bGwsIlBhcmVudFN0eWxlIjpudWxsfSwiRGF0ZVN0eWxlIjp7IiRpZCI6IjEzNTEiLCJGb250U2V0dGluZ3MiOnsiJGlkIjoiMTM1MiIsIkZvbnRTaXplIjoxMCwiRm9udE5hbWUiOiJDYWxpYnJpIiwiSXNCb2xkIjpmYWxzZSwiSXNJdGFsaWMiOmZhbHNlLCJJc1VuZGVybGluZWQiOmZhbHNlLCJQYXJlbnRTdHlsZSI6bnVsbH0sIkF1dG9TaXplIjowLCJGb3JlZ3JvdW5kIjp7IiRpZCI6IjEzNTMiLCJDb2xvciI6eyIkaWQiOiIxMzU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zU1IiwiVG9wIjowLjAsIkxlZnQiOjAuMCwiUmlnaHQiOjAuMCwiQm90dG9tIjowLjB9LCJQYWRkaW5nIjp7IiRpZCI6IjEzNTYiLCJUb3AiOjAuMCwiTGVmdCI6MC4wLCJSaWdodCI6MC4wLCJCb3R0b20iOjAuMH0sIkJhY2tncm91bmQiOnsiJGlkIjoiMTM1NyIsIkNvbG9yIjp7IiRpZCI6IjEzNTgiLCJBIjo4OSwiUiI6MCwiRyI6MCwiQiI6MH19LCJJc1Zpc2libGUiOnRydWUsIldpZHRoIjowLjAsIkhlaWdodCI6MC4wLCJCb3JkZXJTdHlsZSI6bnVsbCwiUGFyZW50U3R5bGUiOm51bGx9LCJEYXRlRm9ybWF0Ijp7IiRpZCI6IjEzN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2MCIsIkZvcm1hdCI6MCwiSXNWaXNpYmxlIjpmYWxzZSwiTGFzdEtub3duVmlzaWJpbGl0eVN0YXRlIjpmYWxzZX0sIklzVmlzaWJsZSI6dHJ1ZSwiUGFyZW50U3R5bGUiOm51bGwsIl9leHBsaWNpdGx5U2V0Ijp7IiRpZCI6IjEzNjE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TM2MiIsIlNoYXBlIjo5LCJDb25uZWN0b3JNYXJnaW4iOnsiJGlkIjoiMTM2MyIsIlRvcCI6MC4wLCJMZWZ0IjoyLjAsIlJpZ2h0IjoyLjAsIkJvdHRvbSI6MC4wfSwiQ29ubmVjdG9yU3R5bGUiOnsiJGlkIjoiMTM2NCIsIkxpbmVDb2xvciI6eyIkaWQiOiIxMzY1IiwiJHR5cGUiOiJOTFJFLkNvbW1vbi5Eb20uU29saWRDb2xvckJydXNoLCBOTFJFLkNvbW1vbiIsIkNvbG9yIjp7IiRpZCI6IjEzNjYiLCJBIjoxMjcsIlIiOjc5LCJHIjoxMjksIkIiOjE4OX19LCJMaW5lV2VpZ2h0IjoxLjAsIkxpbmVUeXBlIjowLCJQYXJlbnRTdHlsZSI6bnVsbH0sIklzQmVsb3dUaW1lYmFuZCI6ZmFsc2UsIlBvc2l0aW9uT25UYXNrIjoxLCJIaWRlRGF0ZSI6ZmFsc2UsIlNoYXBlU2l6ZSI6MSwiU3BhY2luZyI6MC4wLCJQYWRkaW5nIjp7IiRpZCI6IjEzNjciLCJUb3AiOjUuMCwiTGVmdCI6My4wLCJSaWdodCI6MC4wLCJCb3R0b20iOjIuMH0sIlNoYXBlU3R5bGUiOnsiJGlkIjoiMTM2OCIsIk1hcmdpbiI6eyIkaWQiOiIxMzY5IiwiVG9wIjowLjAsIkxlZnQiOjAuMCwiUmlnaHQiOjAuMCwiQm90dG9tIjowLjB9LCJQYWRkaW5nIjp7IiRpZCI6IjEzNzAiLCJUb3AiOjAuMCwiTGVmdCI6MC4wLCJSaWdodCI6MC4wLCJCb3R0b20iOjAuMH0sIkJhY2tncm91bmQiOnsiJGlkIjoiMTM3MSIsIkNvbG9yIjp7IiRpZCI6IjEzNzIiLCJBIjoyNTUsIlIiOjIzNywiRyI6MTI1LCJCIjo0OX19LCJJc1Zpc2libGUiOnRydWUsIldpZHRoIjoxOC4wLCJIZWlnaHQiOjIwLjAsIkJvcmRlclN0eWxlIjp7IiRpZCI6IjEzNzMiLCJMaW5lQ29sb3IiOnsiJGlkIjoiMTM3NCIsIiR0eXBlIjoiTkxSRS5Db21tb24uRG9tLlNvbGlkQ29sb3JCcnVzaCwgTkxSRS5Db21tb24iLCJDb2xvciI6eyIkaWQiOiIxMzc1IiwiQSI6MjU1LCJSIjoyMzQsIkciOjIyLCJCIjozMH19LCJMaW5lV2VpZ2h0IjowLjAsIkxpbmVUeXBlIjowLCJQYXJlbnRTdHlsZSI6bnVsbH0sIlBhcmVudFN0eWxlIjpudWxsfSwiVGl0bGVTdHlsZSI6eyIkaWQiOiIxMzc2IiwiRm9udFNldHRpbmdzIjp7IiRpZCI6IjEzNzciLCJGb250U2l6ZSI6MTEsIkZvbnROYW1lIjoiQ2FsaWJyaSIsIklzQm9sZCI6dHJ1ZSwiSXNJdGFsaWMiOmZhbHNlLCJJc1VuZGVybGluZWQiOmZhbHNlLCJQYXJlbnRTdHlsZSI6bnVsbH0sIkF1dG9TaXplIjowLCJGb3JlZ3JvdW5kIjp7IiRpZCI6IjEzNzgiLCJDb2xvciI6eyIkaWQiOiIxMzc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zODAiLCJUb3AiOjAuMCwiTGVmdCI6MC4wLCJSaWdodCI6MC4wLCJCb3R0b20iOjAuMH0sIlBhZGRpbmciOnsiJGlkIjoiMTM4MSIsIlRvcCI6MC4wLCJMZWZ0IjowLjAsIlJpZ2h0IjowLjAsIkJvdHRvbSI6MC4wfSwiQmFja2dyb3VuZCI6eyIkaWQiOiIxMzgyIiwiQ29sb3IiOnsiJGlkIjoiMTM4MyIsIkEiOjg5LCJSIjowLCJHIjowLCJCIjowfX0sIklzVmlzaWJsZSI6dHJ1ZSwiV2lkdGgiOjAuMCwiSGVpZ2h0IjowLjAsIkJvcmRlclN0eWxlIjpudWxsLCJQYXJlbnRTdHlsZSI6bnVsbH0sIkRhdGVTdHlsZSI6eyIkaWQiOiIxMzg0IiwiRm9udFNldHRpbmdzIjp7IiRpZCI6IjEzODUiLCJGb250U2l6ZSI6MTAsIkZvbnROYW1lIjoiQ2FsaWJyaSIsIklzQm9sZCI6ZmFsc2UsIklzSXRhbGljIjpmYWxzZSwiSXNVbmRlcmxpbmVkIjpmYWxzZSwiUGFyZW50U3R5bGUiOm51bGx9LCJBdXRvU2l6ZSI6MCwiRm9yZWdyb3VuZCI6eyIkaWQiOiIxMzg2IiwiQ29sb3IiOnsiJGlkIjoiMTM4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4OCIsIlRvcCI6MC4wLCJMZWZ0IjowLjAsIlJpZ2h0IjowLjAsIkJvdHRvbSI6MC4wfSwiUGFkZGluZyI6eyIkaWQiOiIxMzg5IiwiVG9wIjowLjAsIkxlZnQiOjAuMCwiUmlnaHQiOjAuMCwiQm90dG9tIjowLjB9LCJCYWNrZ3JvdW5kIjp7IiRpZCI6IjEzOTAiLCJDb2xvciI6eyIkaWQiOiIxMzkxIiwiQSI6ODksIlIiOjAsIkciOjAsIkIiOjB9fSwiSXNWaXNpYmxlIjp0cnVlLCJXaWR0aCI6MC4wLCJIZWlnaHQiOjAuMCwiQm9yZGVyU3R5bGUiOm51bGwsIlBhcmVudFN0eWxlIjpudWxsfSwiRGF0ZUZvcm1hdCI6eyIkaWQiOiIxMz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TMiLCJGb3JtYXQiOjAsIklzVmlzaWJsZSI6ZmFsc2UsIkxhc3RLbm93blZpc2liaWxpdHlTdGF0ZSI6ZmFsc2V9LCJJc1Zpc2libGUiOnRydWUsIlBhcmVudFN0eWxlIjpudWxsfSwiRGVmYXVsdFN3aW1sYW5lTWlsZXN0b25lU3R5bGUiOnsiJGlkIjoiMTM5NCIsIlRpdGxlUG9zaXRpb24iOiJBYm92ZSIsIkRhdGVQb3NpdGlvbiI6IkxlZnQiLCJTaGFwZVR5cGUiOjE3LCJTaGFwZVNpemUiOjAsIlNwYWNpbmciOjUsIlNoYXBlU3R5bGUiOnsiJGlkIjoiMTM5NSIsIk1hcmdpbiI6eyIkaWQiOiIxMzk2IiwiVG9wIjowLjAsIkxlZnQiOjAuMCwiUmlnaHQiOjAuMCwiQm90dG9tIjowLjB9LCJQYWRkaW5nIjp7IiRpZCI6IjEzOTciLCJUb3AiOjAuMCwiTGVmdCI6MC4wLCJSaWdodCI6MC4wLCJCb3R0b20iOjAuMH0sIkJhY2tncm91bmQiOnsiJGlkIjoiMTM5OCIsIkNvbG9yIjp7IiRpZCI6IjEzOTkiLCJBIjoyNTUsIlIiOjkxLCJHIjoxNTUsIkIiOjIxM319LCJJc1Zpc2libGUiOnRydWUsIldpZHRoIjoxNC4wLCJIZWlnaHQiOjE0LjAsIkJvcmRlclN0eWxlIjp7IiRpZCI6IjE0MDAiLCJMaW5lQ29sb3IiOnsiJGlkIjoiMTQwMSIsIiR0eXBlIjoiTkxSRS5Db21tb24uRG9tLlNvbGlkQ29sb3JCcnVzaCwgTkxSRS5Db21tb24iLCJDb2xvciI6eyIkaWQiOiIxNDAyIiwiQSI6MjU1LCJSIjoyMzQsIkciOjIyLCJCIjozMH19LCJMaW5lV2VpZ2h0IjowLjAsIkxpbmVUeXBlIjowLCJQYXJlbnRTdHlsZSI6bnVsbH0sIlBhcmVudFN0eWxlIjpudWxsfSwiVGl0bGVTdHlsZSI6eyIkaWQiOiIxNDAzIiwiRm9udFNldHRpbmdzIjp7IiRpZCI6IjE0MDQiLCJGb250U2l6ZSI6MTAsIkZvbnROYW1lIjoiTW9udHNlcnJhdCIsIklzQm9sZCI6ZmFsc2UsIklzSXRhbGljIjpmYWxzZSwiSXNVbmRlcmxpbmVkIjpmYWxzZSwiUGFyZW50U3R5bGUiOm51bGx9LCJBdXRvU2l6ZSI6MCwiRm9yZWdyb3VuZCI6eyIkaWQiOiIxNDA1IiwiQ29sb3IiOnsiJGlkIjoiMTQw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DA3IiwiVG9wIjowLjAsIkxlZnQiOjAuMCwiUmlnaHQiOjAuMCwiQm90dG9tIjowLjB9LCJQYWRkaW5nIjp7IiRpZCI6IjE0MDgiLCJUb3AiOjAuMCwiTGVmdCI6MC4wLCJSaWdodCI6MC4wLCJCb3R0b20iOjAuMH0sIkJhY2tncm91bmQiOnsiJGlkIjoiMTQwOSIsIkNvbG9yIjp7IiRpZCI6IjE0MTAiLCJBIjo4OSwiUiI6MCwiRyI6MCwiQiI6MH19LCJJc1Zpc2libGUiOnRydWUsIldpZHRoIjowLjAsIkhlaWdodCI6MC4wLCJCb3JkZXJTdHlsZSI6bnVsbCwiUGFyZW50U3R5bGUiOm51bGx9LCJEYXRlU3R5bGUiOnsiJGlkIjoiMTQxMSIsIkZvbnRTZXR0aW5ncyI6eyIkaWQiOiIxNDEyIiwiRm9udFNpemUiOjEwLCJGb250TmFtZSI6IkNhbGlicmkiLCJJc0JvbGQiOmZhbHNlLCJJc0l0YWxpYyI6ZmFsc2UsIklzVW5kZXJsaW5lZCI6ZmFsc2UsIlBhcmVudFN0eWxlIjpudWxsfSwiQXV0b1NpemUiOjAsIkZvcmVncm91bmQiOnsiJGlkIjoiMTQxMyIsIkNvbG9yIjp7IiRpZCI6IjE0MT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0MTUiLCJUb3AiOjAuMCwiTGVmdCI6MC4wLCJSaWdodCI6MC4wLCJCb3R0b20iOjAuMH0sIlBhZGRpbmciOnsiJGlkIjoiMTQxNiIsIlRvcCI6MC4wLCJMZWZ0IjowLjAsIlJpZ2h0IjowLjAsIkJvdHRvbSI6MC4wfSwiQmFja2dyb3VuZCI6eyIkaWQiOiIxNDE3IiwiQ29sb3IiOnsiJGlkIjoiMTQxOCIsIkEiOjg5LCJSIjowLCJHIjowLCJCIjowfX0sIklzVmlzaWJsZSI6ZmFsc2UsIldpZHRoIjowLjAsIkhlaWdodCI6MC4wLCJCb3JkZXJTdHlsZSI6bnVsbCwiUGFyZW50U3R5bGUiOm51bGx9LCJEYXRlRm9ybWF0Ijp7IiRpZCI6IjE0MTk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MTQyMCIsIkRhdGVQYXJ0SXNWaXNpYmxlIjp0cnVlLCJUaW1lUGFydElzVmlzaWJsZSI6ZmFsc2V9fSwiV2Vla051bWJlcmluZyI6eyIkaWQiOiIxNDIxIiwiRm9ybWF0IjowLCJJc1Zpc2libGUiOmZhbHNlLCJMYXN0S25vd25WaXNpYmlsaXR5U3RhdGUiOmZhbHNlfSwiSXNWaXNpYmxlIjp0cnVlLCJQYXJlbnRTdHlsZSI6bnVsbH0sIkRlZmF1bHRTd2ltbGFuZUFjdGl2aXR5U3R5bGUiOnsiJGlkIjoiMTQyMiIsIkhlYWRlclN0eWxlIjp7IiRpZCI6IjE0MjMiLCJUZXh0U3R5bGUiOnsiJGlkIjoiMTQyNCIsIkZvbnRTZXR0aW5ncyI6eyIkaWQiOiIxNDI1IiwiRm9udFNpemUiOjExLCJGb250TmFtZSI6IkNhbGlicmkiLCJJc0JvbGQiOmZhbHNlLCJJc0l0YWxpYyI6ZmFsc2UsIklzVW5kZXJsaW5lZCI6ZmFsc2UsIlBhcmVudFN0eWxlIjpudWxsfSwiQXV0b1NpemUiOjIsIkZvcmVncm91bmQiOnsiJGlkIjoiMTQyNiIsIkNvbG9yIjp7IiRpZCI6IjE0Mjc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NDI4IiwiVG9wIjowLjAsIkxlZnQiOjAuMCwiUmlnaHQiOjAuMCwiQm90dG9tIjowLjB9LCJQYWRkaW5nIjp7IiRpZCI6IjE0MjkiLCJUb3AiOjAuMCwiTGVmdCI6MC4wLCJSaWdodCI6MC4wLCJCb3R0b20iOjAuMH0sIkJhY2tncm91bmQiOm51bGwsIklzVmlzaWJsZSI6dHJ1ZSwiV2lkdGgiOjAuMCwiSGVpZ2h0IjowLjAsIkJvcmRlclN0eWxlIjpudWxsLCJQYXJlbnRTdHlsZSI6bnVsbH0sIlJlY3RhbmdsZVN0eWxlIjp7IiRpZCI6IjE0MzAiLCJNYXJnaW4iOnsiJGlkIjoiMTQzMSIsIlRvcCI6MC4wLCJMZWZ0IjowLjAsIlJpZ2h0IjowLjAsIkJvdHRvbSI6MC4wfSwiUGFkZGluZyI6eyIkaWQiOiIxNDMyIiwiVG9wIjowLjAsIkxlZnQiOjAuMCwiUmlnaHQiOjAuMCwiQm90dG9tIjowLjB9LCJCYWNrZ3JvdW5kIjp7IiRpZCI6IjE0MzMiLCJDb2xvciI6eyIkaWQiOiIxNDM0IiwiQSI6NjMsIlIiOjIzNywiRyI6MTI1LCJCIjo0OX19LCJJc1Zpc2libGUiOnRydWUsIldpZHRoIjowLjAsIkhlaWdodCI6MC4wLCJCb3JkZXJTdHlsZSI6eyIkaWQiOiIxNDM1IiwiTGluZUNvbG9yIjp7IiRpZCI6IjE0MzYiLCIkdHlwZSI6Ik5MUkUuQ29tbW9uLkRvbS5Tb2xpZENvbG9yQnJ1c2gsIE5MUkUuQ29tbW9uIiwiQ29sb3IiOnsiJGlkIjoiMTQzNyIsIkEiOjI1NSwiUiI6MjU1LCJHIjowLCJCIjowfX0sIkxpbmVXZWlnaHQiOjAuMCwiTGluZVR5cGUiOjAsIlBhcmVudFN0eWxlIjpudWxsfSwiUGFyZW50U3R5bGUiOm51bGx9LCJNYXJnaW4iOnsiJGlkIjoiMTQzOCIsIlRvcCI6MC4wLCJMZWZ0IjowLjAsIlJpZ2h0IjowLjAsIkJvdHRvbSI6MC4wfSwiUGFkZGluZyI6eyIkaWQiOiIxNDM5IiwiVG9wIjowLjAsIkxlZnQiOjAuMCwiUmlnaHQiOjAuMCwiQm90dG9tIjowLjB9LCJCYWNrZ3JvdW5kIjpudWxsLCJJc1Zpc2libGUiOnRydWUsIldpZHRoIjowLjAsIkhlaWdodCI6MC4wLCJCb3JkZXJTdHlsZSI6bnVsbCwiUGFyZW50U3R5bGUiOm51bGx9LCJCYWNrZ3JvdW5kU3R5bGUiOnsiJGlkIjoiMTQ0MCIsIk1hcmdpbiI6eyIkaWQiOiIxNDQxIiwiVG9wIjowLjAsIkxlZnQiOjAuMCwiUmlnaHQiOjAuMCwiQm90dG9tIjowLjB9LCJQYWRkaW5nIjp7IiRpZCI6IjE0NDIiLCJUb3AiOjAuMCwiTGVmdCI6MC4wLCJSaWdodCI6MC4wLCJCb3R0b20iOjAuMH0sIkJhY2tncm91bmQiOnsiJGlkIjoiMTQ0MyIsIkNvbG9yIjp7IiRpZCI6IjE0NDQiLCJBIjozOCwiUiI6MjM3LCJHIjoxMjUsIkIiOjQ5fX0sIklzVmlzaWJsZSI6dHJ1ZSwiV2lkdGgiOjAuMCwiSGVpZ2h0IjowLjAsIkJvcmRlclN0eWxlIjp7IiRpZCI6IjE0NDUiLCJMaW5lQ29sb3IiOnsiJGlkIjoiMTQ0NiIsIiR0eXBlIjoiTkxSRS5Db21tb24uRG9tLlNvbGlkQ29sb3JCcnVzaCwgTkxSRS5Db21tb24iLCJDb2xvciI6eyIkaWQiOiIxNDQ3IiwiQSI6MjU1LCJSIjoyMzQsIkciOjIyLCJCIjozMH19LCJMaW5lV2VpZ2h0IjowLjAsIkxpbmVUeXBlIjowLCJQYXJlbnRTdHlsZSI6bnVsbH0sIlBhcmVudFN0eWxlIjpudWxsfSwiTWFyZ2luIjp7IiRpZCI6IjE0NDgiLCJUb3AiOjAuMCwiTGVmdCI6MC4wLCJSaWdodCI6MC4wLCJCb3R0b20iOjAuMH0sIlBhZGRpbmciOnsiJGlkIjoiMTQ0OSIsIlRvcCI6MC4wLCJMZWZ0IjowLjAsIlJpZ2h0IjowLjAsIkJvdHRvbSI6MC4wfSwiSXNWaXNpYmxlIjp0cnVlLCJXaWR0aCI6MC4wLCJIZWlnaHQiOjAuMCwiQm9yZGVyU3R5bGUiOm51bGwsIlBhcmVudFN0eWxlIjpudWxsfSwiTWFyZ2luIjp7IiRpZCI6IjE0NTAiLCJUb3AiOjAuMCwiTGVmdCI6MC4wLCJSaWdodCI6MC4wLCJCb3R0b20iOjAuMH0sIlBhZGRpbmciOnsiJGlkIjoiMTQ1MSIsIlRvcCI6MC4wLCJMZWZ0IjowLjAsIlJpZ2h0IjowLjAsIkJvdHRvbSI6MC4wfSwiSXNWaXNpYmxlIjp0cnVlLCJXaWR0aCI6ODc2LjAsIkhlaWdodCI6ODIuMzc5OTk3MjUzNDE3OTY5LCJCb3JkZXJTdHlsZSI6eyIkaWQiOiIxNDUyIiwiTGluZUNvbG9yIjpudWxsLCJMaW5lV2VpZ2h0IjowLjAsIkxpbmVUeXBlIjowLCJQYXJlbnRTdHlsZSI6bnVsbH0sIlBhcmVudFN0eWxlIjpudWxsfV19LCJTY2FsZSI6bnVsbCwiU2NhbGVWMiI6eyIkaWQiOiIxNDUzIiwiU3RhcnREYXRlIjoiMDAwMS0wMS0wMVQwMDowMDowMCIsIkVuZERhdGUiOiIyMDI3LTA1LTE5VDIzOjU5OjAwIiwiQXV0b0RhdGVSYW5nZSI6dHJ1ZSwiV29ya2luZ0RheXMiOjMxLCJGaXNjYWxZZWFyIjp7IiRpZCI6IjE0NTQiLCJTdGFydE1vbnRoIjoxLCJVc2VTdGFydGluZ1llYXJGb3JOdW1iZXJpbmciOnRydWUsIlNob3dGaXNjYWxZZWFyTGFiZWwiOnRydWV9LCJUb2RheU1hcmtlclRleHQiOiJUb2RheSIsIkF1dG9TY2FsZVR5cGUiOmZhbHNlLCJUaW1lYmFuZFNjYWxlcyI6eyIkaWQiOiIxNDU1IiwiVG9wU2NhbGVMYXllciI6eyIkaWQiOiIxNDU2IiwiRm9ybWF0IjoiTU1NIiwiVHlwZSI6MywiR3JvdXBpbmdJbnRlcnZhbHMiOnsiJGlkIjoiMTQ1NyIsIklzU2V0IjpmYWxzZSwiR3JvdXBpbmdTdGVwQ291bnQiOjF9fSwiTWlkZGxlU2NhbGVMYXllciI6eyIkaWQiOiIxNDU4IiwiRm9ybWF0IjpudWxsLCJUeXBlIjowLCJHcm91cGluZ0ludGVydmFscyI6eyIkaWQiOiIxNDU5IiwiSXNTZXQiOmZhbHNlLCJHcm91cGluZ1N0ZXBDb3VudCI6MX19LCJCb3R0b21TY2FsZUxheWVyIjp7IiRpZCI6IjE0NjAiLCJGb3JtYXQiOm51bGwsIlR5cGUiOjAsIkdyb3VwaW5nSW50ZXJ2YWxzIjp7IiRpZCI6IjE0NjEiLCJJc1NldCI6ZmFsc2UsIkdyb3VwaW5nU3RlcENvdW50IjoxfX19fSwiTWlsZXN0b25lcyI6W10sIlRhc2tzIjpbXSwiU3dpbWxhbmVzIjpbXSwiTXNQcm9qZWN0SXRlbXNUcmVlIjp7IiRpZCI6IjE0NjIiLCJSb290Ijp7IkltcG9ydElkIjpudWxsLCJJc0ltcG9ydGVkIjpmYWxzZSwiQ2hpbGRyZW4iOltdfX0sIk1ldGFkYXRhIjp7IiRpZCI6IjE0NjMiLCJSZWNlbnRDb2xvcnNDb2xsZWN0aW9uIjoiW1wiI0ZGNzBBRDQ3XCIsXCIjRkZGRkMwMDBcIixcIiNGRjVCOUJENVwiLFwiI0ZGRUQ3RDMxXCIsXCIjRkZBNUE1QTVcIl0iLCJTb3VyY2VUZW1wbGF0ZSI6IntcIiRpZFwiOlwiMVwiLFwiSWRcIjpcIjk2NTNlZjc2LTRiYTctNDYwNi1hOTk2LWVjZDhhMzFmNzY3MlwiLFwiQ3VsdHVyZUluZm9OYW1lXCI6XCJlbi1VU1wiLFwiVmVyc2lvblwiOntcIiRpZFwiOlwiMlwiLFwiVGVtcGxhdGVEb21WZXJzaW9uXCI6XCIxLjQuMFwifSxcIkVmZmVjdFwiOjAsXCJTdHlsZVwiOntcIiRpZFwiOlwiM1wiLFwiVGltZWJhbmRTdHlsZVwiOntcIiRpZFwiOlwiNFwiLFwiU2NhbGVNYXJraW5nXCI6MCxcIlNoYXBlXCI6MTcsXCJTaGFwZVN0eWxlXCI6e1wiJGlkXCI6XCI1XCIsXCJNYXJnaW5cIjp7XCIkaWRcIjpcIjZcIixcIlRvcFwiOjAuMCxcIkxlZnRcIjoxMC4wLFwiUmlnaHRcIjoxMC4wLFwiQm90dG9tXCI6MC4wfSxcIlBhZGRpbmdcIjp7XCIkaWRcIjpcIjdcIixcIlRvcFwiOjUuMCxcIkxlZnRcIjoxMy4wLFwiUmlnaHRcIjoxMy4wLFwiQm90dG9tXCI6NS4wfSxcIkJhY2tncm91bmRcIjp7XCIkaWRcIjpcIjhcIixcIkNvbG9yXCI6e1wiJGlkXCI6XCI5XCIsXCJBXCI6MjU1LFwiUlwiOjY4LFwiR1wiOjg0LFwiQlwiOjEwNn19LFwiSXNWaXNpYmxlXCI6dHJ1ZSxcIldpZHRoXCI6ODU4LjAsXCJIZWlnaHRcIjozMC4wLFwiQm9yZGVyU3R5bGVcIjp7XCIkaWRcIjpcIjEwXCIsXCJMaW5lQ29sb3JcIjp7XCIkaWRcIjpcIjExXCIsXCIkdHlwZVwiOlwiTkxSRS5Db21tb24uRG9tLlNvbGlkQ29sb3JCcnVzaCwgTkxSRS5Db21tb25cIixcIkNvbG9yXCI6e1wiJGlkXCI6XCIxMlwiLFwiQVwiOjI1NSxcIlJcIjoyNTUsXCJHXCI6MCxcIkJcIjowfX0sXCJMaW5lV2VpZ2h0XCI6MC4wLFwiTGluZVR5cGVcIjowfX0sXCJNaWRkbGVUaWVyU2hhcGVTdHlsZVwiOntcIiRpZFwiOlwiMTNcIixcIk1hcmdpblwiOntcIiRpZFwiOlwiMTRcIixcIlRvcFwiOjAuMCxcIkxlZnRcIjoxMC4wLFwiUmlnaHRcIjoxMC4wLFwiQm90dG9tXCI6MC4wfSxcIlBhZGRpbmdcIjp7XCIkaWRcIjpcIjE1XCIsXCJUb3BcIjo1LjAsXCJMZWZ0XCI6MTMuMCxcIlJpZ2h0XCI6MTMuMCxcIkJvdHRvbVwiOjUuMH0sXCJCYWNrZ3JvdW5kXCI6e1wiJGlkXCI6XCIxNlwiLFwiQ29sb3JcIjp7XCIkaWRcIjpcIjE3XCIsXCJBXCI6MjU1LFwiUlwiOjY4LFwiR1wiOjg0LFwiQlwiOjEwNn19LFwiSXNWaXNpYmxlXCI6dHJ1ZSxcIldpZHRoXCI6ODU4LjAsXCJIZWlnaHRcIjozMC4wLFwiQm9yZGVyU3R5bGVcIjp7XCIkaWRcIjpcIjE4XCIsXCJMaW5lQ29sb3JcIjp7XCIkaWRcIjpcIjE5XCIsXCIkdHlwZVwiOlwiTkxSRS5Db21tb24uRG9tLlNvbGlkQ29sb3JCcnVzaCwgTkxSRS5Db21tb25cIixcIkNvbG9yXCI6e1wiJGlkXCI6XCIyMFwiLFwiQVwiOjI1NSxcIlJcIjoyNTUsXCJHXCI6MCxcIkJcIjowfX0sXCJMaW5lV2VpZ2h0XCI6MC4wLFwiTGluZVR5cGVcIjowfX0sXCJCb3R0b21UaWVyU2hhcGVTdHlsZVwiOntcIiRpZFwiOlwiMjFcIixcIk1hcmdpblwiOntcIiRpZFwiOlwiMjJcIixcIlRvcFwiOjAuMCxcIkxlZnRcIjoxMC4wLFwiUmlnaHRcIjoxMC4wLFwiQm90dG9tXCI6MC4wfSxcIlBhZGRpbmdcIjp7XCIkaWRcIjpcIjIzXCIsXCJUb3BcIjo1LjAsXCJMZWZ0XCI6MTMuMCxcIlJpZ2h0XCI6MTMuMCxcIkJvdHRvbVwiOjUuMH0sXCJCYWNrZ3JvdW5kXCI6e1wiJGlkXCI6XCIyNFwiLFwiQ29sb3JcIjp7XCIkaWRcIjpcIjI1XCIsXCJBXCI6MjU1LFwiUlwiOjY4LFwiR1wiOjg0LFwiQlwiOjEwNn19LFwiSXNWaXNpYmxlXCI6dHJ1ZSxcIldpZHRoXCI6ODU4LjAsXCJIZWlnaHRcIjoz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EyMSxcIkdcIjoxNjgsXCJCXCI6MTY0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zM1wiLFwiVG9wXCI6MC4wLFwiTGVmdFwiOjAuMCxcIlJpZ2h0XCI6MjAuMCxcIkJvdHRvbVwiOjAuMH0sXCJQYWRkaW5nXCI6e1wiJGlkXCI6XCIzNFwiLFwiVG9wXCI6MC4wLFwiTGVmdFwiOjAuMCxcIlJpZ2h0XCI6MC4wLFwiQm90dG9tXCI6MC4wfSxcIkJhY2tncm91bmRcIjp7XCIkaWRcIjpcIjM1XCIsXCJDb2xvclwiOntcIiRpZFwiOlwiMzZcIixcIkFcIjo4OSxcIlJcIjowLFwiR1wiOjAsXCJCXCI6MH19LFwiSXNWaXNpYmxlXCI6dHJ1ZSxcIldpZHRoXCI6MC4wLFwiSGVpZ2h0XCI6MC4wLFwiQm9yZGVyU3R5bGVcIjpudWxsfSxcIkxlZnRFbmRDYXBzU3R5bGVcIjp7XCIkaWRcIjpcIjM3XCIsXCJGb250U2V0dGluZ3NcIjp7XCIkaWRcIjpcIjM4XCIsXCJGb250U2l6ZVwiOjMyLFwiRm9udE5hbWVcIjpcIkNhbGlicmlcIixcIklzQm9sZFwiOnRydWUsXCJJc0l0YWxpY1wiOmZhbHNlLFwiSXNVbmRlcmxpbmVkXCI6ZmFsc2V9LFwiQXV0b1NpemVcIjowLFwiRm9yZWdyb3VuZFwiOntcIiRpZFwiOlwiMzlcIixcIkNvbG9yXCI6e1wiJGlkXCI6XCI0MFwiLFwiQVwiOjI1NSxcIlJcIjoxMjEsXCJHXCI6MTY4LFwiQlwiOjE2NH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NSxcIkhhc0JlZW5WaXNpYmxlQmVmb3JlXCI6dHJ1ZSxcIkZvbnRTZXR0aW5nc1wiOntcIiRpZFwiOlwiNTdcIixcIkZvbnRTaXplXCI6MTg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UsXCJIYXNCZWVuVmlzaWJsZUJlZm9yZVwiOmZhbHNlLFwiRm9udFNldHRpbmdzXCI6e1wiJGlkXCI6XCI2NFwiLFwiRm9udFNpemVcIjoxOC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ODksXCJSXCI6MCxcIkdcIjowLFwiQlwiOjB9fSxcIklzVmlzaWJsZVwiOmZhbHNlLFwiV2lkdGhcIjowLjAsXCJIZWlnaHRcIjowLjAsXCJCb3JkZXJTdHlsZVwiOm51bGx9LFwiQm90dG9tVGllclNjYWxlU3R5bGVcIjp7XCIkaWRcIjpcIjcxXCIsXCJTaG93U2VnbWVudFNlcGFyYXRvcnNcIjp0cnVlLFwiU2VnbWVudFNlcGFyYXRvck9wYWNpdHlcIjozMCxcIlNoYXBlXCI6NSxcIkhhc0JlZW5WaXNpYmxlQmVmb3JlXCI6ZmFsc2UsXCJGb250U2V0dGluZ3NcIjp7XCIkaWRcIjpcIjcyXCIsXCJGb250U2l6ZVwiOjE4LFwiRm9udE5hbWVcIjpcIkNhbGlicmlcIixcIklzQm9sZFwiOmZhbHNlLFwiSXNJdGFsaWNcIjpmYWxzZSxcIklzVW5kZXJsaW5lZFwiOmZhbHNlfSxcIkF1dG9TaXplXCI6MCxcIkZvcmVncm91bmRcIjp7XCIkaWRcIjpcIjczXCIsXCJDb2xvclwiOntcIiRpZFwiOlwiNzR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VcIixcIlRvcFwiOjAuMCxcIkxlZnRcIjo1LjAsXCJSaWdodFwiOjAuMCxcIkJvdHRvbVwiOjAuMH0sXCJQYWRkaW5nXCI6e1wiJGlkXCI6XCI3NlwiLFwiVG9wXCI6MC4wLFwiTGVmdFwiOjAuMCxcIlJpZ2h0XCI6MC4wLFwiQm90dG9tXCI6MC4wfSxcIkJhY2tncm91bmRcIjp7XCIkaWRcIjpcIjc3XCIsXCJDb2xvclwiOntcIiRpZFwiOlwiNzhcIixcIkFcIjo4OSxcIlJcIjowLFwiR1wiOjAsXCJCXCI6MH19LFwiSXNWaXNpYmxlXCI6ZmFsc2UsXCJXaWR0aFwiOjAuMCxcIkhlaWdodFwiOjAuMCxcIkJvcmRlclN0eWxlXCI6bnVsbH0sXCJTaW5nbGVTY2FsZVNoYXBlU3R5bGVcIjpudWxsLFwiRWxhcHNlZFRpbWVCYWNrZ3JvdW5kXCI6e1wiJGlkXCI6XCI3OVwiLFwiQ29sb3JcIjp7XCIkaWRcIjpcIjgwXCIsXCJBXCI6NzcsXCJSXCI6MjU1LFwiR1wiOjAsXCJCXCI6MH19LFwiQXBwZW5kWWVhck9uWWVhckNoYW5nZVwiOnRydWUsXCJFbGFwc2VkVGltZUZvcm1hdFwiOjAsXCJUb2RheU1hcmtlclBvc2l0aW9uXCI6MCxcIlF1aWNrUG9zaXRpb25cIjowLFwiQWJzb2x1dGVQb3NpdGlvblwiOjEz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OS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wLjAsXCJQYWRkaW5nXCI6e1wiJGlkXCI6XCI5MFwiLFwiVG9wXCI6NS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kxLFwiR1wiOjE1NSxcIkJcIjoyMTN9fSxcIklzVmlzaWJsZVwiOnRydWUsXCJXaWR0aFwiOjE4LjAsXCJIZWlnaHRcIjoyMC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x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U3dpbWxhbmVNaWxlc3RvbmVTdHlsZVwiOntcIiRpZFwiOlwiMTE0XCIsXCJUaXRsZVN0eWxlXCI6e1wiJGlkXCI6XCIxMTVcIixcIkZvbnRTZXR0aW5nc1wiOntcIiRpZFwiOlwiMTE2XCIsXCJGb250U2l6ZVwiOjExLFwiRm9udE5hbWVcIjpcIkNhbGlicmlcIixcIklzQm9sZFwiOnRydWUsXCJJc0l0YWxpY1wiOmZhbHNlLFwiSXNVbmRlcmxpbmVkXCI6ZmFsc2V9LFwiQXV0b1NpemVcIjowLFwiRm9yZWdyb3VuZFwiOntcIiRpZFwiOlwiMTE3XCIsXCJDb2xvclwiOntcIiRpZFwiOlwiMTE4XCIsXCJBXCI6MjU1LFwiUlwiOjAsXCJHXCI6MCxcIkJcIjowfX0sXCJCYWNrZ3JvdW5kRmlsbFR5cGVcIjowLFwiTWF4V2lkdGhcIjoyMDAuMCxcIk1heEhlaWdodFwiOlwiSW5maW5pdHlcIixcIlNtYXJ0Rm9yZWdyb3VuZElzQWN0aXZlXCI6ZmFsc2UsXCJIb3Jpem9udGFsQWxpZ25tZW50XCI6MS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aWRcIjpcIjEyMlwiLFwiQVwiOjg5LFwiUlwiOjAsXCJHXCI6MCxcIkJcIjowfX0sXCJJc1Zpc2libGVcIjp0cnVlLFwiV2lkdGhcIjowLjAsXCJIZWlnaHRcIjowLjAsXCJCb3JkZXJTdHlsZVwiOm51bGx9LFwiRGF0ZVN0eWxlXCI6e1wiJGlkXCI6XCIxMjNcIixcIkZvbnRTZXR0aW5nc1wiOntcIiRpZFwiOlwiMTI0XCIsXCJGb250U2l6ZVwiOjEwLFwiRm9udE5hbWVcIjpcIkNhbGlicmlcIixcIklzQm9sZFwiOmZhbHNlLFwiSXNJdGFsaWNcIjpmYWxzZSxcIklzVW5kZXJsaW5lZFwiOmZhbHNlfSxcIkF1dG9TaXplXCI6MCxcIkZvcmVncm91bmRcIjp7XCIkaWRcIjpcIjEyNVwiLFwiQ29sb3JcIjp7XCIkaWRcIjpcIjEyNl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I3XCIsXCJUb3BcIjowLjAsXCJMZWZ0XCI6MC4wLFwiUmlnaHRcIjowLjAsXCJCb3R0b21cIjowLjB9LFwiUGFkZGluZ1wiOntcIiRpZFwiOlwiMTI4XCIsXCJUb3BcIjowLjAsXCJMZWZ0XCI6MC4wLFwiUmlnaHRcIjowLjAsXCJCb3R0b21cIjowLjB9LFwiQmFja2dyb3VuZFwiOntcIiRpZFwiOlwiMTI5XCIsXCJDb2xvclwiOntcIiRpZFwiOlwiMTMwXCIsXCJBXCI6ODksXCJSXCI6MCxcIkdcIjowLFwiQlwiOjB9fSxcIklzVmlzaWJsZVwiOnRydWUsXCJXaWR0aFwiOjAuMCxcIkhlaWdodFwiOjAuMCxcIkJvcmRlclN0eWxlXCI6bnVsbH0sXCJUaXRsZVBvc2l0aW9uXCI6MixcIkRhdGVQb3NpdGlvblwiOlwiTGVmdFwiLFwiU2hhcGVUeXBlXCI6OSxcIlNoYXBlU2l6ZVwiOjEsXCJTaGFwZVN0eWxlXCI6e1wiJGlkXCI6XCIxMzFcIixcIk1hcmdpblwiOntcIiRpZFwiOlwiMTMyXCIsXCJUb3BcIjowLjAsXCJMZWZ0XCI6MC4wLFwiUmlnaHRcIjowLjAsXCJCb3R0b21cIjowLjB9LFwiUGFkZGluZ1wiOntcIiRpZFwiOlwiMTMzXCIsXCJUb3BcIjowLjAsXCJMZWZ0XCI6MC4wLFwiUmlnaHRcIjowLjAsXCJCb3R0b21cIjowLjB9LFwiQmFja2dyb3VuZFwiOntcIiRpZFwiOlwiMTM0XCIsXCJDb2xvclwiOntcIiRpZFwiOlwiMTM1XCIsXCJBXCI6MjU1LFwiUlwiOjkxLFwiR1wiOjE1NSxcIkJcIjoyMTN9fSxcIklzVmlzaWJsZVwiOnRydWUsXCJXaWR0aFwiOjE4LjAsXCJIZWlnaHRcIjoyMC4wLFwiQm9yZGVyU3R5bGVcIjp7XCIkaWRcIjpcIjEzNlwiLFwiTGluZUNvbG9yXCI6e1wiJGlkXCI6XCIxMzdcIixcIiR0eXBlXCI6XCJOTFJFLkNvbW1vbi5Eb20uU29saWRDb2xvckJydXNoLCBOTFJFLkNvbW1vblwiLFwiQ29sb3JcIjp7XCIkaWRcIjpcIjEzOFwiLFwiQVwiOjI1NSxcIlJcIjoyNTUsXCJHXCI6MCxcIkJcIjowfX0sXCJMaW5lV2VpZ2h0XCI6MC4wLFwiTGluZVR5cGVcIjowfX0sXCJEYXRlRm9ybWF0XCI6e1wiJHJlZlwiOlwiMTEzXCJ9LFwiSXNWaXNpYmxlXCI6dHJ1ZSxcIkdyb3VwSWRcIjpudWxsLFwiU3BhY2luZ1wiOjV9LFwiRGVmYXVsdFRhc2tTdHlsZVwiOntcIiRpZFwiOlwiMTM5XCIsXCJTaGFwZVwiOjgsXCJTaGFwZVRoaWNrbmVzc1wiOjEsXCJEdXJhdGlvbkZvcm1hdFwiOjAsXCJQZXJjZW50YWdlQ29tcGxldGVTdHlsZVwiOntcIiRpZFwiOlwiMTQwXCIsXCJGb250U2V0dGluZ3NcIjp7XCIkaWRcIjpcIjE0MVwiLFwiRm9udFNpemVcIjoxMCxcIkZvbnROYW1lXCI6XCJDYWxpYnJpXCIsXCJJc0JvbGRcIjpmYWxzZSxcIklzSXRhbGljXCI6ZmFsc2UsXCJJc1VuZGVybGluZWRcIjpmYWxzZX0sXCJBdXRvU2l6ZVwiOjAsXCJGb3JlZ3JvdW5kXCI6e1wiJGlkXCI6XCIxNDJcIixcIkNvbG9yXCI6e1wiJGlkXCI6XCIxNDN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NDRcIixcIlRvcFwiOjAuMCxcIkxlZnRcIjowLjAsXCJSaWdodFwiOjAuMCxcIkJvdHRvbVwiOjAuMH0sXCJQYWRkaW5nXCI6e1wiJGlkXCI6XCIxNDVcIixcIlRvcFwiOjAuMCxcIkxlZnRcIjowLjAsXCJSaWdodFwiOjAuMCxcIkJvdHRvbVwiOjAuMH0sXCJCYWNrZ3JvdW5kXCI6e1wiJGlkXCI6XCIxNDZcIixcIkNvbG9yXCI6e1wiJHJlZlwiOlwiMzZcIn19LFwiSXNWaXNpYmxlXCI6dHJ1ZSxcIldpZHRoXCI6MC4wLFwiSGVpZ2h0XCI6MC4wLFwiQm9yZGVyU3R5bGVcIjpudWxsfSxcIkR1cmF0aW9uU3R5bGVcIjp7XCIkaWRcIjpcIjE0N1wiLFwiRm9udFNldHRpbmdzXCI6e1wiJGlkXCI6XCIxNDhcIixcIkZvbnRTaXplXCI6MTAsXCJGb250TmFtZVwiOlwiQ2FsaWJyaVwiLFwiSXNCb2xkXCI6ZmFsc2UsXCJJc0l0YWxpY1wiOmZhbHNlLFwiSXNVbmRlcmxpbmVkXCI6ZmFsc2V9LFwiQXV0b1NpemVcIjowLFwiRm9yZWdyb3VuZFwiOntcIiRpZFwiOlwiMTQ5XCIsXCJDb2xvclwiOntcIiRpZFwiOlwiMTUw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UxXCIsXCJUb3BcIjowLjAsXCJMZWZ0XCI6MC4wLFwiUmlnaHRcIjowLjAsXCJCb3R0b21cIjowLjB9LFwiUGFkZGluZ1wiOntcIiRpZFwiOlwiMTUyXCIsXCJUb3BcIjowLjAsXCJMZWZ0XCI6MC4wLFwiUmlnaHRcIjowLjAsXCJCb3R0b21cIjowLjB9LFwiQmFja2dyb3VuZFwiOntcIiRpZFwiOlwiMTUzXCIsXCJDb2xvclwiOntcIiRyZWZcIjpcIjM2XCJ9fSxcIklzVmlzaWJsZVwiOnRydWUsXCJXaWR0aFwiOjAuMCxcIkhlaWdodFwiOjAuMCxcIkJvcmRlclN0eWxlXCI6bnVsbH0sXCJIb3Jpem9udGFsQ29ubmVjdG9yU3R5bGVcIjp7XCIkaWRcIjpcIjE1NFwiLFwiTGluZUNvbG9yXCI6e1wiJGlkXCI6XCIxNTVcIixcIiR0eXBlXCI6XCJOTFJFLkNvbW1vbi5Eb20uU29saWRDb2xvckJydXNoLCBOTFJFLkNvbW1vblwiLFwiQ29sb3JcIjp7XCIkaWRcIjpcIjE1NlwiLFwiQVwiOjI1NSxcIlJcIjoyMDQsXCJHXCI6MjA0LFwiQlwiOjIwNH19LFwiTGluZVdlaWdodFwiOjEuMCxcIkxpbmVUeXBlXCI6MH0sXCJWZXJ0aWNhbENvbm5lY3RvclN0eWxlXCI6e1wiJGlkXCI6XCIxNTdcIixcIkxpbmVDb2xvclwiOntcIiRpZFwiOlwiMTU4XCIsXCIkdHlwZVwiOlwiTkxSRS5Db21tb24uRG9tLlNvbGlkQ29sb3JCcnVzaCwgTkxSRS5Db21tb25cIixcIkNvbG9yXCI6e1wiJGlkXCI6XCIxNTlcIixcIkFcIjoyNTUsXCJSXCI6MjA0LFwiR1wiOjIwNCxcIkJcIjoyMDR9fSxcIkxpbmVXZWlnaHRcIjoxLjAsXCJMaW5lVHlwZVwiOjB9LFwiTWFyZ2luXCI6bnVsbCxcIlN0YXJ0RGF0ZVBvc2l0aW9uXCI6MyxcIkVuZERhdGVQb3NpdGlvblwiOjQsXCJUaXRsZVBvc2l0aW9uXCI6MixcIkR1cmF0aW9uUG9zaXRpb25cIjo2LFwiUGVyY2VudGFnZUNvbXBsZXRlZFBvc2l0aW9uXCI6NixcIlNwYWNpbmdcIjo1LFwiSXNCZWxvd1RpbWViYW5kXCI6dHJ1ZSxcIlBlcmNlbnRhZ2VDb21wbGV0ZVNoYXBlT3BhY2l0eVwiOjM1LFwiR3JvdXBOYW1lXCI6bnVsbCxcIkF0dGFjaGVkTWlsZXN0b25lc1N0eWxlc1wiOm51bGwsXCJTaGFwZVN0eWxlXCI6e1wiJGlkXCI6XCIxNjBcIixcIk1hcmdpblwiOntcIiRpZFwiOlwiMTYxXCIsXCJUb3BcIjowLjAsXCJMZWZ0XCI6NC4wLFwiUmlnaHRcIjo0LjAsXCJCb3R0b21cIjowLjB9LFwiUGFkZGluZ1wiOntcIiRpZFwiOlwiMTYyXCIsXCJUb3BcIjowLjAsXCJMZWZ0XCI6MC4wLFwiUmlnaHRcIjowLjAsXCJCb3R0b21cIjowLjB9LFwiQmFja2dyb3VuZFwiOntcIiRpZFwiOlwiMTYzXCIsXCJDb2xvclwiOntcIiRpZFwiOlwiMTY0XCIsXCJBXCI6MjU1LFwiUlwiOjAsXCJHXCI6MTE0LFwiQlwiOjE4OH19LFwiSXNWaXNpYmxlXCI6dHJ1ZSxcIldpZHRoXCI6MC4wLFwiSGVpZ2h0XCI6MTYuMCxcIkJvcmRlclN0eWxlXCI6e1wiJGlkXCI6XCIxNjVcIixcIkxpbmVDb2xvclwiOntcIiRpZFwiOlwiMTY2XCIsXCIkdHlwZVwiOlwiTkxSRS5Db21tb24uRG9tLlNvbGlkQ29sb3JCcnVzaCwgTkxSRS5Db21tb25cIixcIkNvbG9yXCI6e1wiJGlkXCI6XCIxNjdcIixcIkFcIjoyNTUsXCJSXCI6MjU1LFwiR1wiOjAsXCJCXCI6MH19LFwiTGluZVdlaWdodFwiOjAuMCxcIkxpbmVUeXBlXCI6MH19LFwiVGl0bGVTdHlsZVwiOntcIiRpZFwiOlwiMTY4XCIsXCJGb250U2V0dGluZ3NcIjp7XCIkaWRcIjpcIjE2OVwiLFwiRm9udFNpemVcIjoxMSxcIkZvbnROYW1lXCI6XCJDYWxpYnJpXCIsXCJJc0JvbGRcIjp0cnVlLFwiSXNJdGFsaWNcIjpmYWxzZSxcIklzVW5kZXJsaW5lZFwiOmZhbHNlfSxcIkF1dG9TaXplXCI6MCxcIkZvcmVncm91bmRcIjp7XCIkaWRcIjpcIjE3MFwiLFwiQ29sb3JcIjp7XCIkaWRcIjpcIjE3MVwiLFwiQVwiOjI1NSxcIlJcIjowLFwiR1wiOjAsXCJCXCI6MH19LFwiQmFja2dyb3VuZEZpbGxUeXBlXCI6MCxcIk1heFdpZHRoXCI6OTYwLjAsXCJNYXhIZWlnaHRcIjpcIkluZmluaXR5XCIsXCJTbWFydEZvcmVncm91bmRJc0FjdGl2ZVwiOmZhbHNlLFwiSG9yaXpvbnRhbEFsaWdubWVudFwiOjEsXCJWZXJ0aWNhbEFsaWdubWVudFwiOjAsXCJTbWFydEZvcmVncm91bmRcIjpudWxsLFwiTWFyZ2luXCI6e1wiJGlkXCI6XCIxNzJcIixcIlRvcFwiOjAuMCxcIkxlZnRcIjowLjAsXCJSaWdodFwiOjAuMCxcIkJvdHRvbVwiOjAuMH0sXCJQYWRkaW5nXCI6e1wiJGlkXCI6XCIxNzNcIixcIlRvcFwiOjAuMCxcIkxlZnRcIjowLjAsXCJSaWdodFwiOjAuMCxcIkJvdHRvbVwiOjAuMH0sXCJCYWNrZ3JvdW5kXCI6e1wiJGlkXCI6XCIxNzRcIixcIkNvbG9yXCI6e1wiJHJlZlwiOlwiMzZcIn19LFwiSXNWaXNpYmxlXCI6dHJ1ZSxcIldpZHRoXCI6MC4wLFwiSGVpZ2h0XCI6MC4wLFwiQm9yZGVyU3R5bGVcIjpudWxsfSxcIkRhdGVTdHlsZVwiOntcIiRpZFwiOlwiMTc1XCIsXCJGb250U2V0dGluZ3NcIjp7XCIkaWRcIjpcIjE3NlwiLFwiRm9udFNpemVcIjoxMCxcIkZvbnROYW1lXCI6XCJDYWxpYnJpXCIsXCJJc0JvbGRcIjpmYWxzZSxcIklzSXRhbGljXCI6ZmFsc2UsXCJJc1VuZGVybGluZWRcIjpmYWxzZX0sXCJBdXRvU2l6ZVwiOjAsXCJGb3JlZ3JvdW5kXCI6e1wiJGlkXCI6XCIxNzdcIixcIkNvbG9yXCI6e1wiJGlkXCI6XCIxNzhcIixcIkFcIjoyNTUsXCJSXCI6NjgsXCJHXCI6ODQsXCJCXCI6MTA2fX0sXCJCYWNrZ3JvdW5kRmlsbFR5cGVcIjowLFwiTWF4V2lkdGhcIjoyMDAuMCxcIk1heEhlaWdodFwiOlwiSW5maW5pdHlcIixcIlNtYXJ0Rm9yZWdyb3VuZElzQWN0aXZlXCI6ZmFsc2UsXCJIb3Jpem9udGFsQWxpZ25tZW50XCI6MSxcIlZlcnRpY2FsQWxpZ25tZW50XCI6MCxcIlNtYXJ0Rm9yZWdyb3VuZFwiOm51bGwsXCJNYXJnaW5cIjp7XCIkaWRcIjpcIjE3OVwiLFwiVG9wXCI6MC4wLFwiTGVmdFwiOjAuMCxcIlJpZ2h0XCI6MC4wLFwiQm90dG9tXCI6MC4wfSxcIlBhZGRpbmdcIjp7XCIkaWRcIjpcIjE4MFwiLFwiVG9wXCI6MC4wLFwiTGVmdFwiOjAuMCxcIlJpZ2h0XCI6MC4wLFwiQm90dG9tXCI6MC4wfSxcIkJhY2tncm91bmRcIjp7XCIkaWRcIjpcIjE4MVwiLFwiQ29sb3JcIjp7XCIkcmVmXCI6XCIzNlwifX0sXCJJc1Zpc2libGVcIjp0cnVlLFwiV2lkdGhcIjowLjAsXCJIZWlnaHRcIjowLjAsXCJCb3JkZXJTdHlsZVwiOm51bGx9LFwiRGF0ZUZvcm1hdFwiOntcIiRpZFwiOlwiMTg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ODNcIixcIkhlYWRlclN0eWxlXCI6e1wiJGlkXCI6XCIxODRcIixcIlRleHRTdHlsZVwiOntcIiRpZFwiOlwiMTg1XCIsXCJGb250U2V0dGluZ3NcIjp7XCIkaWRcIjpcIjE4NlwiLFwiRm9udFNpemVcIjoxMixcIkZvbnROYW1lXCI6XCJDYWxpYnJpXCIsXCJJc0JvbGRcIjpmYWxzZSxcIklzSXRhbGljXCI6ZmFsc2UsXCJJc1VuZGVybGluZWRcIjpmYWxzZX0sXCJBdXRvU2l6ZVwiOjAsXCJGb3JlZ3JvdW5kXCI6e1wiJGlkXCI6XCIxODdcIixcIkNvbG9yXCI6e1wiJGlkXCI6XCIxODh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ODlcIixcIlRvcFwiOjAuMCxcIkxlZnRcIjowLjAsXCJSaWdodFwiOjAuMCxcIkJvdHRvbVwiOjAuMH0sXCJQYWRkaW5nXCI6e1wiJGlkXCI6XCIxOTBcIixcIlRvcFwiOjAuMCxcIkxlZnRcIjowLjAsXCJSaWdodFwiOjAuMCxcIkJvdHRvbVwiOjAuMH0sXCJCYWNrZ3JvdW5kXCI6bnVsbCxcIklzVmlzaWJsZVwiOmZhbHNlLFwiV2lkdGhcIjowLjAsXCJIZWlnaHRcIjowLjAsXCJCb3JkZXJTdHlsZVwiOm51bGx9LFwiUmVjdGFuZ2xlU3R5bGVcIjp7XCIkaWRcIjpcIjE5MVwiLFwiTWFyZ2luXCI6e1wiJGlkXCI6XCIxOTJcIixcIlRvcFwiOjAuMCxcIkxlZnRcIjowLjAsXCJSaWdodFwiOjAuMCxcIkJvdHRvbVwiOjAuMH0sXCJQYWRkaW5nXCI6e1wiJGlkXCI6XCIxOTNcIixcIlRvcFwiOjAuMCxcIkxlZnRcIjowLjAsXCJSaWdodFwiOjAuMCxcIkJvdHRvbVwiOjAuMH0sXCJCYWNrZ3JvdW5kXCI6e1wiJGlkXCI6XCIxOTRcIixcIkNvbG9yXCI6e1wiJGlkXCI6XCIxOTVcIixcIkFcIjoxMjcsXCJSXCI6OTEsXCJHXCI6MTU1LFwiQlwiOjIxM319LFwiSXNWaXNpYmxlXCI6ZmFsc2UsXCJXaWR0aFwiOjAuMCxcIkhlaWdodFwiOjAuMCxcIkJvcmRlclN0eWxlXCI6e1wiJGlkXCI6XCIxOTZcIixcIkxpbmVDb2xvclwiOntcIiRpZFwiOlwiMTk3XCIsXCIkdHlwZVwiOlwiTkxSRS5Db21tb24uRG9tLlNvbGlkQ29sb3JCcnVzaCwgTkxSRS5Db21tb25cIixcIkNvbG9yXCI6e1wiJGlkXCI6XCIxOThcIixcIkFcIjoyNTUsXCJSXCI6MjU1LFwiR1wiOjAsXCJCXCI6MH19LFwiTGluZVdlaWdodFwiOjAuMCxcIkxpbmVUeXBlXCI6MH19LFwiVGV4dElzVmVydGljYWxcIjpmYWxzZX0sXCJCYWNrZ3JvdW5kU3R5bGVcIjp7XCIkaWRcIjpcIjE5OVwiLFwiTWFyZ2luXCI6e1wiJGlkXCI6XCIyMDBcIixcIlRvcFwiOjAuMCxcIkxlZnRcIjowLjAsXCJSaWdodFwiOjAuMCxcIkJvdHRvbVwiOjAuMH0sXCJQYWRkaW5nXCI6e1wiJGlkXCI6XCIyMDFcIixcIlRvcFwiOjAuMCxcIkxlZnRcIjowLjAsXCJSaWdodFwiOjAuMCxcIkJvdHRvbVwiOjAuMH0sXCJCYWNrZ3JvdW5kXCI6e1wiJGlkXCI6XCIyMDJcIixcIkNvbG9yXCI6e1wiJGlkXCI6XCIyMDNcIixcIkFcIjozOCxcIlJcIjo5MSxcIkdcIjoxNTUsXCJCXCI6MjEzfX0sXCJJc1Zpc2libGVcIjp0cnVlLFwiV2lkdGhcIjowLjAsXCJIZWlnaHRcIjowLjAsXCJCb3JkZXJTdHlsZVwiOntcIiRpZFwiOlwiMjA0XCIsXCJMaW5lQ29sb3JcIjp7XCIkaWRcIjpcIjIwNVwiLFwiJHR5cGVcIjpcIk5MUkUuQ29tbW9uLkRvbS5Tb2xpZENvbG9yQnJ1c2gsIE5MUkUuQ29tbW9uXCIsXCJDb2xvclwiOntcIiRpZFwiOlwiMjA2XCIsXCJBXCI6MjU1LFwiUlwiOjI1NSxcIkdcIjowLFwiQlwiOjB9fSxcIkxpbmVXZWlnaHRcIjowLjAsXCJMaW5lVHlwZVwiOjB9fSxcIklzQWJvdmVUaW1lYmFuZFwiOmZhbHNlfSxcIkRlZmF1bHRTd2ltbGFuZVYyU3R5bGVcIjp7XCIkaWRcIjpcIjIwN1wiLFwiSGVhZGVyU3R5bGVcIjp7XCIkaWRcIjpcIjIwOFwiLFwiVGV4dFN0eWxlXCI6e1wiJGlkXCI6XCIyMDlcIixcIkZvbnRTZXR0aW5nc1wiOntcIiRpZFwiOlwiMjEwXCIsXCJGb250U2l6ZVwiOjEyLFwiRm9udE5hbWVcIjpcIkNhbGlicmlcIixcIklzQm9sZFwiOmZhbHNlLFwiSXNJdGFsaWNcIjpmYWxzZSxcIklzVW5kZXJsaW5lZFwiOmZhbHNlfSxcIkF1dG9TaXplXCI6MixcIkZvcmVncm91bmRcIjp7XCIkaWRcIjpcIjIxMVwiLFwiQ29sb3JcIjp7XCIkaWRcIjpcIjIxMlwiLFwiQVwiOjI1NSxcIlJcIjoyNTUsXCJHXCI6MjU1LFwiQlwiOjI1NX19LFwiQmFja2dyb3VuZEZpbGxUeXBlXCI6MCxcIk1heFdpZHRoXCI6XCJJbmZpbml0eVwiLFwiTWF4SGVpZ2h0XCI6MC4wLFwiU21hcnRGb3JlZ3JvdW5kSXNBY3RpdmVcIjpmYWxzZSxcIkhvcml6b250YWxBbGlnbm1lbnRcIjowLFwiVmVydGljYWxBbGlnbm1lbnRcIjowLFwiU21hcnRGb3JlZ3JvdW5kXCI6bnVsbCxcIk1hcmdpblwiOntcIiRpZFwiOlwiMjEzXCIsXCJUb3BcIjowLjAsXCJMZWZ0XCI6MC4wLFwiUmlnaHRcIjowLjAsXCJCb3R0b21cIjowLjB9LFwiUGFkZGluZ1wiOntcIiRpZFwiOlwiMjE0XCIsXCJUb3BcIjowLjAsXCJMZWZ0XCI6MC4wLFwiUmlnaHRcIjowLjAsXCJCb3R0b21cIjowLjB9LFwiQmFja2dyb3VuZFwiOm51bGwsXCJJc1Zpc2libGVcIjp0cnVlLFwiV2lkdGhcIjowLjAsXCJIZWlnaHRcIjowLjAsXCJCb3JkZXJTdHlsZVwiOm51bGx9LFwiUmVjdGFuZ2xlU3R5bGVcIjp7XCIkaWRcIjpcIjIxNVwiLFwiTWFyZ2luXCI6e1wiJGlkXCI6XCIyMTZcIixcIlRvcFwiOjAuMCxcIkxlZnRcIjowLjAsXCJSaWdodFwiOjAuMCxcIkJvdHRvbVwiOjAuMH0sXCJQYWRkaW5nXCI6e1wiJGlkXCI6XCIyMTdcIixcIlRvcFwiOjAuMCxcIkxlZnRcIjowLjAsXCJSaWdodFwiOjAuMCxcIkJvdHRvbVwiOjAuMH0sXCJCYWNrZ3JvdW5kXCI6e1wiJGlkXCI6XCIyMThcIixcIkNvbG9yXCI6e1wiJGlkXCI6XCIyMTlcIixcIkFcIjoyNTUsXCJSXCI6NjgsXCJHXCI6MTE0LFwiQlwiOjE5Nn19LFwiSXNWaXNpYmxlXCI6dHJ1ZSxcIldpZHRoXCI6MC4wLFwiSGVpZ2h0XCI6MC4wLFwiQm9yZGVyU3R5bGVcIjp7XCIkaWRcIjpcIjIyMFwiLFwiTGluZUNvbG9yXCI6e1wiJGlkXCI6XCIyMjFcIixcIiR0eXBlXCI6XCJOTFJFLkNvbW1vbi5Eb20uU29saWRDb2xvckJydXNoLCBOTFJFLkNvbW1vblwiLFwiQ29sb3JcIjp7XCIkaWRcIjpcIjIyMlwiLFwiQVwiOjI1NSxcIlJcIjoyNTUsXCJHXCI6MCxcIkJcIjowfX0sXCJMaW5lV2VpZ2h0XCI6MC4wLFwiTGluZVR5cGVcIjowfX0sXCJUZXh0SXNWZXJ0aWNhbFwiOmZhbHNlfSxcIkJhY2tncm91bmRTdHlsZVwiOntcIiRpZFwiOlwiMjIzXCIsXCJNYXJnaW5cIjpudWxsLFwiUGFkZGluZ1wiOm51bGwsXCJCYWNrZ3JvdW5kXCI6e1wiJGlkXCI6XCIyMjRcIixcIkNvbG9yXCI6e1wiJGlkXCI6XCIyMjVcIixcIkFcIjo1MSxcIlJcIjoxNjUsXCJHXCI6MTY1LFwiQlwiOjE2NX19LFwiSXNWaXNpYmxlXCI6ZmFsc2UsXCJXaWR0aFwiOjAuMCxcIkhlaWdodFwiOjAuMCxcIkJvcmRlclN0eWxlXCI6e1wiJGlkXCI6XCIyMjZcIixcIkxpbmVDb2xvclwiOntcIiRpZFwiOlwiMjI3XCIsXCIkdHlwZVwiOlwiTkxSRS5Db21tb24uRG9tLlNvbGlkQ29sb3JCcnVzaCwgTkxSRS5Db21tb25cIixcIkNvbG9yXCI6e1wiJGlkXCI6XCIyMjhcIixcIkFcIjoyNTUsXCJSXCI6MjU1LFwiR1wiOjAsXCJCXCI6MH19LFwiTGluZVdlaWdodFwiOjAuMCxcIkxpbmVUeXBlXCI6MH19LFwiSXNBYm92ZVRpbWViYW5kXCI6ZmFsc2UsXCJTd2ltbGFuZURlZmF1bHRBY3Rpdml0eVN0eWxlXCI6e1wiJGlkXCI6XCIyMjlcIixcIkhlYWRlclN0eWxlXCI6e1wiJGlkXCI6XCIyMzBcIixcIlRleHRTdHlsZVwiOntcIiRpZFwiOlwiMjMxXCIsXCJGb250U2V0dGluZ3NcIjp7XCIkaWRcIjpcIjIzMlwiLFwiRm9udFNpemVcIjoxMSxcIkZvbnROYW1lXCI6XCJDYWxpYnJpXCIsXCJJc0JvbGRcIjpmYWxzZSxcIklzSXRhbGljXCI6ZmFsc2UsXCJJc1VuZGVybGluZWRcIjpmYWxzZX0sXCJBdXRvU2l6ZVwiOjIsXCJGb3JlZ3JvdW5kXCI6e1wiJGlkXCI6XCIyMzNcIixcIkNvbG9yXCI6e1wiJGlkXCI6XCIyMzRcIixcIkFcIjoyNTUsXCJSXCI6MCxcIkdcIjowLFwiQlwiOjB9fSxcIkJhY2tncm91bmRGaWxsVHlwZVwiOjAsXCJNYXhXaWR0aFwiOlwiSW5maW5pdHlcIixcIk1heEhlaWdodFwiOjAuMCxcIlNtYXJ0Rm9yZWdyb3VuZElzQWN0aXZlXCI6ZmFsc2UsXCJIb3Jpem9udGFsQWxpZ25tZW50XCI6MCxcIlZlcnRpY2FsQWxpZ25tZW50XCI6MCxcIlNtYXJ0Rm9yZWdyb3VuZFwiOm51bGwsXCJNYXJnaW5cIjp7XCIkaWRcIjpcIjIzNVwiLFwiVG9wXCI6MC4wLFwiTGVmdFwiOjAuMCxcIlJpZ2h0XCI6MC4wLFwiQm90dG9tXCI6MC4wfSxcIlBhZGRpbmdcIjp7XCIkaWRcIjpcIjIzNlwiLFwiVG9wXCI6MC4wLFwiTGVmdFwiOjAuMCxcIlJpZ2h0XCI6MC4wLFwiQm90dG9tXCI6MC4wfSxcIkJhY2tncm91bmRcIjpudWxsLFwiSXNWaXNpYmxlXCI6dHJ1ZSxcIldpZHRoXCI6MC4wLFwiSGVpZ2h0XCI6MC4wLFwiQm9yZGVyU3R5bGVcIjpudWxsfSxcIlJlY3RhbmdsZVN0eWxlXCI6e1wiJGlkXCI6XCIyMzdcIixcIk1hcmdpblwiOntcIiRpZFwiOlwiMjM4XCIsXCJUb3BcIjowLjAsXCJMZWZ0XCI6MC4wLFwiUmlnaHRcIjowLjAsXCJCb3R0b21cIjowLjB9LFwiUGFkZGluZ1wiOntcIiRpZFwiOlwiMjM5XCIsXCJUb3BcIjowLjAsXCJMZWZ0XCI6MC4wLFwiUmlnaHRcIjowLjAsXCJCb3R0b21cIjowLjB9LFwiQmFja2dyb3VuZFwiOntcIiRpZFwiOlwiMjQwXCIsXCJDb2xvclwiOntcIiRpZFwiOlwiMjQxXCIsXCJBXCI6NjMsXCJSXCI6NjgsXCJHXCI6MTE0LFwiQlwiOjE5Nn19LFwiSXNWaXNpYmxlXCI6dHJ1ZSxcIldpZHRoXCI6MC4wLFwiSGVpZ2h0XCI6MC4wLFwiQm9yZGVyU3R5bGVcIjp7XCIkaWRcIjpcIjI0MlwiLFwiTGluZUNvbG9yXCI6e1wiJGlkXCI6XCIyNDNcIixcIiR0eXBlXCI6XCJOTFJFLkNvbW1vbi5Eb20uU29saWRDb2xvckJydXNoLCBOTFJFLkNvbW1vblwiLFwiQ29sb3JcIjp7XCIkaWRcIjpcIjI0NFwiLFwiQVwiOjI1NSxcIlJcIjoyNTUsXCJHXCI6MCxcIkJcIjowfX0sXCJMaW5lV2VpZ2h0XCI6MC4wLFwiTGluZVR5cGVcIjowfX19LFwiQmFja2dyb3VuZFN0eWxlXCI6e1wiJGlkXCI6XCIyNDVcIixcIk1hcmdpblwiOm51bGwsXCJQYWRkaW5nXCI6bnVsbCxcIkJhY2tncm91bmRcIjp7XCIkaWRcIjpcIjI0NlwiLFwiQ29sb3JcIjp7XCIkaWRcIjpcIjI0N1wiLFwiQVwiOjUxLFwiUlwiOjE2NSxcIkdcIjoxNjUsXCJCXCI6MTY1fX0sXCJJc1Zpc2libGVcIjpmYWxzZSxcIldpZHRoXCI6MC4wLFwiSGVpZ2h0XCI6MC4wLFwiQm9yZGVyU3R5bGVcIjp7XCIkaWRcIjpcIjI0OFwiLFwiTGluZUNvbG9yXCI6e1wiJGlkXCI6XCIyNDlcIixcIiR0eXBlXCI6XCJOTFJFLkNvbW1vbi5Eb20uU29saWRDb2xvckJydXNoLCBOTFJFLkNvbW1vblwiLFwiQ29sb3JcIjp7XCIkaWRcIjpcIjI1MFwiLFwiQVwiOjI1NSxcIlJcIjoyNTUsXCJHXCI6MCxcIkJcIjowfX0sXCJMaW5lV2VpZ2h0XCI6MC4wLFwiTGluZVR5cGVcIjowfX0sXCJDdXN0b21Td2ltbGFuZU1pbGVzdG9uZVN0eWxlTGlzdFwiOltdLFwiQ3VzdG9tU3dpbWxhbmVUYXNrU3R5bGVMaXN0XCI6W10sXCJJc1Zpc2libGVcIjp0cnVlfSxcIkN1c3RvbVN3aW1sYW5lQWN0aXZpdGllc1N0eWxlTGlzdFwiOltdLFwiSXNWaXNpYmxlXCI6dHJ1ZSxcIlNwYWNpbmdcIjoyfSxcIkN1c3RvbU1pbGVzdG9uZVN0eWxlTGlzdFwiOltdLFwiQ3VzdG9tVGFza1N0eWxlTGlzdFwiOltdLFwiQ3VzdG9tU3dpbWxhbmVEZWZpbml0aW9uU3R5bGVMaXN0XCI6W3tcIiRpZFwiOlwiMjUxXCIsXCJTdHlsZVwiOntcIiRpZFwiOlwiMjUyXCIsXCJIZWFkZXJTdHlsZVwiOntcIiRpZFwiOlwiMjUzXCIsXCJUZXh0U3R5bGVcIjp7XCIkaWRcIjpcIjI1NFwiLFwiRm9udFNldHRpbmdzXCI6e1wiJGlkXCI6XCIyNTVcIixcIkZvbnRTaXplXCI6MTIsXCJGb250TmFtZVwiOlwiQ2FsaWJyaVwiLFwiSXNCb2xkXCI6dHJ1ZSxcIklzSXRhbGljXCI6ZmFsc2UsXCJJc1VuZGVybGluZWRcIjpmYWxzZX0sXCJBdXRvU2l6ZVwiOjAsXCJGb3JlZ3JvdW5kXCI6e1wiJGlkXCI6XCIyNTZcIixcIkNvbG9yXCI6e1wiJGlkXCI6XCIyNTdcIixcIkFcIjoyNTUsXCJSXCI6NjAsXCJHXCI6NTQsXCJCXCI6NDl9fSxcIkJhY2tncm91bmRGaWxsVHlwZVwiOjAsXCJNYXhXaWR0aFwiOjAuMCxcIk1heEhlaWdodFwiOjAuMCxcIlNtYXJ0Rm9yZWdyb3VuZElzQWN0aXZlXCI6ZmFsc2UsXCJIb3Jpem9udGFsQWxpZ25tZW50XCI6MCxcIlZlcnRpY2FsQWxpZ25tZW50XCI6MCxcIlNtYXJ0Rm9yZWdyb3VuZFwiOm51bGwsXCJNYXJnaW5cIjp7XCIkaWRcIjpcIjI1OFwiLFwiVG9wXCI6MC4wLFwiTGVmdFwiOjAuMCxcIlJpZ2h0XCI6MC4wLFwiQm90dG9tXCI6MC4wfSxcIlBhZGRpbmdcIjp7XCIkaWRcIjpcIjI1OVwiLFwiVG9wXCI6MC4wLFwiTGVmdFwiOjAuMCxcIlJpZ2h0XCI6MC4wLFwiQm90dG9tXCI6MC4wfSxcIkJhY2tncm91bmRcIjpudWxsLFwiSXNWaXNpYmxlXCI6ZmFsc2UsXCJXaWR0aFwiOjAuMCxcIkhlaWdodFwiOjAuMCxcIkJvcmRlclN0eWxlXCI6bnVsbH0sXCJSZWN0YW5nbGVTdHlsZVwiOntcIiRpZFwiOlwiMjYwXCIsXCJNYXJnaW5cIjp7XCIkaWRcIjpcIjI2MVwiLFwiVG9wXCI6MC4wLFwiTGVmdFwiOjAuMCxcIlJpZ2h0XCI6MC4wLFwiQm90dG9tXCI6MC4wfSxcIlBhZGRpbmdcIjp7XCIkaWRcIjpcIjI2MlwiLFwiVG9wXCI6MC4wLFwiTGVmdFwiOjAuMCxcIlJpZ2h0XCI6MC4wLFwiQm90dG9tXCI6MC4wfSxcIkJhY2tncm91bmRcIjp7XCIkaWRcIjpcIjI2M1wiLFwiQ29sb3JcIjp7XCIkaWRcIjpcIjI2NFwiLFwiQVwiOjI1NSxcIlJcIjoyNTUsXCJHXCI6MTkyLFwiQlwiOjB9fSxcIklzVmlzaWJsZVwiOmZhbHNlLFwiV2lkdGhcIjowLjAsXCJIZWlnaHRcIjowLjAsXCJCb3JkZXJTdHlsZVwiOntcIiRpZFwiOlwiMjY1XCIsXCJMaW5lQ29sb3JcIjp7XCIkaWRcIjpcIjI2NlwiLFwiJHR5cGVcIjpcIk5MUkUuQ29tbW9uLkRvbS5Tb2xpZENvbG9yQnJ1c2gsIE5MUkUuQ29tbW9uXCIsXCJDb2xvclwiOntcIiRpZFwiOlwiMjY3XCIsXCJBXCI6MjU1LFwiUlwiOjYwLFwiR1wiOjU0LFwiQlwiOjQ5fX0sXCJMaW5lV2VpZ2h0XCI6MC4wLFwiTGluZVR5cGVcIjowfX0sXCJUZXh0SXNWZXJ0aWNhbFwiOmZhbHNlfSxcIkJhY2tncm91bmRTdHlsZVwiOntcIiRpZFwiOlwiMjY4XCIsXCJNYXJnaW5cIjp7XCIkaWRcIjpcIjI2OVwiLFwiVG9wXCI6MC4wLFwiTGVmdFwiOjAuMCxcIlJpZ2h0XCI6MC4wLFwiQm90dG9tXCI6MC4wfSxcIlBhZGRpbmdcIjp7XCIkaWRcIjpcIjI3MFwiLFwiVG9wXCI6MC4wLFwiTGVmdFwiOjAuMCxcIlJpZ2h0XCI6MC4wLFwiQm90dG9tXCI6MC4wfSxcIkJhY2tncm91bmRcIjp7XCIkaWRcIjpcIjI3MVwiLFwiQ29sb3JcIjp7XCIkaWRcIjpcIjI3MlwiLFwiQVwiOjM4LFwiUlwiOjI1NSxcIkdcIjoxOTIsXCJCXCI6MH19LFwiSXNWaXNpYmxlXCI6dHJ1ZSxcIldpZHRoXCI6MC4wLFwiSGVpZ2h0XCI6MC4wLFwiQm9yZGVyU3R5bGVcIjp7XCIkaWRcIjpcIjI3M1wiLFwiTGluZUNvbG9yXCI6e1wiJGlkXCI6XCIyNzRcIixcIiR0eXBlXCI6XCJOTFJFLkNvbW1vbi5Eb20uU29saWRDb2xvckJydXNoLCBOTFJFLkNvbW1vblwiLFwiQ29sb3JcIjp7XCIkaWRcIjpcIjI3NVwiLFwiQVwiOjI1NSxcIlJcIjoyMDgsXCJHXCI6MjA2LFwiQlwiOjIwNn19LFwiTGluZVdlaWdodFwiOjAuMCxcIkxpbmVUeXBlXCI6MH19LFwiSXNBYm92ZVRpbWViYW5kXCI6ZmFsc2V9LFwiQ3VzdG9tU3dpbWxhbmVNaWxlc3RvbmVTdHlsZUxpc3RcIjpbe1wiJGlkXCI6XCIyNzZcIixcIlRpdGxlU3R5bGVcIjp7XCIkaWRcIjpcIjI3N1wiLFwiRm9udFNldHRpbmdzXCI6e1wiJGlkXCI6XCIyNzhcIixcIkZvbnRTaXplXCI6MTEsXCJGb250TmFtZVwiOlwiQ2FsaWJyaVwiLFwiSXNCb2xkXCI6dHJ1ZSxcIklzSXRhbGljXCI6ZmFsc2UsXCJJc1VuZGVybGluZWRcIjpmYWxzZX0sXCJBdXRvU2l6ZVwiOjAsXCJGb3JlZ3JvdW5kXCI6e1wiJGlkXCI6XCIyNzlcIixcIkNvbG9yXCI6e1wiJGlkXCI6XCIyODB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jgxXCIsXCJUb3BcIjowLjAsXCJMZWZ0XCI6MC4wLFwiUmlnaHRcIjowLjAsXCJCb3R0b21cIjowLjB9LFwiUGFkZGluZ1wiOntcIiRpZFwiOlwiMjgyXCIsXCJUb3BcIjowLjAsXCJMZWZ0XCI6MC4wLFwiUmlnaHRcIjowLjAsXCJCb3R0b21cIjowLjB9LFwiQmFja2dyb3VuZFwiOntcIiRyZWZcIjpcIjEwNVwifSxcIklzVmlzaWJsZVwiOnRydWUsXCJXaWR0aFwiOjAuMCxcIkhlaWdodFwiOjAuMCxcIkJvcmRlclN0eWxlXCI6bnVsbH0sXCJEYXRlU3R5bGVcIjp7XCIkaWRcIjpcIjI4M1wiLFwiRm9udFNldHRpbmdzXCI6e1wiJGlkXCI6XCIyODRcIixcIkZvbnRTaXplXCI6MTAsXCJGb250TmFtZVwiOlwiQ2FsaWJyaVwiLFwiSXNCb2xkXCI6ZmFsc2UsXCJJc0l0YWxpY1wiOmZhbHNlLFwiSXNVbmRlcmxpbmVkXCI6ZmFsc2V9LFwiQXV0b1NpemVcIjowLFwiRm9yZWdyb3VuZFwiOntcIiRpZFwiOlwiMjg1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I4NlwiLFwiVG9wXCI6MC4wLFwiTGVmdFwiOjAuMCxcIlJpZ2h0XCI6MC4wLFwiQm90dG9tXCI6MC4wfSxcIlBhZGRpbmdcIjp7XCIkaWRcIjpcIjI4N1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CxcIlNoYXBlU2l6ZVwiOjEsXCJTaGFwZVN0eWxlXCI6e1wiJGlkXCI6XCIyODhcIixcIk1hcmdpblwiOntcIiRpZFwiOlwiMjg5XCIsXCJUb3BcIjowLjAsXCJMZWZ0XCI6MC4wLFwiUmlnaHRcIjowLjAsXCJCb3R0b21cIjowLjB9LFwiUGFkZGluZ1wiOntcIiRpZFwiOlwiMjkwXCIsXCJUb3BcIjowLjAsXCJMZWZ0XCI6MC4wLFwiUmlnaHRcIjowLjAsXCJCb3R0b21cIjowLjB9LFwiQmFja2dyb3VuZFwiOntcIiRpZFwiOlwiMjkxXCIsXCJDb2xvclwiOntcIiRpZFwiOlwiMjkyXCIsXCJBXCI6MjU1LFwiUlwiOjI1NSxcIkdcIjoxOTIsXCJCXCI6MH19LFwiSXNWaXNpYmxlXCI6dHJ1ZSxcIldpZHRoXCI6MTguMCxcIkhlaWdodFwiOjIwLjAsXCJCb3JkZXJTdHlsZVwiOntcIiRpZFwiOlwiMjkzXCIsXCJMaW5lQ29sb3JcIjpudWxsLFwiTGluZVdlaWdodFwiOjAuMCxcIkxpbmVUeXBlXCI6MH19LFwiRGF0ZUZvcm1hdFwiOntcIiRpZFwiOlwiMjk0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zRkM2ZiZDItZjQ2NC00MWUxLTgyOWItYzU3MjRiODRiZDQxXCIsXCJTcGFjaW5nXCI6NX0se1wiJGlkXCI6XCIyOTVcIixcIlRpdGxlU3R5bGVcIjp7XCIkaWRcIjpcIjI5NlwiLFwiRm9udFNldHRpbmdzXCI6e1wiJGlkXCI6XCIyOTdcIixcIkZvbnRTaXplXCI6MTEsXCJGb250TmFtZVwiOlwiQ2FsaWJyaVwiLFwiSXNCb2xkXCI6dHJ1ZSxcIklzSXRhbGljXCI6ZmFsc2UsXCJJc1VuZGVybGluZWRcIjpmYWxzZX0sXCJBdXRvU2l6ZVwiOjIsXCJGb3JlZ3JvdW5kXCI6e1wiJGlkXCI6XCIyOThcIixcIkNvbG9yXCI6e1wiJGlkXCI6XCIyOTlcIixcIkFcIjoyNTUsXCJSXCI6MCxcIkdcIjowLFwiQlwiOjB9fSxcIkJhY2tncm91bmRGaWxsVHlwZVwiOjAsXCJNYXhXaWR0aFwiOjEwMC43NzMzMzMzMzMzMzMzNCxcIk1heEhlaWdodFwiOlwiSW5maW5pdHlcIixcIlNtYXJ0Rm9yZWdyb3VuZElzQWN0aXZlXCI6ZmFsc2UsXCJIb3Jpem9udGFsQWxpZ25tZW50XCI6MCxcIlZlcnRpY2FsQWxpZ25tZW50XCI6MCxcIlNtYXJ0Rm9yZWdyb3VuZFwiOm51bGwsXCJNYXJnaW5cIjp7XCIkaWRcIjpcIjMwMFwiLFwiVG9wXCI6MC4wLFwiTGVmdFwiOjAuMCxcIlJpZ2h0XCI6MC4wLFwiQm90dG9tXCI6MC4wfSxcIlBhZGRpbmdcIjp7XCIkaWRcIjpcIjMwMVwiLFwiVG9wXCI6MC4wLFwiTGVmdFwiOjAuMCxcIlJpZ2h0XCI6MC4wLFwiQm90dG9tXCI6MC4wfSxcIkJhY2tncm91bmRcIjp7XCIkcmVmXCI6XCIxMDVcIn0sXCJJc1Zpc2libGVcIjp0cnVlLFwiV2lkdGhcIjowLjAsXCJIZWlnaHRcIjowLjAsXCJCb3JkZXJTdHlsZVwiOm51bGx9LFwiRGF0ZVN0eWxlXCI6e1wiJGlkXCI6XCIzMDJcIixcIkZvbnRTZXR0aW5nc1wiOntcIiRpZFwiOlwiMzAzXCIsXCJGb250U2l6ZVwiOjEwLFwiRm9udE5hbWVcIjpcIkNhbGlicmlcIixcIklzQm9sZFwiOmZhbHNlLFwiSXNJdGFsaWNcIjpmYWxzZSxcIklzVW5kZXJsaW5lZFwiOmZhbHNlfSxcIkF1dG9TaXplXCI6MCxcIkZvcmVncm91bmRcIjp7XCIkaWRcIjpcIjMwNF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MDVcIixcIlRvcFwiOjAuMCxcIkxlZnRcIjowLjAsXCJSaWdodFwiOjAuMCxcIkJvdHRvbVwiOjAuMH0sXCJQYWRkaW5nXCI6e1wiJGlkXCI6XCIzMDZ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A3XCIsXCJNYXJnaW5cIjp7XCIkaWRcIjpcIjMwOFwiLFwiVG9wXCI6MC4wLFwiTGVmdFwiOjAuMCxcIlJpZ2h0XCI6MC4wLFwiQm90dG9tXCI6MC4wfSxcIlBhZGRpbmdcIjp7XCIkaWRcIjpcIjMwOVwiLFwiVG9wXCI6MC4wLFwiTGVmdFwiOjAuMCxcIlJpZ2h0XCI6MC4wLFwiQm90dG9tXCI6MC4wfSxcIkJhY2tncm91bmRcIjp7XCIkaWRcIjpcIjMxMFwiLFwiQ29sb3JcIjp7XCIkaWRcIjpcIjMxMVwiLFwiQVwiOjI1NSxcIlJcIjoyNTUsXCJHXCI6MTkyLFwiQlwiOjB9fSxcIklzVmlzaWJsZVwiOnRydWUsXCJXaWR0aFwiOjE4LjAsXCJIZWlnaHRcIjoyMC4wLFwiQm9yZGVyU3R5bGVcIjp7XCIkaWRcIjpcIjMxMlwiLFwiTGluZUNvbG9yXCI6bnVsbCxcIkxpbmVXZWlnaHRcIjowLjAsXCJMaW5lVHlwZVwiOjB9fSxcIkRhdGVGb3JtYXRcIjp7XCIkaWRcIjpcIjM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E0XCIsXCJUaXRsZVN0eWxlXCI6e1wiJGlkXCI6XCIzMTVcIixcIkZvbnRTZXR0aW5nc1wiOntcIiRpZFwiOlwiMzE2XCIsXCJGb250U2l6ZVwiOjExLFwiRm9udE5hbWVcIjpcIkNhbGlicmlcIixcIklzQm9sZFwiOnRydWUsXCJJc0l0YWxpY1wiOmZhbHNlLFwiSXNVbmRlcmxpbmVkXCI6ZmFsc2V9LFwiQXV0b1NpemVcIjowLFwiRm9yZWdyb3VuZFwiOntcIiRpZFwiOlwiMzE3XCIsXCJDb2xvclwiOntcIiRpZFwiOlwiMzE4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xOVwiLFwiVG9wXCI6MC4wLFwiTGVmdFwiOjAuMCxcIlJpZ2h0XCI6MC4wLFwiQm90dG9tXCI6MC4wfSxcIlBhZGRpbmdcIjp7XCIkaWRcIjpcIjMyMFwiLFwiVG9wXCI6MC4wLFwiTGVmdFwiOjAuMCxcIlJpZ2h0XCI6MC4wLFwiQm90dG9tXCI6MC4wfSxcIkJhY2tncm91bmRcIjp7XCIkcmVmXCI6XCIxMDVcIn0sXCJJc1Zpc2libGVcIjp0cnVlLFwiV2lkdGhcIjowLjAsXCJIZWlnaHRcIjowLjAsXCJCb3JkZXJTdHlsZVwiOm51bGx9LFwiRGF0ZVN0eWxlXCI6e1wiJGlkXCI6XCIzMjFcIixcIkZvbnRTZXR0aW5nc1wiOntcIiRpZFwiOlwiMzIyXCIsXCJGb250U2l6ZVwiOjEwLFwiRm9udE5hbWVcIjpcIkNhbGlicmlcIixcIklzQm9sZFwiOmZhbHNlLFwiSXNJdGFsaWNcIjpmYWxzZSxcIklzVW5kZXJsaW5lZFwiOmZhbHNlfSxcIkF1dG9TaXplXCI6MCxcIkZvcmVncm91bmRcIjp7XCIkaWRcIjpcIjMyM1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MjRcIixcIlRvcFwiOjAuMCxcIkxlZnRcIjowLjAsXCJSaWdodFwiOjAuMCxcIkJvdHRvbVwiOjAuMH0sXCJQYWRkaW5nXCI6e1wiJGlkXCI6XCIzMjV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I2XCIsXCJNYXJnaW5cIjp7XCIkaWRcIjpcIjMyN1wiLFwiVG9wXCI6MC4wLFwiTGVmdFwiOjAuMCxcIlJpZ2h0XCI6MC4wLFwiQm90dG9tXCI6MC4wfSxcIlBhZGRpbmdcIjp7XCIkaWRcIjpcIjMyOFwiLFwiVG9wXCI6MC4wLFwiTGVmdFwiOjAuMCxcIlJpZ2h0XCI6MC4wLFwiQm90dG9tXCI6MC4wfSxcIkJhY2tncm91bmRcIjp7XCIkaWRcIjpcIjMyOVwiLFwiQ29sb3JcIjp7XCIkaWRcIjpcIjMzMFwiLFwiQVwiOjI1NSxcIlJcIjoyNTUsXCJHXCI6MTkyLFwiQlwiOjB9fSxcIklzVmlzaWJsZVwiOnRydWUsXCJXaWR0aFwiOjE4LjAsXCJIZWlnaHRcIjoyMC4wLFwiQm9yZGVyU3R5bGVcIjp7XCIkaWRcIjpcIjMzMVwiLFwiTGluZUNvbG9yXCI6bnVsbCxcIkxpbmVXZWlnaHRcIjowLjAsXCJMaW5lVHlwZVwiOjB9fSxcIkRhdGVGb3JtYXRcIjp7XCIkaWRcIjpcIjMzMl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MzXCIsXCJUaXRsZVN0eWxlXCI6e1wiJGlkXCI6XCIzMzRcIixcIkZvbnRTZXR0aW5nc1wiOntcIiRpZFwiOlwiMzM1XCIsXCJGb250U2l6ZVwiOjExLFwiRm9udE5hbWVcIjpcIkNhbGlicmlcIixcIklzQm9sZFwiOnRydWUsXCJJc0l0YWxpY1wiOmZhbHNlLFwiSXNVbmRlcmxpbmVkXCI6ZmFsc2V9LFwiQXV0b1NpemVcIjoyLFwiRm9yZWdyb3VuZFwiOntcIiRpZFwiOlwiMzM2XCIsXCJDb2xvclwiOntcIiRpZFwiOlwiMzM3XCIsXCJBXCI6MjU1LFwiUlwiOjAsXCJHXCI6MCxcIkJcIjowfX0sXCJCYWNrZ3JvdW5kRmlsbFR5cGVcIjowLFwiTWF4V2lkdGhcIjo5MC4yOCxcIk1heEhlaWdodFwiOlwiSW5maW5pdHlcIixcIlNtYXJ0Rm9yZWdyb3VuZElzQWN0aXZlXCI6ZmFsc2UsXCJIb3Jpem9udGFsQWxpZ25tZW50XCI6MCxcIlZlcnRpY2FsQWxpZ25tZW50XCI6MCxcIlNtYXJ0Rm9yZWdyb3VuZFwiOm51bGwsXCJNYXJnaW5cIjp7XCIkaWRcIjpcIjMzOFwiLFwiVG9wXCI6MC4wLFwiTGVmdFwiOjAuMCxcIlJpZ2h0XCI6MC4wLFwiQm90dG9tXCI6MC4wfSxcIlBhZGRpbmdcIjp7XCIkaWRcIjpcIjMzOVwiLFwiVG9wXCI6MC4wLFwiTGVmdFwiOjAuMCxcIlJpZ2h0XCI6MC4wLFwiQm90dG9tXCI6MC4wfSxcIkJhY2tncm91bmRcIjp7XCIkcmVmXCI6XCIxMDVcIn0sXCJJc1Zpc2libGVcIjp0cnVlLFwiV2lkdGhcIjowLjAsXCJIZWlnaHRcIjowLjAsXCJCb3JkZXJTdHlsZVwiOm51bGx9LFwiRGF0ZVN0eWxlXCI6e1wiJGlkXCI6XCIzNDBcIixcIkZvbnRTZXR0aW5nc1wiOntcIiRpZFwiOlwiMzQxXCIsXCJGb250U2l6ZVwiOjEwLFwiRm9udE5hbWVcIjpcIkNhbGlicmlcIixcIklzQm9sZFwiOmZhbHNlLFwiSXNJdGFsaWNcIjpmYWxzZSxcIklzVW5kZXJsaW5lZFwiOmZhbHNlfSxcIkF1dG9TaXplXCI6MCxcIkZvcmVncm91bmRcIjp7XCIkaWRcIjpcIjM0Ml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NDNcIixcIlRvcFwiOjAuMCxcIkxlZnRcIjowLjAsXCJSaWdodFwiOjAuMCxcIkJvdHRvbVwiOjAuMH0sXCJQYWRkaW5nXCI6e1wiJGlkXCI6XCIzNDR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Q1XCIsXCJNYXJnaW5cIjp7XCIkaWRcIjpcIjM0NlwiLFwiVG9wXCI6MC4wLFwiTGVmdFwiOjAuMCxcIlJpZ2h0XCI6MC4wLFwiQm90dG9tXCI6MC4wfSxcIlBhZGRpbmdcIjp7XCIkaWRcIjpcIjM0N1wiLFwiVG9wXCI6MC4wLFwiTGVmdFwiOjAuMCxcIlJpZ2h0XCI6MC4wLFwiQm90dG9tXCI6MC4wfSxcIkJhY2tncm91bmRcIjp7XCIkaWRcIjpcIjM0OFwiLFwiQ29sb3JcIjp7XCIkaWRcIjpcIjM0OVwiLFwiQVwiOjI1NSxcIlJcIjoyNTUsXCJHXCI6MTkyLFwiQlwiOjB9fSxcIklzVmlzaWJsZVwiOnRydWUsXCJXaWR0aFwiOjE4LjAsXCJIZWlnaHRcIjoyMC4wLFwiQm9yZGVyU3R5bGVcIjp7XCIkaWRcIjpcIjM1MFwiLFwiTGluZUNvbG9yXCI6bnVsbCxcIkxpbmVXZWlnaHRcIjowLjAsXCJMaW5lVHlwZVwiOjB9fSxcIkRhdGVGb3JtYXRcIjp7XCIkaWRcIjpcIjM1M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UyXCIsXCJUaXRsZVN0eWxlXCI6e1wiJGlkXCI6XCIzNTNcIixcIkZvbnRTZXR0aW5nc1wiOntcIiRpZFwiOlwiMzU0XCIsXCJGb250U2l6ZVwiOjExLFwiRm9udE5hbWVcIjpcIkNhbGlicmlcIixcIklzQm9sZFwiOnRydWUsXCJJc0l0YWxpY1wiOmZhbHNlLFwiSXNVbmRlcmxpbmVkXCI6ZmFsc2V9LFwiQXV0b1NpemVcIjowLFwiRm9yZWdyb3VuZFwiOntcIiRpZFwiOlwiMzU1XCIsXCJDb2xvclwiOntcIiRpZFwiOlwiMzU2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1N1wiLFwiVG9wXCI6MC4wLFwiTGVmdFwiOjAuMCxcIlJpZ2h0XCI6MC4wLFwiQm90dG9tXCI6MC4wfSxcIlBhZGRpbmdcIjp7XCIkaWRcIjpcIjM1OFwiLFwiVG9wXCI6MC4wLFwiTGVmdFwiOjAuMCxcIlJpZ2h0XCI6MC4wLFwiQm90dG9tXCI6MC4wfSxcIkJhY2tncm91bmRcIjp7XCIkcmVmXCI6XCIxMDVcIn0sXCJJc1Zpc2libGVcIjp0cnVlLFwiV2lkdGhcIjowLjAsXCJIZWlnaHRcIjowLjAsXCJCb3JkZXJTdHlsZVwiOm51bGx9LFwiRGF0ZVN0eWxlXCI6e1wiJGlkXCI6XCIzNTlcIixcIkZvbnRTZXR0aW5nc1wiOntcIiRpZFwiOlwiMzYwXCIsXCJGb250U2l6ZVwiOjEwLFwiRm9udE5hbWVcIjpcIkNhbGlicmlcIixcIklzQm9sZFwiOmZhbHNlLFwiSXNJdGFsaWNcIjpmYWxzZSxcIklzVW5kZXJsaW5lZFwiOmZhbHNlfSxcIkF1dG9TaXplXCI6MCxcIkZvcmVncm91bmRcIjp7XCIkaWRcIjpcIjM2MV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NjJcIixcIlRvcFwiOjAuMCxcIkxlZnRcIjowLjAsXCJSaWdodFwiOjAuMCxcIkJvdHRvbVwiOjAuMH0sXCJQYWRkaW5nXCI6e1wiJGlkXCI6XCIzNjN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Y0XCIsXCJNYXJnaW5cIjp7XCIkaWRcIjpcIjM2NVwiLFwiVG9wXCI6MC4wLFwiTGVmdFwiOjAuMCxcIlJpZ2h0XCI6MC4wLFwiQm90dG9tXCI6MC4wfSxcIlBhZGRpbmdcIjp7XCIkaWRcIjpcIjM2NlwiLFwiVG9wXCI6MC4wLFwiTGVmdFwiOjAuMCxcIlJpZ2h0XCI6MC4wLFwiQm90dG9tXCI6MC4wfSxcIkJhY2tncm91bmRcIjp7XCIkaWRcIjpcIjM2N1wiLFwiQ29sb3JcIjp7XCIkaWRcIjpcIjM2OFwiLFwiQVwiOjI1NSxcIlJcIjoyNTUsXCJHXCI6MTkyLFwiQlwiOjB9fSxcIklzVmlzaWJsZVwiOnRydWUsXCJXaWR0aFwiOjE4LjAsXCJIZWlnaHRcIjoyMC4wLFwiQm9yZGVyU3R5bGVcIjp7XCIkaWRcIjpcIjM2OVwiLFwiTGluZUNvbG9yXCI6bnVsbCxcIkxpbmVXZWlnaHRcIjowLjAsXCJMaW5lVHlwZVwiOjB9fSxcIkRhdGVGb3JtYXRcIjp7XCIkaWRcIjpcIjM3M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lhNGFiODU5LTU4NGYtNDg5OC05YzdhLTQ2NGJhOWE1YzE1MVwiLFwiU3BhY2luZ1wiOjV9LHtcIiRpZFwiOlwiMzcxXCIsXCJUaXRsZVN0eWxlXCI6e1wiJGlkXCI6XCIzNzJcIixcIkZvbnRTZXR0aW5nc1wiOntcIiRpZFwiOlwiMzczXCIsXCJGb250U2l6ZVwiOjExLFwiRm9udE5hbWVcIjpcIkNhbGlicmlcIixcIklzQm9sZFwiOnRydWUsXCJJc0l0YWxpY1wiOmZhbHNlLFwiSXNVbmRlcmxpbmVkXCI6ZmFsc2V9LFwiQXV0b1NpemVcIjoyLFwiRm9yZWdyb3VuZFwiOntcIiRpZFwiOlwiMzc0XCIsXCJDb2xvclwiOntcIiRpZFwiOlwiMzc1XCIsXCJBXCI6MjU1LFwiUlwiOjAsXCJHXCI6MCxcIkJcIjowfX0sXCJCYWNrZ3JvdW5kRmlsbFR5cGVcIjowLFwiTWF4V2lkdGhcIjo3NC4zOTY2NjY2NjY2NjY2NzUsXCJNYXhIZWlnaHRcIjpcIkluZmluaXR5XCIsXCJTbWFydEZvcmVncm91bmRJc0FjdGl2ZVwiOmZhbHNlLFwiSG9yaXpvbnRhbEFsaWdubWVudFwiOjAsXCJWZXJ0aWNhbEFsaWdubWVudFwiOjAsXCJTbWFydEZvcmVncm91bmRcIjpudWxsLFwiTWFyZ2luXCI6e1wiJGlkXCI6XCIzNzZcIixcIlRvcFwiOjAuMCxcIkxlZnRcIjowLjAsXCJSaWdodFwiOjAuMCxcIkJvdHRvbVwiOjAuMH0sXCJQYWRkaW5nXCI6e1wiJGlkXCI6XCIzNzdcIixcIlRvcFwiOjAuMCxcIkxlZnRcIjowLjAsXCJSaWdodFwiOjAuMCxcIkJvdHRvbVwiOjAuMH0sXCJCYWNrZ3JvdW5kXCI6e1wiJHJlZlwiOlwiMTA1XCJ9LFwiSXNWaXNpYmxlXCI6dHJ1ZSxcIldpZHRoXCI6MC4wLFwiSGVpZ2h0XCI6MC4wLFwiQm9yZGVyU3R5bGVcIjpudWxsfSxcIkRhdGVTdHlsZVwiOntcIiRpZFwiOlwiMzc4XCIsXCJGb250U2V0dGluZ3NcIjp7XCIkaWRcIjpcIjM3OVwiLFwiRm9udFNpemVcIjoxMCxcIkZvbnROYW1lXCI6XCJDYWxpYnJpXCIsXCJJc0JvbGRcIjpmYWxzZSxcIklzSXRhbGljXCI6ZmFsc2UsXCJJc1VuZGVybGluZWRcIjpmYWxzZX0sXCJBdXRvU2l6ZVwiOjAsXCJGb3JlZ3JvdW5kXCI6e1wiJGlkXCI6XCIzO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MzgxXCIsXCJUb3BcIjowLjAsXCJMZWZ0XCI6MC4wLFwiUmlnaHRcIjowLjAsXCJCb3R0b21cIjowLjB9LFwiUGFkZGluZ1wiOntcIiRpZFwiOlwiMzg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0LFwiU2hhcGVTaXplXCI6MSxcIlNoYXBlU3R5bGVcIjp7XCIkaWRcIjpcIjM4M1wiLFwiTWFyZ2luXCI6e1wiJGlkXCI6XCIzODRcIixcIlRvcFwiOjAuMCxcIkxlZnRcIjowLjAsXCJSaWdodFwiOjAuMCxcIkJvdHRvbVwiOjAuMH0sXCJQYWRkaW5nXCI6e1wiJGlkXCI6XCIzODVcIixcIlRvcFwiOjAuMCxcIkxlZnRcIjowLjAsXCJSaWdodFwiOjAuMCxcIkJvdHRvbVwiOjAuMH0sXCJCYWNrZ3JvdW5kXCI6e1wiJGlkXCI6XCIzODZcIixcIkNvbG9yXCI6e1wiJGlkXCI6XCIzODdcIixcIkFcIjoyNTUsXCJSXCI6MjU1LFwiR1wiOjE5MixcIkJcIjowfX0sXCJJc1Zpc2libGVcIjp0cnVlLFwiV2lkdGhcIjoxOC4wLFwiSGVpZ2h0XCI6MjAuMCxcIkJvcmRlclN0eWxlXCI6e1wiJGlkXCI6XCIzODhcIixcIkxpbmVDb2xvclwiOm51bGwsXCJMaW5lV2VpZ2h0XCI6MC4wLFwiTGluZVR5cGVcIjowfX0sXCJEYXRlRm9ybWF0XCI6e1wiJGlkXCI6XCIzO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YTRhYjg1OS01ODRmLTQ4OTgtOWM3YS00NjRiYTlhNWMxNTFcIixcIlNwYWNpbmdcIjo1fSx7XCIkaWRcIjpcIjM5MFwiLFwiVGl0bGVTdHlsZVwiOntcIiRpZFwiOlwiMzkxXCIsXCJGb250U2V0dGluZ3NcIjp7XCIkaWRcIjpcIjM5MlwiLFwiRm9udFNpemVcIjoxMSxcIkZvbnROYW1lXCI6XCJDYWxpYnJpXCIsXCJJc0JvbGRcIjp0cnVlLFwiSXNJdGFsaWNcIjpmYWxzZSxcIklzVW5kZXJsaW5lZFwiOmZhbHNlfSxcIkF1dG9TaXplXCI6MCxcIkZvcmVncm91bmRcIjp7XCIkaWRcIjpcIjM5M1wiLFwiQ29sb3JcIjp7XCIkaWRcIjpcIjM5N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zOTVcIixcIlRvcFwiOjAuMCxcIkxlZnRcIjowLjAsXCJSaWdodFwiOjAuMCxcIkJvdHRvbVwiOjAuMH0sXCJQYWRkaW5nXCI6e1wiJGlkXCI6XCIzOTZcIixcIlRvcFwiOjAuMCxcIkxlZnRcIjowLjAsXCJSaWdodFwiOjAuMCxcIkJvdHRvbVwiOjAuMH0sXCJCYWNrZ3JvdW5kXCI6e1wiJHJlZlwiOlwiMTA1XCJ9LFwiSXNWaXNpYmxlXCI6dHJ1ZSxcIldpZHRoXCI6MC4wLFwiSGVpZ2h0XCI6MC4wLFwiQm9yZGVyU3R5bGVcIjpudWxsfSxcIkRhdGVTdHlsZVwiOntcIiRpZFwiOlwiMzk3XCIsXCJGb250U2V0dGluZ3NcIjp7XCIkaWRcIjpcIjM5OFwiLFwiRm9udFNpemVcIjoxMCxcIkZvbnROYW1lXCI6XCJDYWxpYnJpXCIsXCJJc0JvbGRcIjpmYWxzZSxcIklzSXRhbGljXCI6ZmFsc2UsXCJJc1VuZGVybGluZWRcIjpmYWxzZX0sXCJBdXRvU2l6ZVwiOjAsXCJGb3JlZ3JvdW5kXCI6e1wiJGlkXCI6XCIzOTl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DAwXCIsXCJUb3BcIjowLjAsXCJMZWZ0XCI6MC4wLFwiUmlnaHRcIjowLjAsXCJCb3R0b21cIjowLjB9LFwiUGFkZGluZ1wiOntcIiRpZFwiOlwiNDAx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0LFwiU2hhcGVTaXplXCI6MSxcIlNoYXBlU3R5bGVcIjp7XCIkaWRcIjpcIjQwMlwiLFwiTWFyZ2luXCI6e1wiJGlkXCI6XCI0MDNcIixcIlRvcFwiOjAuMCxcIkxlZnRcIjowLjAsXCJSaWdodFwiOjAuMCxcIkJvdHRvbVwiOjAuMH0sXCJQYWRkaW5nXCI6e1wiJGlkXCI6XCI0MDRcIixcIlRvcFwiOjAuMCxcIkxlZnRcIjowLjAsXCJSaWdodFwiOjAuMCxcIkJvdHRvbVwiOjAuMH0sXCJCYWNrZ3JvdW5kXCI6e1wiJGlkXCI6XCI0MDVcIixcIkNvbG9yXCI6e1wiJGlkXCI6XCI0MDZcIixcIkFcIjoyNTUsXCJSXCI6MjU1LFwiR1wiOjE5MixcIkJcIjowfX0sXCJJc1Zpc2libGVcIjp0cnVlLFwiV2lkdGhcIjoxOC4wLFwiSGVpZ2h0XCI6MjAuMCxcIkJvcmRlclN0eWxlXCI6e1wiJGlkXCI6XCI0MDdcIixcIkxpbmVDb2xvclwiOm51bGwsXCJMaW5lV2VpZ2h0XCI6MC4wLFwiTGluZVR5cGVcIjowfX0sXCJEYXRlRm9ybWF0XCI6e1wiJGlkXCI6XCI0MDh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YTRhYjg1OS01ODRmLTQ4OTgtOWM3YS00NjRiYTlhNWMxNTFcIixcIlNwYWNpbmdcIjo1fSx7XCIkaWRcIjpcIjQwOVwiLFwiVGl0bGVTdHlsZVwiOntcIiRpZFwiOlwiNDEwXCIsXCJGb250U2V0dGluZ3NcIjp7XCIkaWRcIjpcIjQxMVwiLFwiRm9udFNpemVcIjoxMSxcIkZvbnROYW1lXCI6XCJDYWxpYnJpXCIsXCJJc0JvbGRcIjp0cnVlLFwiSXNJdGFsaWNcIjpmYWxzZSxcIklzVW5kZXJsaW5lZFwiOmZhbHNlfSxcIkF1dG9TaXplXCI6MixcIkZvcmVncm91bmRcIjp7XCIkaWRcIjpcIjQxMlwiLFwiQ29sb3JcIjp7XCIkaWRcIjpcIjQxM1wiLFwiQVwiOjI1NSxcIlJcIjowLFwiR1wiOjAsXCJCXCI6MH19LFwiQmFja2dyb3VuZEZpbGxUeXBlXCI6MCxcIk1heFdpZHRoXCI6ODkuMTc2NjY2NjY2NjY2Njc3LFwiTWF4SGVpZ2h0XCI6XCJJbmZpbml0eVwiLFwiU21hcnRGb3JlZ3JvdW5kSXNBY3RpdmVcIjpmYWxzZSxcIkhvcml6b250YWxBbGlnbm1lbnRcIjowLFwiVmVydGljYWxBbGlnbm1lbnRcIjowLFwiU21hcnRGb3JlZ3JvdW5kXCI6bnVsbCxcIk1hcmdpblwiOntcIiRpZFwiOlwiNDE0XCIsXCJUb3BcIjowLjAsXCJMZWZ0XCI6MC4wLFwiUmlnaHRcIjowLjAsXCJCb3R0b21cIjowLjB9LFwiUGFkZGluZ1wiOntcIiRpZFwiOlwiNDE1XCIsXCJUb3BcIjowLjAsXCJMZWZ0XCI6MC4wLFwiUmlnaHRcIjowLjAsXCJCb3R0b21cIjowLjB9LFwiQmFja2dyb3VuZFwiOntcIiRyZWZcIjpcIjEwNVwifSxcIklzVmlzaWJsZVwiOnRydWUsXCJXaWR0aFwiOjAuMCxcIkhlaWdodFwiOjAuMCxcIkJvcmRlclN0eWxlXCI6bnVsbH0sXCJEYXRlU3R5bGVcIjp7XCIkaWRcIjpcIjQxNlwiLFwiRm9udFNldHRpbmdzXCI6e1wiJGlkXCI6XCI0MTdcIixcIkZvbnRTaXplXCI6MTAsXCJGb250TmFtZVwiOlwiQ2FsaWJyaVwiLFwiSXNCb2xkXCI6ZmFsc2UsXCJJc0l0YWxpY1wiOmZhbHNlLFwiSXNVbmRlcmxpbmVkXCI6ZmFsc2V9LFwiQXV0b1NpemVcIjowLFwiRm9yZWdyb3VuZFwiOntcIiRpZFwiOlwiNDE4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QxOVwiLFwiVG9wXCI6MC4wLFwiTGVmdFwiOjAuMCxcIlJpZ2h0XCI6MC4wLFwiQm90dG9tXCI6MC4wfSxcIlBhZGRpbmdcIjp7XCIkaWRcIjpcIjQyM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CxcIlNoYXBlU2l6ZVwiOjEsXCJTaGFwZVN0eWxlXCI6e1wiJGlkXCI6XCI0MjFcIixcIk1hcmdpblwiOntcIiRpZFwiOlwiNDIyXCIsXCJUb3BcIjowLjAsXCJMZWZ0XCI6MC4wLFwiUmlnaHRcIjowLjAsXCJCb3R0b21cIjowLjB9LFwiUGFkZGluZ1wiOntcIiRpZFwiOlwiNDIzXCIsXCJUb3BcIjowLjAsXCJMZWZ0XCI6MC4wLFwiUmlnaHRcIjowLjAsXCJCb3R0b21cIjowLjB9LFwiQmFja2dyb3VuZFwiOntcIiRpZFwiOlwiNDI0XCIsXCJDb2xvclwiOntcIiRpZFwiOlwiNDI1XCIsXCJBXCI6MjU1LFwiUlwiOjI1NSxcIkdcIjoxOTIsXCJCXCI6MH19LFwiSXNWaXNpYmxlXCI6dHJ1ZSxcIldpZHRoXCI6MTguMCxcIkhlaWdodFwiOjIwLjAsXCJCb3JkZXJTdHlsZVwiOntcIiRpZFwiOlwiNDI2XCIsXCJMaW5lQ29sb3JcIjpudWxsLFwiTGluZVdlaWdodFwiOjAuMCxcIkxpbmVUeXBlXCI6MH19LFwiRGF0ZUZvcm1hdFwiOntcIiRpZFwiOlwiNDI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m51bGwsXCJTcGFjaW5nXCI6NX1dLFwiQ3VzdG9tU3dpbWxhbmVUYXNrU3R5bGVMaXN0XCI6W119LHtcIiRpZFwiOlwiNDI4XCIsXCJTdHlsZVwiOntcIiRpZFwiOlwiNDI5XCIsXCJIZWFkZXJTdHlsZVwiOntcIiRpZFwiOlwiNDMwXCIsXCJUZXh0U3R5bGVcIjp7XCIkaWRcIjpcIjQzMVwiLFwiRm9udFNldHRpbmdzXCI6e1wiJGlkXCI6XCI0MzJcIixcIkZvbnRTaXplXCI6MTIsXCJGb250TmFtZVwiOlwiQ2FsaWJyaVwiLFwiSXNCb2xkXCI6dHJ1ZSxcIklzSXRhbGljXCI6ZmFsc2UsXCJJc1VuZGVybGluZWRcIjpmYWxzZX0sXCJBdXRvU2l6ZVwiOjAsXCJGb3JlZ3JvdW5kXCI6e1wiJGlkXCI6XCI0MzNcIixcIkNvbG9yXCI6e1wiJGlkXCI6XCI0MzRcIixcIkFcIjoyNTUsXCJSXCI6MjcsXCJHXCI6MTYsXCJCXCI6MTl9fSxcIkJhY2tncm91bmRGaWxsVHlwZVwiOjAsXCJNYXhXaWR0aFwiOjAuMCxcIk1heEhlaWdodFwiOjAuMCxcIlNtYXJ0Rm9yZWdyb3VuZElzQWN0aXZlXCI6ZmFsc2UsXCJIb3Jpem9udGFsQWxpZ25tZW50XCI6MCxcIlZlcnRpY2FsQWxpZ25tZW50XCI6MCxcIlNtYXJ0Rm9yZWdyb3VuZFwiOm51bGwsXCJNYXJnaW5cIjp7XCIkaWRcIjpcIjQzNVwiLFwiVG9wXCI6MC4wLFwiTGVmdFwiOjAuMCxcIlJpZ2h0XCI6MC4wLFwiQm90dG9tXCI6MC4wfSxcIlBhZGRpbmdcIjp7XCIkaWRcIjpcIjQzNlwiLFwiVG9wXCI6MC4wLFwiTGVmdFwiOjAuMCxcIlJpZ2h0XCI6MC4wLFwiQm90dG9tXCI6MC4wfSxcIkJhY2tncm91bmRcIjpudWxsLFwiSXNWaXNpYmxlXCI6ZmFsc2UsXCJXaWR0aFwiOjAuMCxcIkhlaWdodFwiOjAuMCxcIkJvcmRlclN0eWxlXCI6bnVsbH0sXCJSZWN0YW5nbGVTdHlsZVwiOntcIiRpZFwiOlwiNDM3XCIsXCJNYXJnaW5cIjp7XCIkaWRcIjpcIjQzOFwiLFwiVG9wXCI6MC4wLFwiTGVmdFwiOjAuMCxcIlJpZ2h0XCI6MC4wLFwiQm90dG9tXCI6MC4wfSxcIlBhZGRpbmdcIjp7XCIkaWRcIjpcIjQzOVwiLFwiVG9wXCI6MC4wLFwiTGVmdFwiOjAuMCxcIlJpZ2h0XCI6MC4wLFwiQm90dG9tXCI6MC4wfSxcIkJhY2tncm91bmRcIjp7XCIkaWRcIjpcIjQ0MFwiLFwiQ29sb3JcIjp7XCIkaWRcIjpcIjQ0MVwiLFwiQVwiOjI1NSxcIlJcIjoxMTIsXCJHXCI6MTczLFwiQlwiOjcxfX0sXCJJc1Zpc2libGVcIjpmYWxzZSxcIldpZHRoXCI6MC4wLFwiSGVpZ2h0XCI6MC4wLFwiQm9yZGVyU3R5bGVcIjp7XCIkaWRcIjpcIjQ0MlwiLFwiTGluZUNvbG9yXCI6e1wiJGlkXCI6XCI0NDNcIixcIiR0eXBlXCI6XCJOTFJFLkNvbW1vbi5Eb20uU29saWRDb2xvckJydXNoLCBOTFJFLkNvbW1vblwiLFwiQ29sb3JcIjp7XCIkaWRcIjpcIjQ0NFwiLFwiQVwiOjI1NSxcIlJcIjoyNyxcIkdcIjoxNixcIkJcIjoxOX19LFwiTGluZVdlaWdodFwiOjAuMCxcIkxpbmVUeXBlXCI6MH19LFwiVGV4dElzVmVydGljYWxcIjpmYWxzZX0sXCJCYWNrZ3JvdW5kU3R5bGVcIjp7XCIkaWRcIjpcIjQ0NVwiLFwiTWFyZ2luXCI6e1wiJGlkXCI6XCI0NDZcIixcIlRvcFwiOjAuMCxcIkxlZnRcIjowLjAsXCJSaWdodFwiOjAuMCxcIkJvdHRvbVwiOjAuMH0sXCJQYWRkaW5nXCI6e1wiJGlkXCI6XCI0NDdcIixcIlRvcFwiOjAuMCxcIkxlZnRcIjowLjAsXCJSaWdodFwiOjAuMCxcIkJvdHRvbVwiOjAuMH0sXCJCYWNrZ3JvdW5kXCI6e1wiJGlkXCI6XCI0NDhcIixcIkNvbG9yXCI6e1wiJGlkXCI6XCI0NDlcIixcIkFcIjozOCxcIlJcIjoxMTIsXCJHXCI6MTczLFwiQlwiOjcxfX0sXCJJc1Zpc2libGVcIjp0cnVlLFwiV2lkdGhcIjowLjAsXCJIZWlnaHRcIjowLjAsXCJCb3JkZXJTdHlsZVwiOntcIiRpZFwiOlwiNDUwXCIsXCJMaW5lQ29sb3JcIjp7XCIkaWRcIjpcIjQ1MVwiLFwiJHR5cGVcIjpcIk5MUkUuQ29tbW9uLkRvbS5Tb2xpZENvbG9yQnJ1c2gsIE5MUkUuQ29tbW9uXCIsXCJDb2xvclwiOntcIiRpZFwiOlwiNDUyXCIsXCJBXCI6MjU1LFwiUlwiOjIwOCxcIkdcIjoyMDYsXCJCXCI6MjA2fX0sXCJMaW5lV2VpZ2h0XCI6MC4wLFwiTGluZVR5cGVcIjowfX0sXCJJc0Fib3ZlVGltZWJhbmRcIjpmYWxzZX0sXCJDdXN0b21Td2ltbGFuZU1pbGVzdG9uZVN0eWxlTGlzdFwiOlt7XCIkaWRcIjpcIjQ1M1wiLFwiVGl0bGVTdHlsZVwiOntcIiRpZFwiOlwiNDU0XCIsXCJGb250U2V0dGluZ3NcIjp7XCIkaWRcIjpcIjQ1NVwiLFwiRm9udFNpemVcIjoxMSxcIkZvbnROYW1lXCI6XCJDYWxpYnJpXCIsXCJJc0JvbGRcIjp0cnVlLFwiSXNJdGFsaWNcIjpmYWxzZSxcIklzVW5kZXJsaW5lZFwiOmZhbHNlfSxcIkF1dG9TaXplXCI6MCxcIkZvcmVncm91bmRcIjp7XCIkaWRcIjpcIjQ1NlwiLFwiQ29sb3JcIjp7XCIkaWRcIjpcIjQ1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NThcIixcIlRvcFwiOjAuMCxcIkxlZnRcIjowLjAsXCJSaWdodFwiOjAuMCxcIkJvdHRvbVwiOjAuMH0sXCJQYWRkaW5nXCI6e1wiJGlkXCI6XCI0NTlcIixcIlRvcFwiOjAuMCxcIkxlZnRcIjowLjAsXCJSaWdodFwiOjAuMCxcIkJvdHRvbVwiOjAuMH0sXCJCYWNrZ3JvdW5kXCI6e1wiJGlkXCI6XCI0NjBcIixcIkNvbG9yXCI6e1wiJGlkXCI6XCI0NjFcIixcIkFcIjowLFwiUlwiOjAsXCJHXCI6MCxcIkJcIjowfX0sXCJJc1Zpc2libGVcIjp0cnVlLFwiV2lkdGhcIjowLjAsXCJIZWlnaHRcIjowLjAsXCJCb3JkZXJTdHlsZVwiOm51bGx9LFwiRGF0ZVN0eWxlXCI6e1wiJGlkXCI6XCI0NjJcIixcIkZvbnRTZXR0aW5nc1wiOntcIiRpZFwiOlwiNDYzXCIsXCJGb250U2l6ZVwiOjEwLFwiRm9udE5hbWVcIjpcIkNhbGlicmlcIixcIklzQm9sZFwiOmZhbHNlLFwiSXNJdGFsaWNcIjpmYWxzZSxcIklzVW5kZXJsaW5lZFwiOmZhbHNlfSxcIkF1dG9TaXplXCI6MCxcIkZvcmVncm91bmRcIjp7XCIkaWRcIjpcIjQ2NF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0NjVcIixcIlRvcFwiOjAuMCxcIkxlZnRcIjowLjAsXCJSaWdodFwiOjAuMCxcIkJvdHRvbVwiOjAuMH0sXCJQYWRkaW5nXCI6e1wiJGlkXCI6XCI0NjZcIixcIlRvcFwiOjAuMCxcIkxlZnRcIjowLjAsXCJSaWdodFwiOjAuMCxcIkJvdHRvbVwiOjAuMH0sXCJCYWNrZ3JvdW5kXCI6e1wiJGlkXCI6XCI0NjdcIixcIkNvbG9yXCI6e1wiJHJlZlwiOlwiNDYxXCJ9fSxcIklzVmlzaWJsZVwiOmZhbHNlLFwiV2lkdGhcIjowLjAsXCJIZWlnaHRcIjowLjAsXCJCb3JkZXJTdHlsZVwiOm51bGx9LFwiVGl0bGVQb3NpdGlvblwiOjIsXCJEYXRlUG9zaXRpb25cIjpcIkxlZnRcIixcIlNoYXBlVHlwZVwiOjEsXCJTaGFwZVNpemVcIjoxLFwiU2hhcGVTdHlsZVwiOntcIiRpZFwiOlwiNDY4XCIsXCJNYXJnaW5cIjp7XCIkaWRcIjpcIjQ2OVwiLFwiVG9wXCI6MC4wLFwiTGVmdFwiOjAuMCxcIlJpZ2h0XCI6MC4wLFwiQm90dG9tXCI6MC4wfSxcIlBhZGRpbmdcIjp7XCIkaWRcIjpcIjQ3MFwiLFwiVG9wXCI6MC4wLFwiTGVmdFwiOjAuMCxcIlJpZ2h0XCI6MC4wLFwiQm90dG9tXCI6MC4wfSxcIkJhY2tncm91bmRcIjp7XCIkaWRcIjpcIjQ3MVwiLFwiQ29sb3JcIjp7XCIkaWRcIjpcIjQ3MlwiLFwiQVwiOjI1NSxcIlJcIjoxMTIsXCJHXCI6MTczLFwiQlwiOjcxfX0sXCJJc1Zpc2libGVcIjp0cnVlLFwiV2lkdGhcIjoxOC4wLFwiSGVpZ2h0XCI6MjAuMCxcIkJvcmRlclN0eWxlXCI6e1wiJGlkXCI6XCI0NzNcIixcIkxpbmVDb2xvclwiOm51bGwsXCJMaW5lV2VpZ2h0XCI6MC4wLFwiTGluZVR5cGVcIjowfX0sXCJEYXRlRm9ybWF0XCI6e1wiJGlkXCI6XCI0NzR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Q3NVwiLFwiVGl0bGVTdHlsZVwiOntcIiRpZFwiOlwiNDc2XCIsXCJGb250U2V0dGluZ3NcIjp7XCIkaWRcIjpcIjQ3N1wiLFwiRm9udFNpemVcIjoxMSxcIkZvbnROYW1lXCI6XCJDYWxpYnJpXCIsXCJJc0JvbGRcIjp0cnVlLFwiSXNJdGFsaWNcIjpmYWxzZSxcIklzVW5kZXJsaW5lZFwiOmZhbHNlfSxcIkF1dG9TaXplXCI6MCxcIkZvcmVncm91bmRcIjp7XCIkaWRcIjpcIjQ3OFwiLFwiQ29sb3JcIjp7XCIkaWRcIjpcIjQ3O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DBcIixcIlRvcFwiOjAuMCxcIkxlZnRcIjowLjAsXCJSaWdodFwiOjAuMCxcIkJvdHRvbVwiOjAuMH0sXCJQYWRkaW5nXCI6e1wiJGlkXCI6XCI0ODFcIixcIlRvcFwiOjAuMCxcIkxlZnRcIjowLjAsXCJSaWdodFwiOjAuMCxcIkJvdHRvbVwiOjAuMH0sXCJCYWNrZ3JvdW5kXCI6e1wiJHJlZlwiOlwiNDYwXCJ9LFwiSXNWaXNpYmxlXCI6dHJ1ZSxcIldpZHRoXCI6MC4wLFwiSGVpZ2h0XCI6MC4wLFwiQm9yZGVyU3R5bGVcIjpudWxsfSxcIkRhdGVTdHlsZVwiOntcIiRpZFwiOlwiNDgyXCIsXCJGb250U2V0dGluZ3NcIjp7XCIkaWRcIjpcIjQ4M1wiLFwiRm9udFNpemVcIjoxMCxcIkZvbnROYW1lXCI6XCJDYWxpYnJpXCIsXCJJc0JvbGRcIjpmYWxzZSxcIklzSXRhbGljXCI6ZmFsc2UsXCJJc1VuZGVybGluZWRcIjpmYWxzZX0sXCJBdXRvU2l6ZVwiOjAsXCJGb3JlZ3JvdW5kXCI6e1wiJGlkXCI6XCI0ODR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Dg1XCIsXCJUb3BcIjowLjAsXCJMZWZ0XCI6MC4wLFwiUmlnaHRcIjowLjAsXCJCb3R0b21cIjowLjB9LFwiUGFkZGluZ1wiOntcIiRpZFwiOlwiNDg2XCIsXCJUb3BcIjowLjAsXCJMZWZ0XCI6MC4wLFwiUmlnaHRcIjowLjAsXCJCb3R0b21cIjowLjB9LFwiQmFja2dyb3VuZFwiOntcIiRyZWZcIjpcIjQ2N1wifSxcIklzVmlzaWJsZVwiOmZhbHNlLFwiV2lkdGhcIjowLjAsXCJIZWlnaHRcIjowLjAsXCJCb3JkZXJTdHlsZVwiOm51bGx9LFwiVGl0bGVQb3NpdGlvblwiOjIsXCJEYXRlUG9zaXRpb25cIjpcIkxlZnRcIixcIlNoYXBlVHlwZVwiOjEsXCJTaGFwZVNpemVcIjoxLFwiU2hhcGVTdHlsZVwiOntcIiRpZFwiOlwiNDg3XCIsXCJNYXJnaW5cIjp7XCIkaWRcIjpcIjQ4OFwiLFwiVG9wXCI6MC4wLFwiTGVmdFwiOjAuMCxcIlJpZ2h0XCI6MC4wLFwiQm90dG9tXCI6MC4wfSxcIlBhZGRpbmdcIjp7XCIkaWRcIjpcIjQ4OVwiLFwiVG9wXCI6MC4wLFwiTGVmdFwiOjAuMCxcIlJpZ2h0XCI6MC4wLFwiQm90dG9tXCI6MC4wfSxcIkJhY2tncm91bmRcIjp7XCIkaWRcIjpcIjQ5MFwiLFwiQ29sb3JcIjp7XCIkaWRcIjpcIjQ5MVwiLFwiQVwiOjI1NSxcIlJcIjoxMTIsXCJHXCI6MTczLFwiQlwiOjcxfX0sXCJJc1Zpc2libGVcIjp0cnVlLFwiV2lkdGhcIjoxOC4wLFwiSGVpZ2h0XCI6MjAuMCxcIkJvcmRlclN0eWxlXCI6e1wiJGlkXCI6XCI0OTJcIixcIkxpbmVDb2xvclwiOm51bGwsXCJMaW5lV2VpZ2h0XCI6MC4wLFwiTGluZVR5cGVcIjowfX0sXCJEYXRlRm9ybWF0XCI6e1wiJGlkXCI6XCI0OT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Q5NFwiLFwiVGl0bGVTdHlsZVwiOntcIiRpZFwiOlwiNDk1XCIsXCJGb250U2V0dGluZ3NcIjp7XCIkaWRcIjpcIjQ5NlwiLFwiRm9udFNpemVcIjoxMSxcIkZvbnROYW1lXCI6XCJDYWxpYnJpXCIsXCJJc0JvbGRcIjp0cnVlLFwiSXNJdGFsaWNcIjpmYWxzZSxcIklzVW5kZXJsaW5lZFwiOmZhbHNlfSxcIkF1dG9TaXplXCI6MCxcIkZvcmVncm91bmRcIjp7XCIkaWRcIjpcIjQ5N1wiLFwiQ29sb3JcIjp7XCIkaWRcIjpcIjQ5O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TlcIixcIlRvcFwiOjAuMCxcIkxlZnRcIjowLjAsXCJSaWdodFwiOjAuMCxcIkJvdHRvbVwiOjAuMH0sXCJQYWRkaW5nXCI6e1wiJGlkXCI6XCI1MDBcIixcIlRvcFwiOjAuMCxcIkxlZnRcIjowLjAsXCJSaWdodFwiOjAuMCxcIkJvdHRvbVwiOjAuMH0sXCJCYWNrZ3JvdW5kXCI6e1wiJHJlZlwiOlwiMTA1XCJ9LFwiSXNWaXNpYmxlXCI6dHJ1ZSxcIldpZHRoXCI6MC4wLFwiSGVpZ2h0XCI6MC4wLFwiQm9yZGVyU3R5bGVcIjpudWxsfSxcIkRhdGVTdHlsZVwiOntcIiRpZFwiOlwiNTAxXCIsXCJGb250U2V0dGluZ3NcIjp7XCIkaWRcIjpcIjUwMlwiLFwiRm9udFNpemVcIjoxMCxcIkZvbnROYW1lXCI6XCJDYWxpYnJpXCIsXCJJc0JvbGRcIjpmYWxzZSxcIklzSXRhbGljXCI6ZmFsc2UsXCJJc1VuZGVybGluZWRcIjpmYWxzZX0sXCJBdXRvU2l6ZVwiOjAsXCJGb3JlZ3JvdW5kXCI6e1wiJGlkXCI6XCI1MDN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A0XCIsXCJUb3BcIjowLjAsXCJMZWZ0XCI6MC4wLFwiUmlnaHRcIjowLjAsXCJCb3R0b21cIjowLjB9LFwiUGFkZGluZ1wiOntcIiRpZFwiOlwiNTA1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A2XCIsXCJNYXJnaW5cIjp7XCIkaWRcIjpcIjUwN1wiLFwiVG9wXCI6MC4wLFwiTGVmdFwiOjAuMCxcIlJpZ2h0XCI6MC4wLFwiQm90dG9tXCI6MC4wfSxcIlBhZGRpbmdcIjp7XCIkaWRcIjpcIjUwOFwiLFwiVG9wXCI6MC4wLFwiTGVmdFwiOjAuMCxcIlJpZ2h0XCI6MC4wLFwiQm90dG9tXCI6MC4wfSxcIkJhY2tncm91bmRcIjp7XCIkaWRcIjpcIjUwOVwiLFwiQ29sb3JcIjp7XCIkaWRcIjpcIjUxMFwiLFwiQVwiOjI1NSxcIlJcIjoxMTIsXCJHXCI6MTczLFwiQlwiOjcxfX0sXCJJc1Zpc2libGVcIjp0cnVlLFwiV2lkdGhcIjoxOC4wLFwiSGVpZ2h0XCI6MjAuMCxcIkJvcmRlclN0eWxlXCI6e1wiJGlkXCI6XCI1MTFcIixcIkxpbmVDb2xvclwiOm51bGwsXCJMaW5lV2VpZ2h0XCI6MC4wLFwiTGluZVR5cGVcIjowfX0sXCJEYXRlRm9ybWF0XCI6e1wiJGlkXCI6XCI1MTJ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UxM1wiLFwiVGl0bGVTdHlsZVwiOntcIiRpZFwiOlwiNTE0XCIsXCJGb250U2V0dGluZ3NcIjp7XCIkaWRcIjpcIjUxNVwiLFwiRm9udFNpemVcIjoxMSxcIkZvbnROYW1lXCI6XCJDYWxpYnJpXCIsXCJJc0JvbGRcIjp0cnVlLFwiSXNJdGFsaWNcIjpmYWxzZSxcIklzVW5kZXJsaW5lZFwiOmZhbHNlfSxcIkF1dG9TaXplXCI6MCxcIkZvcmVncm91bmRcIjp7XCIkaWRcIjpcIjUxNlwiLFwiQ29sb3JcIjp7XCIkaWRcIjpcIjUx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MThcIixcIlRvcFwiOjAuMCxcIkxlZnRcIjowLjAsXCJSaWdodFwiOjAuMCxcIkJvdHRvbVwiOjAuMH0sXCJQYWRkaW5nXCI6e1wiJGlkXCI6XCI1MTlcIixcIlRvcFwiOjAuMCxcIkxlZnRcIjowLjAsXCJSaWdodFwiOjAuMCxcIkJvdHRvbVwiOjAuMH0sXCJCYWNrZ3JvdW5kXCI6e1wiJHJlZlwiOlwiMTA1XCJ9LFwiSXNWaXNpYmxlXCI6dHJ1ZSxcIldpZHRoXCI6MC4wLFwiSGVpZ2h0XCI6MC4wLFwiQm9yZGVyU3R5bGVcIjpudWxsfSxcIkRhdGVTdHlsZVwiOntcIiRpZFwiOlwiNTIwXCIsXCJGb250U2V0dGluZ3NcIjp7XCIkaWRcIjpcIjUyMVwiLFwiRm9udFNpemVcIjoxMCxcIkZvbnROYW1lXCI6XCJDYWxpYnJpXCIsXCJJc0JvbGRcIjpmYWxzZSxcIklzSXRhbGljXCI6ZmFsc2UsXCJJc1VuZGVybGluZWRcIjpmYWxzZX0sXCJBdXRvU2l6ZVwiOjAsXCJGb3JlZ3JvdW5kXCI6e1wiJGlkXCI6XCI1MjJcIixcIkNvbG9yXCI6e1wiJGlkXCI6XCI1MjNcIixcIkFcIjoyNTUsXCJSXCI6MTgsXCJHXCI6MTksXCJCXCI6MjJ9fSxcIkJhY2tncm91bmRGaWxsVHlwZVwiOjAsXCJNYXhXaWR0aFwiOjIwMC4wLFwiTWF4SGVpZ2h0XCI6XCJJbmZpbml0eVwiLFwiU21hcnRGb3JlZ3JvdW5kSXNBY3RpdmVcIjpmYWxzZSxcIkhvcml6b250YWxBbGlnbm1lbnRcIjoyLFwiVmVydGljYWxBbGlnbm1lbnRcIjowLFwiU21hcnRGb3JlZ3JvdW5kXCI6bnVsbCxcIk1hcmdpblwiOntcIiRpZFwiOlwiNTI0XCIsXCJUb3BcIjowLjAsXCJMZWZ0XCI6MC4wLFwiUmlnaHRcIjowLjAsXCJCb3R0b21cIjowLjB9LFwiUGFkZGluZ1wiOntcIiRpZFwiOlwiNTI1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I2XCIsXCJNYXJnaW5cIjp7XCIkaWRcIjpcIjUyN1wiLFwiVG9wXCI6MC4wLFwiTGVmdFwiOjAuMCxcIlJpZ2h0XCI6MC4wLFwiQm90dG9tXCI6MC4wfSxcIlBhZGRpbmdcIjp7XCIkaWRcIjpcIjUyOFwiLFwiVG9wXCI6MC4wLFwiTGVmdFwiOjAuMCxcIlJpZ2h0XCI6MC4wLFwiQm90dG9tXCI6MC4wfSxcIkJhY2tncm91bmRcIjp7XCIkaWRcIjpcIjUyOVwiLFwiQ29sb3JcIjp7XCIkaWRcIjpcIjUzMFwiLFwiQVwiOjI1NSxcIlJcIjoxMTIsXCJHXCI6MTczLFwiQlwiOjcxfX0sXCJJc1Zpc2libGVcIjp0cnVlLFwiV2lkdGhcIjoxOC4wLFwiSGVpZ2h0XCI6MjAuMCxcIkJvcmRlclN0eWxlXCI6e1wiJGlkXCI6XCI1MzFcIixcIkxpbmVDb2xvclwiOm51bGwsXCJMaW5lV2VpZ2h0XCI6MC4wLFwiTGluZVR5cGVcIjowfX0sXCJEYXRlRm9ybWF0XCI6e1wiJGlkXCI6XCI1MzJ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UzM1wiLFwiVGl0bGVTdHlsZVwiOntcIiRpZFwiOlwiNTM0XCIsXCJGb250U2V0dGluZ3NcIjp7XCIkaWRcIjpcIjUzNVwiLFwiRm9udFNpemVcIjoxMSxcIkZvbnROYW1lXCI6XCJDYWxpYnJpXCIsXCJJc0JvbGRcIjp0cnVlLFwiSXNJdGFsaWNcIjpmYWxzZSxcIklzVW5kZXJsaW5lZFwiOmZhbHNlfSxcIkF1dG9TaXplXCI6MCxcIkZvcmVncm91bmRcIjp7XCIkaWRcIjpcIjUzNlwiLFwiQ29sb3JcIjp7XCIkaWRcIjpcIjUz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MzhcIixcIlRvcFwiOjAuMCxcIkxlZnRcIjowLjAsXCJSaWdodFwiOjAuMCxcIkJvdHRvbVwiOjAuMH0sXCJQYWRkaW5nXCI6e1wiJGlkXCI6XCI1MzlcIixcIlRvcFwiOjAuMCxcIkxlZnRcIjowLjAsXCJSaWdodFwiOjAuMCxcIkJvdHRvbVwiOjAuMH0sXCJCYWNrZ3JvdW5kXCI6e1wiJHJlZlwiOlwiMTA1XCJ9LFwiSXNWaXNpYmxlXCI6dHJ1ZSxcIldpZHRoXCI6MC4wLFwiSGVpZ2h0XCI6MC4wLFwiQm9yZGVyU3R5bGVcIjpudWxsfSxcIkRhdGVTdHlsZVwiOntcIiRpZFwiOlwiNTQwXCIsXCJGb250U2V0dGluZ3NcIjp7XCIkaWRcIjpcIjU0MVwiLFwiRm9udFNpemVcIjoxMCxcIkZvbnROYW1lXCI6XCJDYWxpYnJpXCIsXCJJc0JvbGRcIjpmYWxzZSxcIklzSXRhbGljXCI6ZmFsc2UsXCJJc1VuZGVybGluZWRcIjpmYWxzZX0sXCJBdXRvU2l6ZVwiOjAsXCJGb3JlZ3JvdW5kXCI6e1wiJGlkXCI6XCI1NDJ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QzXCIsXCJUb3BcIjowLjAsXCJMZWZ0XCI6MC4wLFwiUmlnaHRcIjowLjAsXCJCb3R0b21cIjowLjB9LFwiUGFkZGluZ1wiOntcIiRpZFwiOlwiNTQ0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Q1XCIsXCJNYXJnaW5cIjp7XCIkaWRcIjpcIjU0NlwiLFwiVG9wXCI6MC4wLFwiTGVmdFwiOjAuMCxcIlJpZ2h0XCI6MC4wLFwiQm90dG9tXCI6MC4wfSxcIlBhZGRpbmdcIjp7XCIkaWRcIjpcIjU0N1wiLFwiVG9wXCI6MC4wLFwiTGVmdFwiOjAuMCxcIlJpZ2h0XCI6MC4wLFwiQm90dG9tXCI6MC4wfSxcIkJhY2tncm91bmRcIjp7XCIkaWRcIjpcIjU0OFwiLFwiQ29sb3JcIjp7XCIkaWRcIjpcIjU0OVwiLFwiQVwiOjI1NSxcIlJcIjoxMTIsXCJHXCI6MTczLFwiQlwiOjcxfX0sXCJJc1Zpc2libGVcIjp0cnVlLFwiV2lkdGhcIjoxOC4wLFwiSGVpZ2h0XCI6MjAuMCxcIkJvcmRlclN0eWxlXCI6e1wiJGlkXCI6XCI1NTBcIixcIkxpbmVDb2xvclwiOm51bGwsXCJMaW5lV2VpZ2h0XCI6MC4wLFwiTGluZVR5cGVcIjowfX0sXCJEYXRlRm9ybWF0XCI6e1wiJGlkXCI6XCI1NTF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1MlwiLFwiVGl0bGVTdHlsZVwiOntcIiRpZFwiOlwiNTUzXCIsXCJGb250U2V0dGluZ3NcIjp7XCIkaWRcIjpcIjU1NFwiLFwiRm9udFNpemVcIjoxMSxcIkZvbnROYW1lXCI6XCJDYWxpYnJpXCIsXCJJc0JvbGRcIjp0cnVlLFwiSXNJdGFsaWNcIjpmYWxzZSxcIklzVW5kZXJsaW5lZFwiOmZhbHNlfSxcIkF1dG9TaXplXCI6MCxcIkZvcmVncm91bmRcIjp7XCIkaWRcIjpcIjU1NVwiLFwiQ29sb3JcIjp7XCIkaWRcIjpcIjU1N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NTdcIixcIlRvcFwiOjAuMCxcIkxlZnRcIjowLjAsXCJSaWdodFwiOjAuMCxcIkJvdHRvbVwiOjAuMH0sXCJQYWRkaW5nXCI6e1wiJGlkXCI6XCI1NThcIixcIlRvcFwiOjAuMCxcIkxlZnRcIjowLjAsXCJSaWdodFwiOjAuMCxcIkJvdHRvbVwiOjAuMH0sXCJCYWNrZ3JvdW5kXCI6e1wiJHJlZlwiOlwiMTA1XCJ9LFwiSXNWaXNpYmxlXCI6dHJ1ZSxcIldpZHRoXCI6MC4wLFwiSGVpZ2h0XCI6MC4wLFwiQm9yZGVyU3R5bGVcIjpudWxsfSxcIkRhdGVTdHlsZVwiOntcIiRpZFwiOlwiNTU5XCIsXCJGb250U2V0dGluZ3NcIjp7XCIkaWRcIjpcIjU2MFwiLFwiRm9udFNpemVcIjoxMCxcIkZvbnROYW1lXCI6XCJDYWxpYnJpXCIsXCJJc0JvbGRcIjpmYWxzZSxcIklzSXRhbGljXCI6ZmFsc2UsXCJJc1VuZGVybGluZWRcIjpmYWxzZX0sXCJBdXRvU2l6ZVwiOjAsXCJGb3JlZ3JvdW5kXCI6e1wiJGlkXCI6XCI1NjF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YyXCIsXCJUb3BcIjowLjAsXCJMZWZ0XCI6MC4wLFwiUmlnaHRcIjowLjAsXCJCb3R0b21cIjowLjB9LFwiUGFkZGluZ1wiOntcIiRpZFwiOlwiNTYz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Y0XCIsXCJNYXJnaW5cIjp7XCIkaWRcIjpcIjU2NVwiLFwiVG9wXCI6MC4wLFwiTGVmdFwiOjAuMCxcIlJpZ2h0XCI6MC4wLFwiQm90dG9tXCI6MC4wfSxcIlBhZGRpbmdcIjp7XCIkaWRcIjpcIjU2NlwiLFwiVG9wXCI6MC4wLFwiTGVmdFwiOjAuMCxcIlJpZ2h0XCI6MC4wLFwiQm90dG9tXCI6MC4wfSxcIkJhY2tncm91bmRcIjp7XCIkaWRcIjpcIjU2N1wiLFwiQ29sb3JcIjp7XCIkaWRcIjpcIjU2OFwiLFwiQVwiOjI1NSxcIlJcIjoxMTIsXCJHXCI6MTczLFwiQlwiOjcxfX0sXCJJc1Zpc2libGVcIjp0cnVlLFwiV2lkdGhcIjoxOC4wLFwiSGVpZ2h0XCI6MjAuMCxcIkJvcmRlclN0eWxlXCI6e1wiJGlkXCI6XCI1NjlcIixcIkxpbmVDb2xvclwiOm51bGwsXCJMaW5lV2VpZ2h0XCI6MC4wLFwiTGluZVR5cGVcIjowfX0sXCJEYXRlRm9ybWF0XCI6e1wiJGlkXCI6XCI1NzB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3MVwiLFwiVGl0bGVTdHlsZVwiOntcIiRpZFwiOlwiNTcyXCIsXCJGb250U2V0dGluZ3NcIjp7XCIkaWRcIjpcIjU3M1wiLFwiRm9udFNpemVcIjoxMSxcIkZvbnROYW1lXCI6XCJDYWxpYnJpXCIsXCJJc0JvbGRcIjp0cnVlLFwiSXNJdGFsaWNcIjpmYWxzZSxcIklzVW5kZXJsaW5lZFwiOmZhbHNlfSxcIkF1dG9TaXplXCI6MCxcIkZvcmVncm91bmRcIjp7XCIkaWRcIjpcIjU3NFwiLFwiQ29sb3JcIjp7XCIkaWRcIjpcIjU3N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NzZcIixcIlRvcFwiOjAuMCxcIkxlZnRcIjowLjAsXCJSaWdodFwiOjAuMCxcIkJvdHRvbVwiOjAuMH0sXCJQYWRkaW5nXCI6e1wiJGlkXCI6XCI1NzdcIixcIlRvcFwiOjAuMCxcIkxlZnRcIjowLjAsXCJSaWdodFwiOjAuMCxcIkJvdHRvbVwiOjAuMH0sXCJCYWNrZ3JvdW5kXCI6e1wiJHJlZlwiOlwiNDYwXCJ9LFwiSXNWaXNpYmxlXCI6dHJ1ZSxcIldpZHRoXCI6MC4wLFwiSGVpZ2h0XCI6MC4wLFwiQm9yZGVyU3R5bGVcIjpudWxsfSxcIkRhdGVTdHlsZVwiOntcIiRpZFwiOlwiNTc4XCIsXCJGb250U2V0dGluZ3NcIjp7XCIkaWRcIjpcIjU3OVwiLFwiRm9udFNpemVcIjoxMCxcIkZvbnROYW1lXCI6XCJDYWxpYnJpXCIsXCJJc0JvbGRcIjpmYWxzZSxcIklzSXRhbGljXCI6ZmFsc2UsXCJJc1VuZGVybGluZWRcIjpmYWxzZX0sXCJBdXRvU2l6ZVwiOjAsXCJGb3JlZ3JvdW5kXCI6e1wiJGlkXCI6XCI1O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gxXCIsXCJUb3BcIjowLjAsXCJMZWZ0XCI6MC4wLFwiUmlnaHRcIjowLjAsXCJCb3R0b21cIjowLjB9LFwiUGFkZGluZ1wiOntcIiRpZFwiOlwiNTgyXCIsXCJUb3BcIjowLjAsXCJMZWZ0XCI6MC4wLFwiUmlnaHRcIjowLjAsXCJCb3R0b21cIjowLjB9LFwiQmFja2dyb3VuZFwiOntcIiRyZWZcIjpcIjQ2N1wifSxcIklzVmlzaWJsZVwiOmZhbHNlLFwiV2lkdGhcIjowLjAsXCJIZWlnaHRcIjowLjAsXCJCb3JkZXJTdHlsZVwiOm51bGx9LFwiVGl0bGVQb3NpdGlvblwiOjIsXCJEYXRlUG9zaXRpb25cIjpcIkxlZnRcIixcIlNoYXBlVHlwZVwiOjEsXCJTaGFwZVNpemVcIjoxLFwiU2hhcGVTdHlsZVwiOntcIiRpZFwiOlwiNTgzXCIsXCJNYXJnaW5cIjp7XCIkaWRcIjpcIjU4NFwiLFwiVG9wXCI6MC4wLFwiTGVmdFwiOjAuMCxcIlJpZ2h0XCI6MC4wLFwiQm90dG9tXCI6MC4wfSxcIlBhZGRpbmdcIjp7XCIkaWRcIjpcIjU4NVwiLFwiVG9wXCI6MC4wLFwiTGVmdFwiOjAuMCxcIlJpZ2h0XCI6MC4wLFwiQm90dG9tXCI6MC4wfSxcIkJhY2tncm91bmRcIjp7XCIkaWRcIjpcIjU4NlwiLFwiQ29sb3JcIjp7XCIkaWRcIjpcIjU4N1wiLFwiQVwiOjI1NSxcIlJcIjoxMTIsXCJHXCI6MTczLFwiQlwiOjcxfX0sXCJJc1Zpc2libGVcIjp0cnVlLFwiV2lkdGhcIjoxOC4wLFwiSGVpZ2h0XCI6MjAuMCxcIkJvcmRlclN0eWxlXCI6e1wiJGlkXCI6XCI1ODhcIixcIkxpbmVDb2xvclwiOm51bGwsXCJMaW5lV2VpZ2h0XCI6MC4wLFwiTGluZVR5cGVcIjowfX0sXCJEYXRlRm9ybWF0XCI6e1wiJGlkXCI6XCI1O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5MFwiLFwiVGl0bGVTdHlsZVwiOntcIiRpZFwiOlwiNTkxXCIsXCJGb250U2V0dGluZ3NcIjp7XCIkaWRcIjpcIjU5MlwiLFwiRm9udFNpemVcIjoxMSxcIkZvbnROYW1lXCI6XCJDYWxpYnJpXCIsXCJJc0JvbGRcIjp0cnVlLFwiSXNJdGFsaWNcIjpmYWxzZSxcIklzVW5kZXJsaW5lZFwiOmZhbHNlfSxcIkF1dG9TaXplXCI6MCxcIkZvcmVncm91bmRcIjp7XCIkaWRcIjpcIjU5M1wiLFwiQ29sb3JcIjp7XCIkaWRcIjpcIjU5N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OTVcIixcIlRvcFwiOjAuMCxcIkxlZnRcIjowLjAsXCJSaWdodFwiOjAuMCxcIkJvdHRvbVwiOjAuMH0sXCJQYWRkaW5nXCI6e1wiJGlkXCI6XCI1OTZcIixcIlRvcFwiOjAuMCxcIkxlZnRcIjowLjAsXCJSaWdodFwiOjAuMCxcIkJvdHRvbVwiOjAuMH0sXCJCYWNrZ3JvdW5kXCI6e1wiJHJlZlwiOlwiMTA1XCJ9LFwiSXNWaXNpYmxlXCI6dHJ1ZSxcIldpZHRoXCI6MC4wLFwiSGVpZ2h0XCI6MC4wLFwiQm9yZGVyU3R5bGVcIjpudWxsfSxcIkRhdGVTdHlsZVwiOntcIiRpZFwiOlwiNTk3XCIsXCJGb250U2V0dGluZ3NcIjp7XCIkaWRcIjpcIjU5OFwiLFwiRm9udFNpemVcIjoxMCxcIkZvbnROYW1lXCI6XCJDYWxpYnJpXCIsXCJJc0JvbGRcIjpmYWxzZSxcIklzSXRhbGljXCI6ZmFsc2UsXCJJc1VuZGVybGluZWRcIjpmYWxzZX0sXCJBdXRvU2l6ZVwiOjAsXCJGb3JlZ3JvdW5kXCI6e1wiJGlkXCI6XCI1OTlcIixcIkNvbG9yXCI6e1wiJGlkXCI6XCI2MDBcIixcIkFcIjoyNTUsXCJSXCI6MTgsXCJHXCI6MTksXCJCXCI6MjJ9fSxcIkJhY2tncm91bmRGaWxsVHlwZVwiOjAsXCJNYXhXaWR0aFwiOjIwMC4wLFwiTWF4SGVpZ2h0XCI6XCJJbmZpbml0eVwiLFwiU21hcnRGb3JlZ3JvdW5kSXNBY3RpdmVcIjpmYWxzZSxcIkhvcml6b250YWxBbGlnbm1lbnRcIjoyLFwiVmVydGljYWxBbGlnbm1lbnRcIjowLFwiU21hcnRGb3JlZ3JvdW5kXCI6bnVsbCxcIk1hcmdpblwiOntcIiRpZFwiOlwiNjAxXCIsXCJUb3BcIjowLjAsXCJMZWZ0XCI6MC4wLFwiUmlnaHRcIjowLjAsXCJCb3R0b21cIjowLjB9LFwiUGFkZGluZ1wiOntcIiRpZFwiOlwiNjA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jAzXCIsXCJNYXJnaW5cIjp7XCIkaWRcIjpcIjYwNFwiLFwiVG9wXCI6MC4wLFwiTGVmdFwiOjAuMCxcIlJpZ2h0XCI6MC4wLFwiQm90dG9tXCI6MC4wfSxcIlBhZGRpbmdcIjp7XCIkaWRcIjpcIjYwNVwiLFwiVG9wXCI6MC4wLFwiTGVmdFwiOjAuMCxcIlJpZ2h0XCI6MC4wLFwiQm90dG9tXCI6MC4wfSxcIkJhY2tncm91bmRcIjp7XCIkaWRcIjpcIjYwNlwiLFwiQ29sb3JcIjp7XCIkaWRcIjpcIjYwN1wiLFwiQVwiOjI1NSxcIlJcIjoxMTIsXCJHXCI6MTczLFwiQlwiOjcxfX0sXCJJc1Zpc2libGVcIjp0cnVlLFwiV2lkdGhcIjoxOC4wLFwiSGVpZ2h0XCI6MjAuMCxcIkJvcmRlclN0eWxlXCI6e1wiJGlkXCI6XCI2MDhcIixcIkxpbmVDb2xvclwiOm51bGwsXCJMaW5lV2VpZ2h0XCI6MC4wLFwiTGluZVR5cGVcIjowfX0sXCJEYXRlRm9ybWF0XCI6e1wiJGlkXCI6XCI2M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YxMFwiLFwiVGl0bGVTdHlsZVwiOntcIiRpZFwiOlwiNjExXCIsXCJGb250U2V0dGluZ3NcIjp7XCIkaWRcIjpcIjYxMlwiLFwiRm9udFNpemVcIjoxMSxcIkZvbnROYW1lXCI6XCJDYWxpYnJpXCIsXCJJc0JvbGRcIjp0cnVlLFwiSXNJdGFsaWNcIjpmYWxzZSxcIklzVW5kZXJsaW5lZFwiOmZhbHNlfSxcIkF1dG9TaXplXCI6MixcIkZvcmVncm91bmRcIjp7XCIkaWRcIjpcIjYxM1wiLFwiQ29sb3JcIjp7XCIkaWRcIjpcIjYxNFwiLFwiQVwiOjI1NSxcIlJcIjowLFwiR1wiOjAsXCJCXCI6MH19LFwiQmFja2dyb3VuZEZpbGxUeXBlXCI6MCxcIk1heFdpZHRoXCI6NjMuMjUzMzMzMzMzMzMzMzM3LFwiTWF4SGVpZ2h0XCI6XCJJbmZpbml0eVwiLFwiU21hcnRGb3JlZ3JvdW5kSXNBY3RpdmVcIjpmYWxzZSxcIkhvcml6b250YWxBbGlnbm1lbnRcIjowLFwiVmVydGljYWxBbGlnbm1lbnRcIjowLFwiU21hcnRGb3JlZ3JvdW5kXCI6bnVsbCxcIk1hcmdpblwiOntcIiRpZFwiOlwiNjE1XCIsXCJUb3BcIjowLjAsXCJMZWZ0XCI6MC4wLFwiUmlnaHRcIjowLjAsXCJCb3R0b21cIjowLjB9LFwiUGFkZGluZ1wiOntcIiRpZFwiOlwiNjE2XCIsXCJUb3BcIjowLjAsXCJMZWZ0XCI6MC4wLFwiUmlnaHRcIjowLjAsXCJCb3R0b21cIjowLjB9LFwiQmFja2dyb3VuZFwiOntcIiRyZWZcIjpcIjEwNVwifSxcIklzVmlzaWJsZVwiOnRydWUsXCJXaWR0aFwiOjAuMCxcIkhlaWdodFwiOjAuMCxcIkJvcmRlclN0eWxlXCI6bnVsbH0sXCJEYXRlU3R5bGVcIjp7XCIkaWRcIjpcIjYxN1wiLFwiRm9udFNldHRpbmdzXCI6e1wiJGlkXCI6XCI2MThcIixcIkZvbnRTaXplXCI6MTAsXCJGb250TmFtZVwiOlwiQ2FsaWJyaVwiLFwiSXNCb2xkXCI6ZmFsc2UsXCJJc0l0YWxpY1wiOmZhbHNlLFwiSXNVbmRlcmxpbmVkXCI6ZmFsc2V9LFwiQXV0b1NpemVcIjowLFwiRm9yZWdyb3VuZFwiOntcIiRpZFwiOlwiNjE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yMFwiLFwiVG9wXCI6MC4wLFwiTGVmdFwiOjAuMCxcIlJpZ2h0XCI6MC4wLFwiQm90dG9tXCI6MC4wfSxcIlBhZGRpbmdcIjp7XCIkaWRcIjpcIjYy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LFwiU2hhcGVTaXplXCI6MSxcIlNoYXBlU3R5bGVcIjp7XCIkaWRcIjpcIjYyMlwiLFwiTWFyZ2luXCI6e1wiJGlkXCI6XCI2MjNcIixcIlRvcFwiOjAuMCxcIkxlZnRcIjowLjAsXCJSaWdodFwiOjAuMCxcIkJvdHRvbVwiOjAuMH0sXCJQYWRkaW5nXCI6e1wiJGlkXCI6XCI2MjRcIixcIlRvcFwiOjAuMCxcIkxlZnRcIjowLjAsXCJSaWdodFwiOjAuMCxcIkJvdHRvbVwiOjAuMH0sXCJCYWNrZ3JvdW5kXCI6e1wiJGlkXCI6XCI2MjVcIixcIkNvbG9yXCI6e1wiJGlkXCI6XCI2MjZcIixcIkFcIjoyNTUsXCJSXCI6MTEyLFwiR1wiOjE3MyxcIkJcIjo3MX19LFwiSXNWaXNpYmxlXCI6dHJ1ZSxcIldpZHRoXCI6MTguMCxcIkhlaWdodFwiOjIwLjAsXCJCb3JkZXJTdHlsZVwiOntcIiRpZFwiOlwiNjI3XCIsXCJMaW5lQ29sb3JcIjpudWxsLFwiTGluZVdlaWdodFwiOjAuMCxcIkxpbmVUeXBlXCI6MH19LFwiRGF0ZUZvcm1hdFwiOntcIiRpZFwiOlwiNjI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XCIsXCJTcGFjaW5nXCI6NX1dLFwiQ3VzdG9tU3dpbWxhbmVUYXNrU3R5bGVMaXN0XCI6W119LHtcIiRpZFwiOlwiNjI5XCIsXCJTdHlsZVwiOntcIiRpZFwiOlwiNjMwXCIsXCJIZWFkZXJTdHlsZVwiOntcIiRpZFwiOlwiNjMxXCIsXCJUZXh0U3R5bGVcIjp7XCIkaWRcIjpcIjYzMlwiLFwiRm9udFNldHRpbmdzXCI6e1wiJGlkXCI6XCI2MzNcIixcIkZvbnRTaXplXCI6MTIsXCJGb250TmFtZVwiOlwiQ2FsaWJyaVwiLFwiSXNCb2xkXCI6dHJ1ZSxcIklzSXRhbGljXCI6ZmFsc2UsXCJJc1VuZGVybGluZWRcIjpmYWxzZX0sXCJBdXRvU2l6ZVwiOjAsXCJGb3JlZ3JvdW5kXCI6e1wiJGlkXCI6XCI2MzRcIixcIkNvbG9yXCI6e1wiJGlkXCI6XCI2MzV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YzNlwiLFwiVG9wXCI6MC4wLFwiTGVmdFwiOjAuMCxcIlJpZ2h0XCI6MC4wLFwiQm90dG9tXCI6MC4wfSxcIlBhZGRpbmdcIjp7XCIkaWRcIjpcIjYzN1wiLFwiVG9wXCI6MC4wLFwiTGVmdFwiOjAuMCxcIlJpZ2h0XCI6MC4wLFwiQm90dG9tXCI6MC4wfSxcIkJhY2tncm91bmRcIjpudWxsLFwiSXNWaXNpYmxlXCI6ZmFsc2UsXCJXaWR0aFwiOjAuMCxcIkhlaWdodFwiOjAuMCxcIkJvcmRlclN0eWxlXCI6bnVsbH0sXCJSZWN0YW5nb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5MSxcIkdcIjoxNTUsXCJCXCI6MjEzfX0sXCJJc1Zpc2libGVcIjpmYWxzZSxcIldpZHRoXCI6MC4wLFwiSGVpZ2h0XCI6MC4wLFwiQm9yZGVyU3R5bGVcIjp7XCIkaWRcIjpcIjY0M1wiLFwiTGluZUNvbG9yXCI6e1wiJGlkXCI6XCI2NDRcIixcIiR0eXBlXCI6XCJOTFJFLkNvbW1vbi5Eb20uU29saWRDb2xvckJydXNoLCBOTFJFLkNvbW1vblwiLFwiQ29sb3JcIjp7XCIkaWRcIjpcIjY0NVwiLFwiQVwiOjI1NSxcIlJcIjo2LFwiR1wiOjQsXCJCXCI6NX19LFwiTGluZVdlaWdodFwiOjAuMCxcIkxpbmVUeXBlXCI6MH19LFwiVGV4dElzVmVydGljYWxcIjpmYWxzZX0sXCJCYWNrZ3JvdW5kU3R5bGVcIjp7XCIkaWRcIjpcIjY0NlwiLFwiTWFyZ2luXCI6e1wiJGlkXCI6XCI2NDdcIixcIlRvcFwiOjAuMCxcIkxlZnRcIjowLjAsXCJSaWdodFwiOjAuMCxcIkJvdHRvbVwiOjAuMH0sXCJQYWRkaW5nXCI6e1wiJGlkXCI6XCI2NDhcIixcIlRvcFwiOjAuMCxcIkxlZnRcIjowLjAsXCJSaWdodFwiOjAuMCxcIkJvdHRvbVwiOjAuMH0sXCJCYWNrZ3JvdW5kXCI6e1wiJGlkXCI6XCI2NDlcIixcIkNvbG9yXCI6e1wiJGlkXCI6XCI2NTBcIixcIkFcIjozOCxcIlJcIjo5MSxcIkdcIjoxNTUsXCJCXCI6MjEzfX0sXCJJc1Zpc2libGVcIjp0cnVlLFwiV2lkdGhcIjowLjAsXCJIZWlnaHRcIjowLjAsXCJCb3JkZXJTdHlsZVwiOntcIiRpZFwiOlwiNjUxXCIsXCJMaW5lQ29sb3JcIjp7XCIkaWRcIjpcIjY1MlwiLFwiJHR5cGVcIjpcIk5MUkUuQ29tbW9uLkRvbS5Tb2xpZENvbG9yQnJ1c2gsIE5MUkUuQ29tbW9uXCIsXCJDb2xvclwiOntcIiRpZFwiOlwiNjUzXCIsXCJBXCI6MjU1LFwiUlwiOjIwOCxcIkdcIjoyMDYsXCJCXCI6MjA2fX0sXCJMaW5lV2VpZ2h0XCI6MC4wLFwiTGluZVR5cGVcIjowfX0sXCJJc0Fib3ZlVGltZWJhbmRcIjpmYWxzZX0sXCJDdXN0b21Td2ltbGFuZU1pbGVzdG9uZVN0eWxlTGlzdFwiOlt7XCIkaWRcIjpcIjY1NFwiLFwiVGl0bGVTdHlsZVwiOntcIiRpZFwiOlwiNjU1XCIsXCJGb250U2V0dGluZ3NcIjp7XCIkaWRcIjpcIjY1NlwiLFwiRm9udFNpemVcIjoxMSxcIkZvbnROYW1lXCI6XCJDYWxpYnJpXCIsXCJJc0JvbGRcIjp0cnVlLFwiSXNJdGFsaWNcIjpmYWxzZSxcIklzVW5kZXJsaW5lZFwiOmZhbHNlfSxcIkF1dG9TaXplXCI6MixcIkZvcmVncm91bmRcIjp7XCIkaWRcIjpcIjY1N1wiLFwiQ29sb3JcIjp7XCIkaWRcIjpcIjY1OFwiLFwiQVwiOjI1NSxcIlJcIjowLFwiR1wiOjAsXCJCXCI6MH19LFwiQmFja2dyb3VuZEZpbGxUeXBlXCI6MCxcIk1heFdpZHRoXCI6ODYuNjkwMDAwMDAwMDAwMDEyLFwiTWF4SGVpZ2h0XCI6XCJJbmZpbml0eVwiLFwiU21hcnRGb3JlZ3JvdW5kSXNBY3RpdmVcIjpmYWxzZSxcIkhvcml6b250YWxBbGlnbm1lbnRcIjowLFwiVmVydGljYWxBbGlnbm1lbnRcIjowLFwiU21hcnRGb3JlZ3JvdW5kXCI6bnVsbCxcIk1hcmdpblwiOntcIiRpZFwiOlwiNjU5XCIsXCJUb3BcIjowLjAsXCJMZWZ0XCI6MC4wLFwiUmlnaHRcIjowLjAsXCJCb3R0b21cIjowLjB9LFwiUGFkZGluZ1wiOntcIiRpZFwiOlwiNjYwXCIsXCJUb3BcIjowLjAsXCJMZWZ0XCI6MC4wLFwiUmlnaHRcIjowLjAsXCJCb3R0b21cIjowLjB9LFwiQmFja2dyb3VuZFwiOntcIiRyZWZcIjpcIjEwNVwifSxcIklzVmlzaWJsZVwiOnRydWUsXCJXaWR0aFwiOjAuMCxcIkhlaWdodFwiOjAuMCxcIkJvcmRlclN0eWxlXCI6bnVsbH0sXCJEYXRlU3R5bGVcIjp7XCIkaWRcIjpcIjY2MVwiLFwiRm9udFNldHRpbmdzXCI6e1wiJGlkXCI6XCI2NjJcIixcIkZvbnRTaXplXCI6MTAsXCJGb250TmFtZVwiOlwiQ2FsaWJyaVwiLFwiSXNCb2xkXCI6ZmFsc2UsXCJJc0l0YWxpY1wiOmZhbHNlLFwiSXNVbmRlcmxpbmVkXCI6ZmFsc2V9LFwiQXV0b1NpemVcIjowLFwiRm9yZWdyb3VuZFwiOntcIiRpZFwiOlwiNjYz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2NFwiLFwiVG9wXCI6MC4wLFwiTGVmdFwiOjAuMCxcIlJpZ2h0XCI6MC4wLFwiQm90dG9tXCI6MC4wfSxcIlBhZGRpbmdcIjp7XCIkaWRcIjpcIjY2N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Y2NlwiLFwiTWFyZ2luXCI6e1wiJGlkXCI6XCI2NjdcIixcIlRvcFwiOjAuMCxcIkxlZnRcIjowLjAsXCJSaWdodFwiOjAuMCxcIkJvdHRvbVwiOjAuMH0sXCJQYWRkaW5nXCI6e1wiJGlkXCI6XCI2NjhcIixcIlRvcFwiOjAuMCxcIkxlZnRcIjowLjAsXCJSaWdodFwiOjAuMCxcIkJvdHRvbVwiOjAuMH0sXCJCYWNrZ3JvdW5kXCI6e1wiJGlkXCI6XCI2NjlcIixcIkNvbG9yXCI6e1wiJGlkXCI6XCI2NzBcIixcIkFcIjoyNTUsXCJSXCI6OTEsXCJHXCI6MTU1LFwiQlwiOjIxM319LFwiSXNWaXNpYmxlXCI6dHJ1ZSxcIldpZHRoXCI6MTIuMCxcIkhlaWdodFwiOjE0LjAsXCJCb3JkZXJTdHlsZVwiOntcIiRpZFwiOlwiNjcxXCIsXCJMaW5lQ29sb3JcIjpudWxsLFwiTGluZVdlaWdodFwiOjAuMCxcIkxpbmVUeXBlXCI6MH19LFwiRGF0ZUZvcm1hdFwiOntcIiRpZFwiOlwiNjc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2NzNcIixcIlRpdGxlU3R5bGVcIjp7XCIkaWRcIjpcIjY3NFwiLFwiRm9udFNldHRpbmdzXCI6e1wiJGlkXCI6XCI2NzVcIixcIkZvbnRTaXplXCI6MTEsXCJGb250TmFtZVwiOlwiQ2FsaWJyaVwiLFwiSXNCb2xkXCI6dHJ1ZSxcIklzSXRhbGljXCI6ZmFsc2UsXCJJc1VuZGVybGluZWRcIjpmYWxzZX0sXCJBdXRvU2l6ZVwiOjIsXCJGb3JlZ3JvdW5kXCI6e1wiJGlkXCI6XCI2NzZcIixcIkNvbG9yXCI6e1wiJGlkXCI6XCI2NzdcIixcIkFcIjoyNTUsXCJSXCI6MCxcIkdcIjowLFwiQlwiOjB9fSxcIkJhY2tncm91bmRGaWxsVHlwZVwiOjAsXCJNYXhXaWR0aFwiOjM5LjQzLFwiTWF4SGVpZ2h0XCI6XCJJbmZpbml0eVwiLFwiU21hcnRGb3JlZ3JvdW5kSXNBY3RpdmVcIjpmYWxzZSxcIkhvcml6b250YWxBbGlnbm1lbnRcIjowLFwiVmVydGljYWxBbGlnbm1lbnRcIjowLFwiU21hcnRGb3JlZ3JvdW5kXCI6bnVsbCxcIk1hcmdpblwiOntcIiRpZFwiOlwiNjc4XCIsXCJUb3BcIjowLjAsXCJMZWZ0XCI6MC4wLFwiUmlnaHRcIjowLjAsXCJCb3R0b21cIjowLjB9LFwiUGFkZGluZ1wiOntcIiRpZFwiOlwiNjc5XCIsXCJUb3BcIjowLjAsXCJMZWZ0XCI6MC4wLFwiUmlnaHRcIjowLjAsXCJCb3R0b21cIjowLjB9LFwiQmFja2dyb3VuZFwiOntcIiRyZWZcIjpcIjQ2MFwifSxcIklzVmlzaWJsZVwiOnRydWUsXCJXaWR0aFwiOjAuMCxcIkhlaWdodFwiOjAuMCxcIkJvcmRlclN0eWxlXCI6bnVsbH0sXCJEYXRlU3R5bGVcIjp7XCIkaWRcIjpcIjY4MFwiLFwiRm9udFNldHRpbmdzXCI6e1wiJGlkXCI6XCI2ODFcIixcIkZvbnRTaXplXCI6MTAsXCJGb250TmFtZVwiOlwiQ2FsaWJyaVwiLFwiSXNCb2xkXCI6ZmFsc2UsXCJJc0l0YWxpY1wiOmZhbHNlLFwiSXNVbmRlcmxpbmVkXCI6ZmFsc2V9LFwiQXV0b1NpemVcIjowLFwiRm9yZWdyb3VuZFwiOntcIiRpZFwiOlwiNjgy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4M1wiLFwiVG9wXCI6MC4wLFwiTGVmdFwiOjAuMCxcIlJpZ2h0XCI6MC4wLFwiQm90dG9tXCI6MC4wfSxcIlBhZGRpbmdcIjp7XCIkaWRcIjpcIjY4NFwiLFwiVG9wXCI6MC4wLFwiTGVmdFwiOjAuMCxcIlJpZ2h0XCI6MC4wLFwiQm90dG9tXCI6MC4wfSxcIkJhY2tncm91bmRcIjp7XCIkcmVmXCI6XCI0NjdcIn0sXCJJc1Zpc2libGVcIjpmYWxzZSxcIldpZHRoXCI6MC4wLFwiSGVpZ2h0XCI6MC4wLFwiQm9yZGVyU3R5bGVcIjpudWxsfSxcIlRpdGxlUG9zaXRpb25cIjoyLFwiRGF0ZVBvc2l0aW9uXCI6XCJMZWZ0XCIsXCJTaGFwZVR5cGVcIjo0LFwiU2hhcGVTaXplXCI6MCxcIlNoYXBlU3R5bGVcIjp7XCIkaWRcIjpcIjY4NVwiLFwiTWFyZ2luXCI6e1wiJGlkXCI6XCI2ODZcIixcIlRvcFwiOjAuMCxcIkxlZnRcIjowLjAsXCJSaWdodFwiOjAuMCxcIkJvdHRvbVwiOjAuMH0sXCJQYWRkaW5nXCI6e1wiJGlkXCI6XCI2ODdcIixcIlRvcFwiOjAuMCxcIkxlZnRcIjowLjAsXCJSaWdodFwiOjAuMCxcIkJvdHRvbVwiOjAuMH0sXCJCYWNrZ3JvdW5kXCI6e1wiJGlkXCI6XCI2ODhcIixcIkNvbG9yXCI6e1wiJGlkXCI6XCI2ODlcIixcIkFcIjoyNTUsXCJSXCI6OTEsXCJHXCI6MTU1LFwiQlwiOjIxM319LFwiSXNWaXNpYmxlXCI6dHJ1ZSxcIldpZHRoXCI6MTIuMCxcIkhlaWdodFwiOjE0LjAsXCJCb3JkZXJTdHlsZVwiOntcIiRpZFwiOlwiNjkwXCIsXCJMaW5lQ29sb3JcIjpudWxsLFwiTGluZVdlaWdodFwiOjAuMCxcIkxpbmVUeXBlXCI6MH19LFwiRGF0ZUZvcm1hdFwiOntcIiRpZFwiOlwiNjk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2OTJcIixcIlRpdGxlU3R5bGVcIjp7XCIkaWRcIjpcIjY5M1wiLFwiRm9udFNldHRpbmdzXCI6e1wiJGlkXCI6XCI2OTRcIixcIkZvbnRTaXplXCI6MTEsXCJGb250TmFtZVwiOlwiQ2FsaWJyaVwiLFwiSXNCb2xkXCI6dHJ1ZSxcIklzSXRhbGljXCI6ZmFsc2UsXCJJc1VuZGVybGluZWRcIjpmYWxzZX0sXCJBdXRvU2l6ZVwiOjIsXCJGb3JlZ3JvdW5kXCI6e1wiJGlkXCI6XCI2OTVcIixcIkNvbG9yXCI6e1wiJGlkXCI6XCI2OTZcIixcIkFcIjoyNTUsXCJSXCI6MCxcIkdcIjowLFwiQlwiOjB9fSxcIkJhY2tncm91bmRGaWxsVHlwZVwiOjAsXCJNYXhXaWR0aFwiOjYyLjc3LFwiTWF4SGVpZ2h0XCI6XCJJbmZpbml0eVwiLFwiU21hcnRGb3JlZ3JvdW5kSXNBY3RpdmVcIjpmYWxzZSxcIkhvcml6b250YWxBbGlnbm1lbnRcIjowLFwiVmVydGljYWxBbGlnbm1lbnRcIjowLFwiU21hcnRGb3JlZ3JvdW5kXCI6bnVsbCxcIk1hcmdpblwiOntcIiRpZFwiOlwiNjk3XCIsXCJUb3BcIjowLjAsXCJMZWZ0XCI6MC4wLFwiUmlnaHRcIjowLjAsXCJCb3R0b21cIjowLjB9LFwiUGFkZGluZ1wiOntcIiRpZFwiOlwiNjk4XCIsXCJUb3BcIjowLjAsXCJMZWZ0XCI6MC4wLFwiUmlnaHRcIjowLjAsXCJCb3R0b21cIjowLjB9LFwiQmFja2dyb3VuZFwiOntcIiRyZWZcIjpcIjQ2MFwifSxcIklzVmlzaWJsZVwiOnRydWUsXCJXaWR0aFwiOjAuMCxcIkhlaWdodFwiOjAuMCxcIkJvcmRlclN0eWxlXCI6bnVsbH0sXCJEYXRlU3R5bGVcIjp7XCIkaWRcIjpcIjY5OVwiLFwiRm9udFNldHRpbmdzXCI6e1wiJGlkXCI6XCI3MDBcIixcIkZvbnRTaXplXCI6MTAsXCJGb250TmFtZVwiOlwiQ2FsaWJyaVwiLFwiSXNCb2xkXCI6ZmFsc2UsXCJJc0l0YWxpY1wiOmZhbHNlLFwiSXNVbmRlcmxpbmVkXCI6ZmFsc2V9LFwiQXV0b1NpemVcIjowLFwiRm9yZWdyb3VuZFwiOntcIiRpZFwiOlwiNzAx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wMlwiLFwiVG9wXCI6MC4wLFwiTGVmdFwiOjAuMCxcIlJpZ2h0XCI6MC4wLFwiQm90dG9tXCI6MC4wfSxcIlBhZGRpbmdcIjp7XCIkaWRcIjpcIjcwM1wiLFwiVG9wXCI6MC4wLFwiTGVmdFwiOjAuMCxcIlJpZ2h0XCI6MC4wLFwiQm90dG9tXCI6MC4wfSxcIkJhY2tncm91bmRcIjp7XCIkcmVmXCI6XCI0NjdcIn0sXCJJc1Zpc2libGVcIjpmYWxzZSxcIldpZHRoXCI6MC4wLFwiSGVpZ2h0XCI6MC4wLFwiQm9yZGVyU3R5bGVcIjpudWxsfSxcIlRpdGxlUG9zaXRpb25cIjoyLFwiRGF0ZVBvc2l0aW9uXCI6XCJMZWZ0XCIsXCJTaGFwZVR5cGVcIjo0LFwiU2hhcGVTaXplXCI6MCxcIlNoYXBlU3R5bGVcIjp7XCIkaWRcIjpcIjcwNFwiLFwiTWFyZ2luXCI6e1wiJGlkXCI6XCI3MDVcIixcIlRvcFwiOjAuMCxcIkxlZnRcIjowLjAsXCJSaWdodFwiOjAuMCxcIkJvdHRvbVwiOjAuMH0sXCJQYWRkaW5nXCI6e1wiJGlkXCI6XCI3MDZcIixcIlRvcFwiOjAuMCxcIkxlZnRcIjowLjAsXCJSaWdodFwiOjAuMCxcIkJvdHRvbVwiOjAuMH0sXCJCYWNrZ3JvdW5kXCI6e1wiJGlkXCI6XCI3MDdcIixcIkNvbG9yXCI6e1wiJGlkXCI6XCI3MDhcIixcIkFcIjoyNTUsXCJSXCI6OTEsXCJHXCI6MTU1LFwiQlwiOjIxM319LFwiSXNWaXNpYmxlXCI6dHJ1ZSxcIldpZHRoXCI6MTIuMCxcIkhlaWdodFwiOjE0LjAsXCJCb3JkZXJTdHlsZVwiOntcIiRpZFwiOlwiNzA5XCIsXCJMaW5lQ29sb3JcIjpudWxsLFwiTGluZVdlaWdodFwiOjAuMCxcIkxpbmVUeXBlXCI6MH19LFwiRGF0ZUZvcm1hdFwiOntcIiRpZFwiOlwiNzEw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3MTFcIixcIlRpdGxlU3R5bGVcIjp7XCIkaWRcIjpcIjcxMlwiLFwiRm9udFNldHRpbmdzXCI6e1wiJGlkXCI6XCI3MTNcIixcIkZvbnRTaXplXCI6MTEsXCJGb250TmFtZVwiOlwiQ2FsaWJyaVwiLFwiSXNCb2xkXCI6dHJ1ZSxcIklzSXRhbGljXCI6ZmFsc2UsXCJJc1VuZGVybGluZWRcIjpmYWxzZX0sXCJBdXRvU2l6ZVwiOjIsXCJGb3JlZ3JvdW5kXCI6e1wiJGlkXCI6XCI3MTRcIixcIkNvbG9yXCI6e1wiJGlkXCI6XCI3MTVcIixcIkFcIjoyNTUsXCJSXCI6MCxcIkdcIjowLFwiQlwiOjB9fSxcIkJhY2tncm91bmRGaWxsVHlwZVwiOjAsXCJNYXhXaWR0aFwiOjU3LjI0NjY2NjY2NjY2NjY3LFwiTWF4SGVpZ2h0XCI6XCJJbmZpbml0eVwiLFwiU21hcnRGb3JlZ3JvdW5kSXNBY3RpdmVcIjpmYWxzZSxcIkhvcml6b250YWxBbGlnbm1lbnRcIjowLFwiVmVydGljYWxBbGlnbm1lbnRcIjowLFwiU21hcnRGb3JlZ3JvdW5kXCI6bnVsbCxcIk1hcmdpblwiOntcIiRpZFwiOlwiNzE2XCIsXCJUb3BcIjowLjAsXCJMZWZ0XCI6MC4wLFwiUmlnaHRcIjowLjAsXCJCb3R0b21cIjowLjB9LFwiUGFkZGluZ1wiOntcIiRpZFwiOlwiNzE3XCIsXCJUb3BcIjowLjAsXCJMZWZ0XCI6MC4wLFwiUmlnaHRcIjowLjAsXCJCb3R0b21cIjowLjB9LFwiQmFja2dyb3VuZFwiOntcIiRyZWZcIjpcIjEwNVwifSxcIklzVmlzaWJsZVwiOnRydWUsXCJXaWR0aFwiOjAuMCxcIkhlaWdodFwiOjAuMCxcIkJvcmRlclN0eWxlXCI6bnVsbH0sXCJEYXRlU3R5bGVcIjp7XCIkaWRcIjpcIjcxOFwiLFwiRm9udFNldHRpbmdzXCI6e1wiJGlkXCI6XCI3MTlcIixcIkZvbnRTaXplXCI6MTAsXCJGb250TmFtZVwiOlwiQ2FsaWJyaVwiLFwiSXNCb2xkXCI6ZmFsc2UsXCJJc0l0YWxpY1wiOmZhbHNlLFwiSXNVbmRlcmxpbmVkXCI6ZmFsc2V9LFwiQXV0b1NpemVcIjowLFwiRm9yZWdyb3VuZFwiOntcIiRpZFwiOlwiNzIw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yMVwiLFwiVG9wXCI6MC4wLFwiTGVmdFwiOjAuMCxcIlJpZ2h0XCI6MC4wLFwiQm90dG9tXCI6MC4wfSxcIlBhZGRpbmdcIjp7XCIkaWRcIjpcIjcyMl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cyM1wiLFwiTWFyZ2luXCI6e1wiJGlkXCI6XCI3MjRcIixcIlRvcFwiOjAuMCxcIkxlZnRcIjowLjAsXCJSaWdodFwiOjAuMCxcIkJvdHRvbVwiOjAuMH0sXCJQYWRkaW5nXCI6e1wiJGlkXCI6XCI3MjVcIixcIlRvcFwiOjAuMCxcIkxlZnRcIjowLjAsXCJSaWdodFwiOjAuMCxcIkJvdHRvbVwiOjAuMH0sXCJCYWNrZ3JvdW5kXCI6e1wiJGlkXCI6XCI3MjZcIixcIkNvbG9yXCI6e1wiJGlkXCI6XCI3MjdcIixcIkFcIjoyNTUsXCJSXCI6OTEsXCJHXCI6MTU1LFwiQlwiOjIxM319LFwiSXNWaXNpYmxlXCI6dHJ1ZSxcIldpZHRoXCI6MTIuMCxcIkhlaWdodFwiOjE0LjAsXCJCb3JkZXJTdHlsZVwiOntcIiRpZFwiOlwiNzI4XCIsXCJMaW5lQ29sb3JcIjpudWxsLFwiTGluZVdlaWdodFwiOjAuMCxcIkxpbmVUeXBlXCI6MH19LFwiRGF0ZUZvcm1hdFwiOntcIiRpZFwiOlwiNzI5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3MzBcIixcIlRpdGxlU3R5bGVcIjp7XCIkaWRcIjpcIjczMVwiLFwiRm9udFNldHRpbmdzXCI6e1wiJGlkXCI6XCI3MzJcIixcIkZvbnRTaXplXCI6MTEsXCJGb250TmFtZVwiOlwiQ2FsaWJyaVwiLFwiSXNCb2xkXCI6dHJ1ZSxcIklzSXRhbGljXCI6ZmFsc2UsXCJJc1VuZGVybGluZWRcIjpmYWxzZX0sXCJBdXRvU2l6ZVwiOjIsXCJGb3JlZ3JvdW5kXCI6e1wiJGlkXCI6XCI3MzNcIixcIkNvbG9yXCI6e1wiJGlkXCI6XCI3MzRcIixcIkFcIjoyNTUsXCJSXCI6MCxcIkdcIjowLFwiQlwiOjB9fSxcIkJhY2tncm91bmRGaWxsVHlwZVwiOjAsXCJNYXhXaWR0aFwiOjUxLjczMzMzMzMzMzMzMzMzNCxcIk1heEhlaWdodFwiOlwiSW5maW5pdHlcIixcIlNtYXJ0Rm9yZWdyb3VuZElzQWN0aXZlXCI6ZmFsc2UsXCJIb3Jpem9udGFsQWxpZ25tZW50XCI6MCxcIlZlcnRpY2FsQWxpZ25tZW50XCI6MCxcIlNtYXJ0Rm9yZWdyb3VuZFwiOm51bGwsXCJNYXJnaW5cIjp7XCIkaWRcIjpcIjczNVwiLFwiVG9wXCI6MC4wLFwiTGVmdFwiOjAuMCxcIlJpZ2h0XCI6MC4wLFwiQm90dG9tXCI6MC4wfSxcIlBhZGRpbmdcIjp7XCIkaWRcIjpcIjczNlwiLFwiVG9wXCI6MC4wLFwiTGVmdFwiOjAuMCxcIlJpZ2h0XCI6MC4wLFwiQm90dG9tXCI6MC4wfSxcIkJhY2tncm91bmRcIjp7XCIkcmVmXCI6XCI0NjBcIn0sXCJJc1Zpc2libGVcIjp0cnVlLFwiV2lkdGhcIjowLjAsXCJIZWlnaHRcIjowLjAsXCJCb3JkZXJTdHlsZVwiOm51bGx9LFwiRGF0ZVN0eWxlXCI6e1wiJGlkXCI6XCI3MzdcIixcIkZvbnRTZXR0aW5nc1wiOntcIiRpZFwiOlwiNzM4XCIsXCJGb250U2l6ZVwiOjEwLFwiRm9udE5hbWVcIjpcIkNhbGlicmlcIixcIklzQm9sZFwiOmZhbHNlLFwiSXNJdGFsaWNcIjpmYWxzZSxcIklzVW5kZXJsaW5lZFwiOmZhbHNlfSxcIkF1dG9TaXplXCI6MCxcIkZvcmVncm91bmRcIjp7XCIkaWRcIjpcIjczOV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3NDBcIixcIlRvcFwiOjAuMCxcIkxlZnRcIjowLjAsXCJSaWdodFwiOjAuMCxcIkJvdHRvbVwiOjAuMH0sXCJQYWRkaW5nXCI6e1wiJGlkXCI6XCI3NDFcIixcIlRvcFwiOjAuMCxcIkxlZnRcIjowLjAsXCJSaWdodFwiOjAuMCxcIkJvdHRvbVwiOjAuMH0sXCJCYWNrZ3JvdW5kXCI6e1wiJHJlZlwiOlwiNDY3XCJ9LFwiSXNWaXNpYmxlXCI6ZmFsc2UsXCJXaWR0aFwiOjAuMCxcIkhlaWdodFwiOjAuMCxcIkJvcmRlclN0eWxlXCI6bnVsbH0sXCJUaXRsZVBvc2l0aW9uXCI6MixcIkRhdGVQb3NpdGlvblwiOlwiTGVmdFwiLFwiU2hhcGVUeXBlXCI6NCxcIlNoYXBlU2l6ZVwiOjAsXCJTaGFwZVN0eWxlXCI6e1wiJGlkXCI6XCI3NDJcIixcIk1hcmdpblwiOntcIiRpZFwiOlwiNzQzXCIsXCJUb3BcIjowLjAsXCJMZWZ0XCI6MC4wLFwiUmlnaHRcIjowLjAsXCJCb3R0b21cIjowLjB9LFwiUGFkZGluZ1wiOntcIiRpZFwiOlwiNzQ0XCIsXCJUb3BcIjowLjAsXCJMZWZ0XCI6MC4wLFwiUmlnaHRcIjowLjAsXCJCb3R0b21cIjowLjB9LFwiQmFja2dyb3VuZFwiOntcIiRpZFwiOlwiNzQ1XCIsXCJDb2xvclwiOntcIiRpZFwiOlwiNzQ2XCIsXCJBXCI6MjU1LFwiUlwiOjkxLFwiR1wiOjE1NSxcIkJcIjoyMTN9fSxcIklzVmlzaWJsZVwiOnRydWUsXCJXaWR0aFwiOjEyLjAsXCJIZWlnaHRcIjoxNC4wLFwiQm9yZGVyU3R5bGVcIjp7XCIkaWRcIjpcIjc0N1wiLFwiTGluZUNvbG9yXCI6bnVsbCxcIkxpbmVXZWlnaHRcIjowLjAsXCJMaW5lVHlwZVwiOjB9fSxcIkRhdGVGb3JtYXRcIjp7XCIkaWRcIjpcIjc0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llNDVmYjM2LWZhYWQtNGU1NC1hMGE2LTZmYzdkNDE4YjVkMlwiLFwiU3BhY2luZ1wiOjV9LHtcIiRpZFwiOlwiNzQ5XCIsXCJUaXRsZVN0eWxlXCI6e1wiJGlkXCI6XCI3NTBcIixcIkZvbnRTZXR0aW5nc1wiOntcIiRpZFwiOlwiNzUxXCIsXCJGb250U2l6ZVwiOjExLFwiRm9udE5hbWVcIjpcIkNhbGlicmlcIixcIklzQm9sZFwiOnRydWUsXCJJc0l0YWxpY1wiOmZhbHNlLFwiSXNVbmRlcmxpbmVkXCI6ZmFsc2V9LFwiQXV0b1NpemVcIjoyLFwiRm9yZWdyb3VuZFwiOntcIiRpZFwiOlwiNzUyXCIsXCJDb2xvclwiOntcIiRpZFwiOlwiNzUzXCIsXCJBXCI6MjU1LFwiUlwiOjAsXCJHXCI6MCxcIkJcIjowfX0sXCJCYWNrZ3JvdW5kRmlsbFR5cGVcIjowLFwiTWF4V2lkdGhcIjo5Mi41NDY2NjY2NjY2NjY2NjcsXCJNYXhIZWlnaHRcIjpcIkluZmluaXR5XCIsXCJTbWFydEZvcmVncm91bmRJc0FjdGl2ZVwiOmZhbHNlLFwiSG9yaXpvbnRhbEFsaWdubWVudFwiOjAsXCJWZXJ0aWNhbEFsaWdubWVudFwiOjAsXCJTbWFydEZvcmVncm91bmRcIjpudWxsLFwiTWFyZ2luXCI6e1wiJGlkXCI6XCI3NTRcIixcIlRvcFwiOjAuMCxcIkxlZnRcIjowLjAsXCJSaWdodFwiOjAuMCxcIkJvdHRvbVwiOjAuMH0sXCJQYWRkaW5nXCI6e1wiJGlkXCI6XCI3NTVcIixcIlRvcFwiOjAuMCxcIkxlZnRcIjowLjAsXCJSaWdodFwiOjAuMCxcIkJvdHRvbVwiOjAuMH0sXCJCYWNrZ3JvdW5kXCI6e1wiJHJlZlwiOlwiMTA1XCJ9LFwiSXNWaXNpYmxlXCI6dHJ1ZSxcIldpZHRoXCI6MC4wLFwiSGVpZ2h0XCI6MC4wLFwiQm9yZGVyU3R5bGVcIjpudWxsfSxcIkRhdGVTdHlsZVwiOntcIiRpZFwiOlwiNzU2XCIsXCJGb250U2V0dGluZ3NcIjp7XCIkaWRcIjpcIjc1N1wiLFwiRm9udFNpemVcIjoxMCxcIkZvbnROYW1lXCI6XCJDYWxpYnJpXCIsXCJJc0JvbGRcIjpmYWxzZSxcIklzSXRhbGljXCI6ZmFsc2UsXCJJc1VuZGVybGluZWRcIjpmYWxzZX0sXCJBdXRvU2l6ZVwiOjAsXCJGb3JlZ3JvdW5kXCI6e1wiJGlkXCI6XCI3NTh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zU5XCIsXCJUb3BcIjowLjAsXCJMZWZ0XCI6MC4wLFwiUmlnaHRcIjowLjAsXCJCb3R0b21cIjowLjB9LFwiUGFkZGluZ1wiOntcIiRpZFwiOlwiNzYw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QsXCJTaGFwZVNpemVcIjowLFwiU2hhcGVTdHlsZVwiOntcIiRpZFwiOlwiNzYxXCIsXCJNYXJnaW5cIjp7XCIkaWRcIjpcIjc2MlwiLFwiVG9wXCI6MC4wLFwiTGVmdFwiOjAuMCxcIlJpZ2h0XCI6MC4wLFwiQm90dG9tXCI6MC4wfSxcIlBhZGRpbmdcIjp7XCIkaWRcIjpcIjc2M1wiLFwiVG9wXCI6MC4wLFwiTGVmdFwiOjAuMCxcIlJpZ2h0XCI6MC4wLFwiQm90dG9tXCI6MC4wfSxcIkJhY2tncm91bmRcIjp7XCIkaWRcIjpcIjc2NFwiLFwiQ29sb3JcIjp7XCIkaWRcIjpcIjc2NVwiLFwiQVwiOjI1NSxcIlJcIjo5MSxcIkdcIjoxNTUsXCJCXCI6MjEzfX0sXCJJc1Zpc2libGVcIjp0cnVlLFwiV2lkdGhcIjoxMi4wLFwiSGVpZ2h0XCI6MTQuMCxcIkJvcmRlclN0eWxlXCI6e1wiJGlkXCI6XCI3NjZcIixcIkxpbmVDb2xvclwiOm51bGwsXCJMaW5lV2VpZ2h0XCI6MC4wLFwiTGluZVR5cGVcIjowfX0sXCJEYXRlRm9ybWF0XCI6e1wiJGlkXCI6XCI3Nj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ZTQ1ZmIzNi1mYWFkLTRlNTQtYTBhNi02ZmM3ZDQxOGI1ZDJcIixcIlNwYWNpbmdcIjo1fSx7XCIkaWRcIjpcIjc2OFwiLFwiVGl0bGVTdHlsZVwiOntcIiRpZFwiOlwiNzY5XCIsXCJGb250U2V0dGluZ3NcIjp7XCIkaWRcIjpcIjc3MFwiLFwiRm9udFNpemVcIjoxMSxcIkZvbnROYW1lXCI6XCJDYWxpYnJpXCIsXCJJc0JvbGRcIjp0cnVlLFwiSXNJdGFsaWNcIjpmYWxzZSxcIklzVW5kZXJsaW5lZFwiOmZhbHNlfSxcIkF1dG9TaXplXCI6MixcIkZvcmVncm91bmRcIjp7XCIkaWRcIjpcIjc3MVwiLFwiQ29sb3JcIjp7XCIkaWRcIjpcIjc3MlwiLFwiQVwiOjI1NSxcIlJcIjowLFwiR1wiOjAsXCJCXCI6MH19LFwiQmFja2dyb3VuZEZpbGxUeXBlXCI6MCxcIk1heFdpZHRoXCI6NTEuODEsXCJNYXhIZWlnaHRcIjpcIkluZmluaXR5XCIsXCJTbWFydEZvcmVncm91bmRJc0FjdGl2ZVwiOmZhbHNlLFwiSG9yaXpvbnRhbEFsaWdubWVudFwiOjAsXCJWZXJ0aWNhbEFsaWdubWVudFwiOjAsXCJTbWFydEZvcmVncm91bmRcIjpudWxsLFwiTWFyZ2luXCI6e1wiJGlkXCI6XCI3NzNcIixcIlRvcFwiOjAuMCxcIkxlZnRcIjowLjAsXCJSaWdodFwiOjAuMCxcIkJvdHRvbVwiOjAuMH0sXCJQYWRkaW5nXCI6e1wiJGlkXCI6XCI3NzRcIixcIlRvcFwiOjAuMCxcIkxlZnRcIjowLjAsXCJSaWdodFwiOjAuMCxcIkJvdHRvbVwiOjAuMH0sXCJCYWNrZ3JvdW5kXCI6e1wiJHJlZlwiOlwiMTA1XCJ9LFwiSXNWaXNpYmxlXCI6dHJ1ZSxcIldpZHRoXCI6MC4wLFwiSGVpZ2h0XCI6MC4wLFwiQm9yZGVyU3R5bGVcIjpudWxsfSxcIkRhdGVTdHlsZVwiOntcIiRpZFwiOlwiNzc1XCIsXCJGb250U2V0dGluZ3NcIjp7XCIkaWRcIjpcIjc3NlwiLFwiRm9udFNpemVcIjoxMCxcIkZvbnROYW1lXCI6XCJDYWxpYnJpXCIsXCJJc0JvbGRcIjpmYWxzZSxcIklzSXRhbGljXCI6ZmFsc2UsXCJJc1VuZGVybGluZWRcIjpmYWxzZX0sXCJBdXRvU2l6ZVwiOjAsXCJGb3JlZ3JvdW5kXCI6e1wiJGlkXCI6XCI3Nzd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zc4XCIsXCJUb3BcIjowLjAsXCJMZWZ0XCI6MC4wLFwiUmlnaHRcIjowLjAsXCJCb3R0b21cIjowLjB9LFwiUGFkZGluZ1wiOntcIiRpZFwiOlwiNzc5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QsXCJTaGFwZVNpemVcIjowLFwiU2hhcGVTdHlsZVwiOntcIiRpZFwiOlwiNzgwXCIsXCJNYXJnaW5cIjp7XCIkaWRcIjpcIjc4MVwiLFwiVG9wXCI6MC4wLFwiTGVmdFwiOjAuMCxcIlJpZ2h0XCI6MC4wLFwiQm90dG9tXCI6MC4wfSxcIlBhZGRpbmdcIjp7XCIkaWRcIjpcIjc4MlwiLFwiVG9wXCI6MC4wLFwiTGVmdFwiOjAuMCxcIlJpZ2h0XCI6MC4wLFwiQm90dG9tXCI6MC4wfSxcIkJhY2tncm91bmRcIjp7XCIkaWRcIjpcIjc4M1wiLFwiQ29sb3JcIjp7XCIkaWRcIjpcIjc4NFwiLFwiQVwiOjI1NSxcIlJcIjo5MSxcIkdcIjoxNTUsXCJCXCI6MjEzfX0sXCJJc1Zpc2libGVcIjp0cnVlLFwiV2lkdGhcIjoxMi4wLFwiSGVpZ2h0XCI6MTQuMCxcIkJvcmRlclN0eWxlXCI6e1wiJGlkXCI6XCI3ODVcIixcIkxpbmVDb2xvclwiOm51bGwsXCJMaW5lV2VpZ2h0XCI6MC4wLFwiTGluZVR5cGVcIjowfX0sXCJEYXRlRm9ybWF0XCI6e1wiJGlkXCI6XCI3ODZ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ZTQ1ZmIzNi1mYWFkLTRlNTQtYTBhNi02ZmM3ZDQxOGI1ZDJcIixcIlNwYWNpbmdcIjo1fSx7XCIkaWRcIjpcIjc4N1wiLFwiVGl0bGVTdHlsZVwiOntcIiRpZFwiOlwiNzg4XCIsXCJGb250U2V0dGluZ3NcIjp7XCIkaWRcIjpcIjc4OVwiLFwiRm9udFNpemVcIjoxMSxcIkZvbnROYW1lXCI6XCJDYWxpYnJpXCIsXCJJc0JvbGRcIjp0cnVlLFwiSXNJdGFsaWNcIjpmYWxzZSxcIklzVW5kZXJsaW5lZFwiOmZhbHNlfSxcIkF1dG9TaXplXCI6MixcIkZvcmVncm91bmRcIjp7XCIkaWRcIjpcIjc5MFwiLFwiQ29sb3JcIjp7XCIkaWRcIjpcIjc5MVwiLFwiQVwiOjI1NSxcIlJcIjowLFwiR1wiOjAsXCJCXCI6MH19LFwiQmFja2dyb3VuZEZpbGxUeXBlXCI6MCxcIk1heFdpZHRoXCI6NDQuNTg2NjY2NjY2NjY2NjY2LFwiTWF4SGVpZ2h0XCI6XCJJbmZpbml0eVwiLFwiU21hcnRGb3JlZ3JvdW5kSXNBY3RpdmVcIjpmYWxzZSxcIkhvcml6b250YWxBbGlnbm1lbnRcIjowLFwiVmVydGljYWxBbGlnbm1lbnRcIjowLFwiU21hcnRGb3JlZ3JvdW5kXCI6bnVsbCxcIk1hcmdpblwiOntcIiRpZFwiOlwiNzkyXCIsXCJUb3BcIjowLjAsXCJMZWZ0XCI6MC4wLFwiUmlnaHRcIjowLjAsXCJCb3R0b21cIjowLjB9LFwiUGFkZGluZ1wiOntcIiRpZFwiOlwiNzkzXCIsXCJUb3BcIjowLjAsXCJMZWZ0XCI6MC4wLFwiUmlnaHRcIjowLjAsXCJCb3R0b21cIjowLjB9LFwiQmFja2dyb3VuZFwiOntcIiRyZWZcIjpcIjEwNVwifSxcIklzVmlzaWJsZVwiOnRydWUsXCJXaWR0aFwiOjAuMCxcIkhlaWdodFwiOjAuMCxcIkJvcmRlclN0eWxlXCI6bnVsbH0sXCJEYXRlU3R5bGVcIjp7XCIkaWRcIjpcIjc5NFwiLFwiRm9udFNldHRpbmdzXCI6e1wiJGlkXCI6XCI3OTVcIixcIkZvbnRTaXplXCI6MTAsXCJGb250TmFtZVwiOlwiQ2FsaWJyaVwiLFwiSXNCb2xkXCI6ZmFsc2UsXCJJc0l0YWxpY1wiOmZhbHNlLFwiSXNVbmRlcmxpbmVkXCI6ZmFsc2V9LFwiQXV0b1NpemVcIjowLFwiRm9yZWdyb3VuZFwiOntcIiRpZFwiOlwiNzk2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5N1wiLFwiVG9wXCI6MC4wLFwiTGVmdFwiOjAuMCxcIlJpZ2h0XCI6MC4wLFwiQm90dG9tXCI6MC4wfSxcIlBhZGRpbmdcIjp7XCIkaWRcIjpcIjc5O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c5OVwiLFwiTWFyZ2luXCI6e1wiJGlkXCI6XCI4MDBcIixcIlRvcFwiOjAuMCxcIkxlZnRcIjowLjAsXCJSaWdodFwiOjAuMCxcIkJvdHRvbVwiOjAuMH0sXCJQYWRkaW5nXCI6e1wiJGlkXCI6XCI4MDFcIixcIlRvcFwiOjAuMCxcIkxlZnRcIjowLjAsXCJSaWdodFwiOjAuMCxcIkJvdHRvbVwiOjAuMH0sXCJCYWNrZ3JvdW5kXCI6e1wiJGlkXCI6XCI4MDJcIixcIkNvbG9yXCI6e1wiJGlkXCI6XCI4MDNcIixcIkFcIjoyNTUsXCJSXCI6OTEsXCJHXCI6MTU1LFwiQlwiOjIxM319LFwiSXNWaXNpYmxlXCI6dHJ1ZSxcIldpZHRoXCI6MTIuMCxcIkhlaWdodFwiOjE0LjAsXCJCb3JkZXJTdHlsZVwiOntcIiRpZFwiOlwiODA0XCIsXCJMaW5lQ29sb3JcIjpudWxsLFwiTGluZVdlaWdodFwiOjAuMCxcIkxpbmVUeXBlXCI6MH19LFwiRGF0ZUZvcm1hdFwiOntcIiRpZFwiOlwiODA1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XCIsXCJTcGFjaW5nXCI6NX1dLFwiQ3VzdG9tU3dpbWxhbmVUYXNrU3R5bGVMaXN0XCI6W119LHtcIiRpZFwiOlwiODA2XCIsXCJTdHlsZVwiOntcIiRpZFwiOlwiODA3XCIsXCJIZWFkZXJTdHlsZVwiOntcIiRpZFwiOlwiODA4XCIsXCJUZXh0U3R5bGVcIjp7XCIkaWRcIjpcIjgwOVwiLFwiRm9udFNldHRpbmdzXCI6e1wiJGlkXCI6XCI4MTBcIixcIkZvbnRTaXplXCI6MTIsXCJGb250TmFtZVwiOlwiQ2FsaWJyaVwiLFwiSXNCb2xkXCI6dHJ1ZSxcIklzSXRhbGljXCI6ZmFsc2UsXCJJc1VuZGVybGluZWRcIjpmYWxzZX0sXCJBdXRvU2l6ZVwiOjAsXCJGb3JlZ3JvdW5kXCI6e1wiJGlkXCI6XCI4MTFcIixcIkNvbG9yXCI6e1wiJGlkXCI6XCI4MTJcIixcIkFcIjoyNTUsXCJSXCI6MjMsXCJHXCI6MzAsXCJCXCI6MzZ9fSxcIkJhY2tncm91bmRGaWxsVHlwZVwiOjAsXCJNYXhXaWR0aFwiOjAuMCxcIk1heEhlaWdodFwiOjAuMCxcIlNtYXJ0Rm9yZWdyb3VuZElzQWN0aXZlXCI6ZmFsc2UsXCJIb3Jpem9udGFsQWxpZ25tZW50XCI6MCxcIlZlcnRpY2FsQWxpZ25tZW50XCI6MCxcIlNtYXJ0Rm9yZWdyb3VuZFwiOm51bGwsXCJNYXJnaW5cIjp7XCIkaWRcIjpcIjgxM1wiLFwiVG9wXCI6MC4wLFwiTGVmdFwiOjAuMCxcIlJpZ2h0XCI6MC4wLFwiQm90dG9tXCI6MC4wfSxcIlBhZGRpbmdcIjp7XCIkaWRcIjpcIjgxNFwiLFwiVG9wXCI6MC4wLFwiTGVmdFwiOjAuMCxcIlJpZ2h0XCI6MC4wLFwiQm90dG9tXCI6MC4wfSxcIkJhY2tncm91bmRcIjpudWxsLFwiSXNWaXNpYmxlXCI6ZmFsc2UsXCJXaWR0aFwiOjAuMCxcIkhlaWdodFwiOjAuMCxcIkJvcmRlclN0eWxlXCI6bnVsbH0sXCJSZWN0YW5nbGVTdHlsZVwiOntcIiRpZFwiOlwiODE1XCIsXCJNYXJnaW5cIjp7XCIkaWRcIjpcIjgxNlwiLFwiVG9wXCI6MC4wLFwiTGVmdFwiOjAuMCxcIlJpZ2h0XCI6MC4wLFwiQm90dG9tXCI6MC4wfSxcIlBhZGRpbmdcIjp7XCIkaWRcIjpcIjgxN1wiLFwiVG9wXCI6MC4wLFwiTGVmdFwiOjAuMCxcIlJpZ2h0XCI6MC4wLFwiQm90dG9tXCI6MC4wfSxcIkJhY2tncm91bmRcIjp7XCIkaWRcIjpcIjgxOFwiLFwiQ29sb3JcIjp7XCIkaWRcIjpcIjgxOVwiLFwiQVwiOjI1NSxcIlJcIjoyMzcsXCJHXCI6MTI1LFwiQlwiOjQ5fX0sXCJJc1Zpc2libGVcIjpmYWxzZSxcIldpZHRoXCI6MC4wLFwiSGVpZ2h0XCI6MC4wLFwiQm9yZGVyU3R5bGVcIjp7XCIkaWRcIjpcIjgyMFwiLFwiTGluZUNvbG9yXCI6e1wiJGlkXCI6XCI4MjFcIixcIiR0eXBlXCI6XCJOTFJFLkNvbW1vbi5Eb20uU29saWRDb2xvckJydXNoLCBOTFJFLkNvbW1vblwiLFwiQ29sb3JcIjp7XCIkaWRcIjpcIjgyMlwiLFwiQVwiOjI1NSxcIlJcIjoyMyxcIkdcIjozMCxcIkJcIjozNn19LFwiTGluZVdlaWdodFwiOjAuMCxcIkxpbmVUeXBlXCI6MH19LFwiVGV4dElzVmVydGljYWxcIjpmYWxzZX0sXCJCYWNrZ3JvdW5kU3R5bGVcIjp7XCIkaWRcIjpcIjgyM1wiLFwiTWFyZ2luXCI6e1wiJGlkXCI6XCI4MjRcIixcIlRvcFwiOjAuMCxcIkxlZnRcIjowLjAsXCJSaWdodFwiOjAuMCxcIkJvdHRvbVwiOjAuMH0sXCJQYWRkaW5nXCI6e1wiJGlkXCI6XCI4MjVcIixcIlRvcFwiOjAuMCxcIkxlZnRcIjowLjAsXCJSaWdodFwiOjAuMCxcIkJvdHRvbVwiOjAuMH0sXCJCYWNrZ3JvdW5kXCI6e1wiJGlkXCI6XCI4MjZcIixcIkNvbG9yXCI6e1wiJGlkXCI6XCI4MjdcIixcIkFcIjozOCxcIlJcIjoyMzcsXCJHXCI6MTI1LFwiQlwiOjQ5fX0sXCJJc1Zpc2libGVcIjp0cnVlLFwiV2lkdGhcIjowLjAsXCJIZWlnaHRcIjowLjAsXCJCb3JkZXJTdHlsZVwiOntcIiRpZFwiOlwiODI4XCIsXCJMaW5lQ29sb3JcIjp7XCIkaWRcIjpcIjgyOVwiLFwiJHR5cGVcIjpcIk5MUkUuQ29tbW9uLkRvbS5Tb2xpZENvbG9yQnJ1c2gsIE5MUkUuQ29tbW9uXCIsXCJDb2xvclwiOntcIiRpZFwiOlwiODMwXCIsXCJBXCI6MjU1LFwiUlwiOjIwOCxcIkdcIjoyMDYsXCJCXCI6MjA2fX0sXCJMaW5lV2VpZ2h0XCI6MC4wLFwiTGluZVR5cGVcIjowfX0sXCJJc0Fib3ZlVGltZWJhbmRcIjpmYWxzZX0sXCJDdXN0b21Td2ltbGFuZU1pbGVzdG9uZVN0eWxlTGlzdFwiOlt7XCIkaWRcIjpcIjgzMVwiLFwiVGl0bGVTdHlsZVwiOntcIiRpZFwiOlwiODMyXCIsXCJGb250U2V0dGluZ3NcIjp7XCIkaWRcIjpcIjgzM1wiLFwiRm9udFNpemVcIjoxMSxcIkZvbnROYW1lXCI6XCJDYWxpYnJpXCIsXCJJc0JvbGRcIjp0cnVlLFwiSXNJdGFsaWNcIjpmYWxzZSxcIklzVW5kZXJsaW5lZFwiOmZhbHNlfSxcIkF1dG9TaXplXCI6MCxcIkZvcmVncm91bmRcIjp7XCIkaWRcIjpcIjgzNFwiLFwiQ29sb3JcIjp7XCIkaWRcIjpcIjgzN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4MzZcIixcIlRvcFwiOjAuMCxcIkxlZnRcIjowLjAsXCJSaWdodFwiOjAuMCxcIkJvdHRvbVwiOjAuMH0sXCJQYWRkaW5nXCI6e1wiJGlkXCI6XCI4MzdcIixcIlRvcFwiOjAuMCxcIkxlZnRcIjowLjAsXCJSaWdodFwiOjAuMCxcIkJvdHRvbVwiOjAuMH0sXCJCYWNrZ3JvdW5kXCI6e1wiJHJlZlwiOlwiMTA1XCJ9LFwiSXNWaXNpYmxlXCI6dHJ1ZSxcIldpZHRoXCI6MC4wLFwiSGVpZ2h0XCI6MC4wLFwiQm9yZGVyU3R5bGVcIjpudWxsfSxcIkRhdGVTdHlsZVwiOntcIiRpZFwiOlwiODM4XCIsXCJGb250U2V0dGluZ3NcIjp7XCIkaWRcIjpcIjgzOVwiLFwiRm9udFNpemVcIjoxMCxcIkZvbnROYW1lXCI6XCJDYWxpYnJpXCIsXCJJc0JvbGRcIjpmYWxzZSxcIklzSXRhbGljXCI6ZmFsc2UsXCJJc1VuZGVybGluZWRcIjpmYWxzZX0sXCJBdXRvU2l6ZVwiOjAsXCJGb3JlZ3JvdW5kXCI6e1wiJGlkXCI6XCI4N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ODQxXCIsXCJUb3BcIjowLjAsXCJMZWZ0XCI6MC4wLFwiUmlnaHRcIjowLjAsXCJCb3R0b21cIjowLjB9LFwiUGFkZGluZ1wiOntcIiRpZFwiOlwiODQ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3LFwiU2hhcGVTaXplXCI6MCxcIlNoYXBlU3R5bGVcIjp7XCIkaWRcIjpcIjg0M1wiLFwiTWFyZ2luXCI6e1wiJGlkXCI6XCI4NDRcIixcIlRvcFwiOjAuMCxcIkxlZnRcIjowLjAsXCJSaWdodFwiOjAuMCxcIkJvdHRvbVwiOjAuMH0sXCJQYWRkaW5nXCI6e1wiJGlkXCI6XCI4NDVcIixcIlRvcFwiOjAuMCxcIkxlZnRcIjowLjAsXCJSaWdodFwiOjAuMCxcIkJvdHRvbVwiOjAuMH0sXCJCYWNrZ3JvdW5kXCI6e1wiJGlkXCI6XCI4NDZcIixcIkNvbG9yXCI6e1wiJGlkXCI6XCI4NDdcIixcIkFcIjoyNTUsXCJSXCI6MjM3LFwiR1wiOjEyNSxcIkJcIjo0OX19LFwiSXNWaXNpYmxlXCI6dHJ1ZSxcIldpZHRoXCI6MTQuMCxcIkhlaWdodFwiOjE0LjAsXCJCb3JkZXJTdHlsZVwiOntcIiRpZFwiOlwiODQ4XCIsXCJMaW5lQ29sb3JcIjpudWxsLFwiTGluZVdlaWdodFwiOjAuMCxcIkxpbmVUeXBlXCI6MH19LFwiRGF0ZUZvcm1hdFwiOntcIiRpZFwiOlwiODQ5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ZDQ3ODM2OGItOGNiZC00OGZiLWIxNmYtMDA0ZGQ5MzcyMTQ3XCIsXCJTcGFjaW5nXCI6NX0se1wiJGlkXCI6XCI4NTBcIixcIlRpdGxlU3R5bGVcIjp7XCIkaWRcIjpcIjg1MVwiLFwiRm9udFNldHRpbmdzXCI6e1wiJGlkXCI6XCI4NTJcIixcIkZvbnRTaXplXCI6MTEsXCJGb250TmFtZVwiOlwiQ2FsaWJyaVwiLFwiSXNCb2xkXCI6dHJ1ZSxcIklzSXRhbGljXCI6ZmFsc2UsXCJJc1VuZGVybGluZWRcIjpmYWxzZX0sXCJBdXRvU2l6ZVwiOjAsXCJGb3JlZ3JvdW5kXCI6e1wiJGlkXCI6XCI4NTNcIixcIkNvbG9yXCI6e1wiJGlkXCI6XCI4NTR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DU1XCIsXCJUb3BcIjowLjAsXCJMZWZ0XCI6MC4wLFwiUmlnaHRcIjowLjAsXCJCb3R0b21cIjowLjB9LFwiUGFkZGluZ1wiOntcIiRpZFwiOlwiODU2XCIsXCJUb3BcIjowLjAsXCJMZWZ0XCI6MC4wLFwiUmlnaHRcIjowLjAsXCJCb3R0b21cIjowLjB9LFwiQmFja2dyb3VuZFwiOntcIiRyZWZcIjpcIjEwNVwifSxcIklzVmlzaWJsZVwiOnRydWUsXCJXaWR0aFwiOjAuMCxcIkhlaWdodFwiOjAuMCxcIkJvcmRlclN0eWxlXCI6bnVsbH0sXCJEYXRlU3R5bGVcIjp7XCIkaWRcIjpcIjg1N1wiLFwiRm9udFNldHRpbmdzXCI6e1wiJGlkXCI6XCI4NThcIixcIkZvbnRTaXplXCI6MTAsXCJGb250TmFtZVwiOlwiQ2FsaWJyaVwiLFwiSXNCb2xkXCI6ZmFsc2UsXCJJc0l0YWxpY1wiOmZhbHNlLFwiSXNVbmRlcmxpbmVkXCI6ZmFsc2V9LFwiQXV0b1NpemVcIjowLFwiRm9yZWdyb3VuZFwiOntcIiRpZFwiOlwiODU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g2MFwiLFwiVG9wXCI6MC4wLFwiTGVmdFwiOjAuMCxcIlJpZ2h0XCI6MC4wLFwiQm90dG9tXCI6MC4wfSxcIlBhZGRpbmdcIjp7XCIkaWRcIjpcIjg2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yxcIlNoYXBlU2l6ZVwiOjAsXCJTaGFwZVN0eWxlXCI6e1wiJGlkXCI6XCI4NjJcIixcIk1hcmdpblwiOntcIiRpZFwiOlwiODYzXCIsXCJUb3BcIjowLjAsXCJMZWZ0XCI6MC4wLFwiUmlnaHRcIjowLjAsXCJCb3R0b21cIjowLjB9LFwiUGFkZGluZ1wiOntcIiRpZFwiOlwiODY0XCIsXCJUb3BcIjowLjAsXCJMZWZ0XCI6MC4wLFwiUmlnaHRcIjowLjAsXCJCb3R0b21cIjowLjB9LFwiQmFja2dyb3VuZFwiOntcIiRpZFwiOlwiODY1XCIsXCJDb2xvclwiOntcIiRpZFwiOlwiODY2XCIsXCJBXCI6MjU1LFwiUlwiOjIzNyxcIkdcIjoxMjUsXCJCXCI6NDl9fSxcIklzVmlzaWJsZVwiOnRydWUsXCJXaWR0aFwiOjE0LjAsXCJIZWlnaHRcIjoxNC4wLFwiQm9yZGVyU3R5bGVcIjp7XCIkaWRcIjpcIjg2N1wiLFwiTGluZUNvbG9yXCI6bnVsbCxcIkxpbmVXZWlnaHRcIjowLjAsXCJMaW5lVHlwZVwiOjB9fSxcIkRhdGVGb3JtYXRcIjp7XCIkaWRcIjpcIjg2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mQ0NzgzNjhiLThjYmQtNDhmYi1iMTZmLTAwNGRkOTM3MjE0N1wiLFwiU3BhY2luZ1wiOjV9LHtcIiRpZFwiOlwiODY5XCIsXCJUaXRsZVN0eWxlXCI6e1wiJGlkXCI6XCI4NzBcIixcIkZvbnRTZXR0aW5nc1wiOntcIiRpZFwiOlwiODcxXCIsXCJGb250U2l6ZVwiOjExLFwiRm9udE5hbWVcIjpcIkNhbGlicmlcIixcIklzQm9sZFwiOnRydWUsXCJJc0l0YWxpY1wiOmZhbHNlLFwiSXNVbmRlcmxpbmVkXCI6ZmFsc2V9LFwiQXV0b1NpemVcIjowLFwiRm9yZWdyb3VuZFwiOntcIiRpZFwiOlwiODcyXCIsXCJDb2xvclwiOntcIiRpZFwiOlwiODcz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g3NFwiLFwiVG9wXCI6MC4wLFwiTGVmdFwiOjAuMCxcIlJpZ2h0XCI6MC4wLFwiQm90dG9tXCI6MC4wfSxcIlBhZGRpbmdcIjp7XCIkaWRcIjpcIjg3NVwiLFwiVG9wXCI6MC4wLFwiTGVmdFwiOjAuMCxcIlJpZ2h0XCI6MC4wLFwiQm90dG9tXCI6MC4wfSxcIkJhY2tncm91bmRcIjp7XCIkcmVmXCI6XCIxMDVcIn0sXCJJc1Zpc2libGVcIjp0cnVlLFwiV2lkdGhcIjowLjAsXCJIZWlnaHRcIjowLjAsXCJCb3JkZXJTdHlsZVwiOm51bGx9LFwiRGF0ZVN0eWxlXCI6e1wiJGlkXCI6XCI4NzZcIixcIkZvbnRTZXR0aW5nc1wiOntcIiRpZFwiOlwiODc3XCIsXCJGb250U2l6ZVwiOjEwLFwiRm9udE5hbWVcIjpcIkNhbGlicmlcIixcIklzQm9sZFwiOmZhbHNlLFwiSXNJdGFsaWNcIjpmYWxzZSxcIklzVW5kZXJsaW5lZFwiOmZhbHNlfSxcIkF1dG9TaXplXCI6MCxcIkZvcmVncm91bmRcIjp7XCIkaWRcIjpcIjg3OFwiLFwiQ29sb3JcIjp7XCIkaWRcIjpcIjg3O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ODgwXCIsXCJUb3BcIjowLjAsXCJMZWZ0XCI6MC4wLFwiUmlnaHRcIjowLjAsXCJCb3R0b21cIjowLjB9LFwiUGFkZGluZ1wiOntcIiRpZFwiOlwiODgx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3LFwiU2hhcGVTaXplXCI6MCxcIlNoYXBlU3R5bGVcIjp7XCIkaWRcIjpcIjg4MlwiLFwiTWFyZ2luXCI6e1wiJGlkXCI6XCI4ODNcIixcIlRvcFwiOjAuMCxcIkxlZnRcIjowLjAsXCJSaWdodFwiOjAuMCxcIkJvdHRvbVwiOjAuMH0sXCJQYWRkaW5nXCI6e1wiJGlkXCI6XCI4ODRcIixcIlRvcFwiOjAuMCxcIkxlZnRcIjowLjAsXCJSaWdodFwiOjAuMCxcIkJvdHRvbVwiOjAuMH0sXCJCYWNrZ3JvdW5kXCI6e1wiJGlkXCI6XCI4ODVcIixcIkNvbG9yXCI6e1wiJGlkXCI6XCI4ODZcIixcIkFcIjoyNTUsXCJSXCI6MjM3LFwiR1wiOjEyNSxcIkJcIjo0OX19LFwiSXNWaXNpYmxlXCI6dHJ1ZSxcIldpZHRoXCI6MTQuMCxcIkhlaWdodFwiOjE0LjAsXCJCb3JkZXJTdHlsZVwiOntcIiRpZFwiOlwiODg3XCIsXCJMaW5lQ29sb3JcIjpudWxsLFwiTGluZVdlaWdodFwiOjAuMCxcIkxpbmVUeXBlXCI6MH19LFwiRGF0ZUZvcm1hdFwiOntcIiRpZFwiOlwiODg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ZDQ3ODM2OGItOGNiZC00OGZiLWIxNmYtMDA0ZGQ5MzcyMTQ3XCIsXCJTcGFjaW5nXCI6NX0se1wiJGlkXCI6XCI4ODlcIixcIlRpdGxlU3R5bGVcIjp7XCIkaWRcIjpcIjg5MFwiLFwiRm9udFNldHRpbmdzXCI6e1wiJGlkXCI6XCI4OTFcIixcIkZvbnRTaXplXCI6MTEsXCJGb250TmFtZVwiOlwiQ2FsaWJyaVwiLFwiSXNCb2xkXCI6dHJ1ZSxcIklzSXRhbGljXCI6ZmFsc2UsXCJJc1VuZGVybGluZWRcIjpmYWxzZX0sXCJBdXRvU2l6ZVwiOjAsXCJGb3JlZ3JvdW5kXCI6e1wiJGlkXCI6XCI4OTJcIixcIkNvbG9yXCI6e1wiJGlkXCI6XCI4OTN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Dk0XCIsXCJUb3BcIjowLjAsXCJMZWZ0XCI6MC4wLFwiUmlnaHRcIjowLjAsXCJCb3R0b21cIjowLjB9LFwiUGFkZGluZ1wiOntcIiRpZFwiOlwiODk1XCIsXCJUb3BcIjowLjAsXCJMZWZ0XCI6MC4wLFwiUmlnaHRcIjowLjAsXCJCb3R0b21cIjowLjB9LFwiQmFja2dyb3VuZFwiOntcIiRyZWZcIjpcIjEwNVwifSxcIklzVmlzaWJsZVwiOnRydWUsXCJXaWR0aFwiOjAuMCxcIkhlaWdodFwiOjAuMCxcIkJvcmRlclN0eWxlXCI6bnVsbH0sXCJEYXRlU3R5bGVcIjp7XCIkaWRcIjpcIjg5NlwiLFwiRm9udFNldHRpbmdzXCI6e1wiJGlkXCI6XCI4OTdcIixcIkZvbnRTaXplXCI6MTAsXCJGb250TmFtZVwiOlwiQ2FsaWJyaVwiLFwiSXNCb2xkXCI6ZmFsc2UsXCJJc0l0YWxpY1wiOmZhbHNlLFwiSXNVbmRlcmxpbmVkXCI6ZmFsc2V9LFwiQXV0b1NpemVcIjowLFwiRm9yZWdyb3VuZFwiOntcIiRpZFwiOlwiODk4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g5OVwiLFwiVG9wXCI6MC4wLFwiTGVmdFwiOjAuMCxcIlJpZ2h0XCI6MC4wLFwiQm90dG9tXCI6MC4wfSxcIlBhZGRpbmdcIjp7XCIkaWRcIjpcIjkwM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yxcIlNoYXBlU2l6ZVwiOjAsXCJTaGFwZVN0eWxlXCI6e1wiJGlkXCI6XCI5MDFcIixcIk1hcmdpblwiOntcIiRpZFwiOlwiOTAyXCIsXCJUb3BcIjowLjAsXCJMZWZ0XCI6MC4wLFwiUmlnaHRcIjowLjAsXCJCb3R0b21cIjowLjB9LFwiUGFkZGluZ1wiOntcIiRpZFwiOlwiOTAzXCIsXCJUb3BcIjowLjAsXCJMZWZ0XCI6MC4wLFwiUmlnaHRcIjowLjAsXCJCb3R0b21cIjowLjB9LFwiQmFja2dyb3VuZFwiOntcIiRpZFwiOlwiOTA0XCIsXCJDb2xvclwiOntcIiRpZFwiOlwiOTA1XCIsXCJBXCI6MjU1LFwiUlwiOjIzNyxcIkdcIjoxMjUsXCJCXCI6NDl9fSxcIklzVmlzaWJsZVwiOnRydWUsXCJXaWR0aFwiOjE0LjAsXCJIZWlnaHRcIjoxNC4wLFwiQm9yZGVyU3R5bGVcIjp7XCIkaWRcIjpcIjkwNlwiLFwiTGluZUNvbG9yXCI6bnVsbCxcIkxpbmVXZWlnaHRcIjowLjAsXCJMaW5lVHlwZVwiOjB9fSxcIkRhdGVGb3JtYXRcIjp7XCIkaWRcIjpcIjkwN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lwiLFwiU3BhY2luZ1wiOjV9XSxcIkN1c3RvbVN3aW1sYW5lVGFza1N0eWxlTGlzdFwiOltdfSx7XCIkaWRcIjpcIjkwOFwiLFwiU3R5bGVcIjp7XCIkaWRcIjpcIjkwOVwiLFwiSGVhZGVyU3R5bGVcIjp7XCIkaWRcIjpcIjkxMFwiLFwiVGV4dFN0eWxlXCI6e1wiJGlkXCI6XCI5MTFcIixcIkZvbnRTZXR0aW5nc1wiOntcIiRpZFwiOlwiOTEyXCIsXCJGb250U2l6ZVwiOjEyLFwiRm9udE5hbWVcIjpcIkNhbGlicmlcIixcIklzQm9sZFwiOnRydWUsXCJJc0l0YWxpY1wiOmZhbHNlLFwiSXNVbmRlcmxpbmVkXCI6ZmFsc2V9LFwiQXV0b1NpemVcIjowLFwiRm9yZWdyb3VuZFwiOntcIiRpZFwiOlwiOTEzXCIsXCJDb2xvclwiOntcIiRpZFwiOlwiOTE0XCIsXCJBXCI6MjU1LFwiUlwiOjUxLFwiR1wiOjMwLFwiQlwiOjI4fX0sXCJCYWNrZ3JvdW5kRmlsbFR5cGVcIjowLFwiTWF4V2lkdGhcIjowLjAsXCJNYXhIZWlnaHRcIjowLjAsXCJTbWFydEZvcmVncm91bmRJc0FjdGl2ZVwiOmZhbHNlLFwiSG9yaXpvbnRhbEFsaWdubWVudFwiOjAsXCJWZXJ0aWNhbEFsaWdubWVudFwiOjAsXCJTbWFydEZvcmVncm91bmRcIjpudWxsLFwiTWFyZ2luXCI6e1wiJGlkXCI6XCI5MTVcIixcIlRvcFwiOjAuMCxcIkxlZnRcIjowLjAsXCJSaWdodFwiOjAuMCxcIkJvdHRvbVwiOjAuMH0sXCJQYWRkaW5nXCI6e1wiJGlkXCI6XCI5MTZcIixcIlRvcFwiOjAuMCxcIkxlZnRcIjowLjAsXCJSaWdodFwiOjAuMCxcIkJvdHRvbVwiOjAuMH0sXCJCYWNrZ3JvdW5kXCI6bnVsbCxcIklzVmlzaWJsZVwiOmZhbHNlLFwiV2lkdGhcIjowLjAsXCJIZWlnaHRcIjowLjAsXCJCb3JkZXJTdHlsZVwiOm51bGx9LFwiUmVjdGFuZ2xlU3R5bGVcIjp7XCIkaWRcIjpcIjkxN1wiLFwiTWFyZ2luXCI6e1wiJGlkXCI6XCI5MThcIixcIlRvcFwiOjAuMCxcIkxlZnRcIjowLjAsXCJSaWdodFwiOjAuMCxcIkJvdHRvbVwiOjAuMH0sXCJQYWRkaW5nXCI6e1wiJGlkXCI6XCI5MTlcIixcIlRvcFwiOjAuMCxcIkxlZnRcIjowLjAsXCJSaWdodFwiOjAuMCxcIkJvdHRvbVwiOjAuMH0sXCJCYWNrZ3JvdW5kXCI6e1wiJGlkXCI6XCI5MjBcIixcIkNvbG9yXCI6e1wiJGlkXCI6XCI5MjFcIixcIkFcIjoyNTUsXCJSXCI6MTY1LFwiR1wiOjE2NSxcIkJcIjoxNjV9fSxcIklzVmlzaWJsZVwiOmZhbHNlLFwiV2lkdGhcIjowLjAsXCJIZWlnaHRcIjowLjAsXCJCb3JkZXJTdHlsZVwiOntcIiRpZFwiOlwiOTIyXCIsXCJMaW5lQ29sb3JcIjp7XCIkaWRcIjpcIjkyM1wiLFwiJHR5cGVcIjpcIk5MUkUuQ29tbW9uLkRvbS5Tb2xpZENvbG9yQnJ1c2gsIE5MUkUuQ29tbW9uXCIsXCJDb2xvclwiOntcIiRpZFwiOlwiOTI0XCIsXCJBXCI6MjU1LFwiUlwiOjUxLFwiR1wiOjMwLFwiQlwiOjI4fX0sXCJMaW5lV2VpZ2h0XCI6MC4wLFwiTGluZVR5cGVcIjowfX0sXCJUZXh0SXNWZXJ0aWNhbFwiOmZhbHNlfSxcIkJhY2tncm91bmRTdHlsZVwiOntcIiRpZFwiOlwiOTI1XCIsXCJNYXJnaW5cIjp7XCIkaWRcIjpcIjkyNlwiLFwiVG9wXCI6MC4wLFwiTGVmdFwiOjAuMCxcIlJpZ2h0XCI6MC4wLFwiQm90dG9tXCI6MC4wfSxcIlBhZGRpbmdcIjp7XCIkaWRcIjpcIjkyN1wiLFwiVG9wXCI6MC4wLFwiTGVmdFwiOjAuMCxcIlJpZ2h0XCI6MC4wLFwiQm90dG9tXCI6MC4wfSxcIkJhY2tncm91bmRcIjp7XCIkaWRcIjpcIjkyOFwiLFwiQ29sb3JcIjp7XCIkaWRcIjpcIjkyOVwiLFwiQVwiOjM4LFwiUlwiOjE2NSxcIkdcIjoxNjUsXCJCXCI6MTY1fX0sXCJJc1Zpc2libGVcIjp0cnVlLFwiV2lkdGhcIjowLjAsXCJIZWlnaHRcIjowLjAsXCJCb3JkZXJTdHlsZVwiOntcIiRpZFwiOlwiOTMwXCIsXCJMaW5lQ29sb3JcIjp7XCIkaWRcIjpcIjkzMVwiLFwiJHR5cGVcIjpcIk5MUkUuQ29tbW9uLkRvbS5Tb2xpZENvbG9yQnJ1c2gsIE5MUkUuQ29tbW9uXCIsXCJDb2xvclwiOntcIiRpZFwiOlwiOTMyXCIsXCJBXCI6MjU1LFwiUlwiOjIwOCxcIkdcIjoyMDYsXCJCXCI6MjA2fX0sXCJMaW5lV2VpZ2h0XCI6MC4wLFwiTGluZVR5cGVcIjowfX0sXCJJc0Fib3ZlVGltZWJhbmRcIjpmYWxzZX0sXCJDdXN0b21Td2ltbGFuZU1pbGVzdG9uZVN0eWxlTGlzdFwiOlt7XCIkaWRcIjpcIjkzM1wiLFwiVGl0bGVTdHlsZVwiOntcIiRpZFwiOlwiOTM0XCIsXCJGb250U2V0dGluZ3NcIjp7XCIkaWRcIjpcIjkzNVwiLFwiRm9udFNpemVcIjoxMSxcIkZvbnROYW1lXCI6XCJDYWxpYnJpXCIsXCJJc0JvbGRcIjp0cnVlLFwiSXNJdGFsaWNcIjpmYWxzZSxcIklzVW5kZXJsaW5lZFwiOmZhbHNlfSxcIkF1dG9TaXplXCI6MCxcIkZvcmVncm91bmRcIjp7XCIkaWRcIjpcIjkzNlwiLFwiQ29sb3JcIjp7XCIkaWRcIjpcIjkz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5MzhcIixcIlRvcFwiOjAuMCxcIkxlZnRcIjowLjAsXCJSaWdodFwiOjAuMCxcIkJvdHRvbVwiOjAuMH0sXCJQYWRkaW5nXCI6e1wiJGlkXCI6XCI5MzlcIixcIlRvcFwiOjAuMCxcIkxlZnRcIjowLjAsXCJSaWdodFwiOjAuMCxcIkJvdHRvbVwiOjAuMH0sXCJCYWNrZ3JvdW5kXCI6e1wiJHJlZlwiOlwiMTA1XCJ9LFwiSXNWaXNpYmxlXCI6dHJ1ZSxcIldpZHRoXCI6MC4wLFwiSGVpZ2h0XCI6MC4wLFwiQm9yZGVyU3R5bGVcIjpudWxsfSxcIkRhdGVTdHlsZVwiOntcIiRpZFwiOlwiOTQwXCIsXCJGb250U2V0dGluZ3NcIjp7XCIkaWRcIjpcIjk0MVwiLFwiRm9udFNpemVcIjoxMCxcIkZvbnROYW1lXCI6XCJDYWxpYnJpXCIsXCJJc0JvbGRcIjpmYWxzZSxcIklzSXRhbGljXCI6ZmFsc2UsXCJJc1VuZGVybGluZWRcIjpmYWxzZX0sXCJBdXRvU2l6ZVwiOjAsXCJGb3JlZ3JvdW5kXCI6e1wiJGlkXCI6XCI5NDJ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OTQzXCIsXCJUb3BcIjowLjAsXCJMZWZ0XCI6MC4wLFwiUmlnaHRcIjowLjAsXCJCb3R0b21cIjowLjB9LFwiUGFkZGluZ1wiOntcIiRpZFwiOlwiOTQ0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UsXCJTaGFwZVNpemVcIjoxLFwiU2hhcGVTdHlsZVwiOntcIiRpZFwiOlwiOTQ1XCIsXCJNYXJnaW5cIjp7XCIkaWRcIjpcIjk0NlwiLFwiVG9wXCI6MC4wLFwiTGVmdFwiOjAuMCxcIlJpZ2h0XCI6MC4wLFwiQm90dG9tXCI6MC4wfSxcIlBhZGRpbmdcIjp7XCIkaWRcIjpcIjk0N1wiLFwiVG9wXCI6MC4wLFwiTGVmdFwiOjAuMCxcIlJpZ2h0XCI6MC4wLFwiQm90dG9tXCI6MC4wfSxcIkJhY2tncm91bmRcIjp7XCIkaWRcIjpcIjk0OFwiLFwiQ29sb3JcIjp7XCIkaWRcIjpcIjk0OVwiLFwiQVwiOjI1NSxcIlJcIjoxNjUsXCJHXCI6MTY1LFwiQlwiOjE2NX19LFwiSXNWaXNpYmxlXCI6dHJ1ZSxcIldpZHRoXCI6MTguMCxcIkhlaWdodFwiOjIwLjAsXCJCb3JkZXJTdHlsZVwiOntcIiRpZFwiOlwiOTUwXCIsXCJMaW5lQ29sb3JcIjpudWxsLFwiTGluZVdlaWdodFwiOjAuMCxcIkxpbmVUeXBlXCI6MH19LFwiRGF0ZUZvcm1hdFwiOntcIiRpZFwiOlwiOTU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MTIwMWM1ZmItZDIwNy00MmE0LWFiMzctMmIxYjk5M2YyZTNjXCIsXCJTcGFjaW5nXCI6NX0se1wiJGlkXCI6XCI5NTJcIixcIlRpdGxlU3R5bGVcIjp7XCIkaWRcIjpcIjk1M1wiLFwiRm9udFNldHRpbmdzXCI6e1wiJGlkXCI6XCI5NTRcIixcIkZvbnRTaXplXCI6MTEsXCJGb250TmFtZVwiOlwiQ2FsaWJyaVwiLFwiSXNCb2xkXCI6dHJ1ZSxcIklzSXRhbGljXCI6ZmFsc2UsXCJJc1VuZGVybGluZWRcIjpmYWxzZX0sXCJBdXRvU2l6ZVwiOjAsXCJGb3JlZ3JvdW5kXCI6e1wiJGlkXCI6XCI5NTVcIixcIkNvbG9yXCI6e1wiJGlkXCI6XCI5NTZ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TU3XCIsXCJUb3BcIjowLjAsXCJMZWZ0XCI6MC4wLFwiUmlnaHRcIjowLjAsXCJCb3R0b21cIjowLjB9LFwiUGFkZGluZ1wiOntcIiRpZFwiOlwiOTU4XCIsXCJUb3BcIjowLjAsXCJMZWZ0XCI6MC4wLFwiUmlnaHRcIjowLjAsXCJCb3R0b21cIjowLjB9LFwiQmFja2dyb3VuZFwiOntcIiRyZWZcIjpcIjEwNVwifSxcIklzVmlzaWJsZVwiOnRydWUsXCJXaWR0aFwiOjAuMCxcIkhlaWdodFwiOjAuMCxcIkJvcmRlclN0eWxlXCI6bnVsbH0sXCJEYXRlU3R5bGVcIjp7XCIkaWRcIjpcIjk1OVwiLFwiRm9udFNldHRpbmdzXCI6e1wiJGlkXCI6XCI5NjBcIixcIkZvbnRTaXplXCI6MTAsXCJGb250TmFtZVwiOlwiQ2FsaWJyaVwiLFwiSXNCb2xkXCI6ZmFsc2UsXCJJc0l0YWxpY1wiOmZhbHNlLFwiSXNVbmRlcmxpbmVkXCI6ZmFsc2V9LFwiQXV0b1NpemVcIjowLFwiRm9yZWdyb3VuZFwiOntcIiRpZFwiOlwiOTYx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k2MlwiLFwiVG9wXCI6MC4wLFwiTGVmdFwiOjAuMCxcIlJpZ2h0XCI6MC4wLFwiQm90dG9tXCI6MC4wfSxcIlBhZGRpbmdcIjp7XCIkaWRcIjpcIjk2M1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1LFwiU2hhcGVTaXplXCI6MSxcIlNoYXBlU3R5bGVcIjp7XCIkaWRcIjpcIjk2NFwiLFwiTWFyZ2luXCI6e1wiJGlkXCI6XCI5NjVcIixcIlRvcFwiOjAuMCxcIkxlZnRcIjowLjAsXCJSaWdodFwiOjAuMCxcIkJvdHRvbVwiOjAuMH0sXCJQYWRkaW5nXCI6e1wiJGlkXCI6XCI5NjZcIixcIlRvcFwiOjAuMCxcIkxlZnRcIjowLjAsXCJSaWdodFwiOjAuMCxcIkJvdHRvbVwiOjAuMH0sXCJCYWNrZ3JvdW5kXCI6e1wiJGlkXCI6XCI5NjdcIixcIkNvbG9yXCI6e1wiJGlkXCI6XCI5NjhcIixcIkFcIjoyNTUsXCJSXCI6MTY1LFwiR1wiOjE2NSxcIkJcIjoxNjV9fSxcIklzVmlzaWJsZVwiOnRydWUsXCJXaWR0aFwiOjE4LjAsXCJIZWlnaHRcIjoyMC4wLFwiQm9yZGVyU3R5bGVcIjp7XCIkaWRcIjpcIjk2OVwiLFwiTGluZUNvbG9yXCI6bnVsbCxcIkxpbmVXZWlnaHRcIjowLjAsXCJMaW5lVHlwZVwiOjB9fSxcIkRhdGVGb3JtYXRcIjp7XCIkaWRcIjpcIjk3M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EyMDFjNWZiLWQyMDctNDJhNC1hYjM3LTJiMWI5OTNmMmUzY1wiLFwiU3BhY2luZ1wiOjV9LHtcIiRpZFwiOlwiOTcxXCIsXCJUaXRsZVN0eWxlXCI6e1wiJGlkXCI6XCI5NzJcIixcIkZvbnRTZXR0aW5nc1wiOntcIiRpZFwiOlwiOTczXCIsXCJGb250U2l6ZVwiOjExLFwiRm9udE5hbWVcIjpcIkNhbGlicmlcIixcIklzQm9sZFwiOnRydWUsXCJJc0l0YWxpY1wiOmZhbHNlLFwiSXNVbmRlcmxpbmVkXCI6ZmFsc2V9LFwiQXV0b1NpemVcIjowLFwiRm9yZWdyb3VuZFwiOntcIiRpZFwiOlwiOTc0XCIsXCJDb2xvclwiOntcIiRpZFwiOlwiOTc1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k3NlwiLFwiVG9wXCI6MC4wLFwiTGVmdFwiOjAuMCxcIlJpZ2h0XCI6MC4wLFwiQm90dG9tXCI6MC4wfSxcIlBhZGRpbmdcIjp7XCIkaWRcIjpcIjk3N1wiLFwiVG9wXCI6MC4wLFwiTGVmdFwiOjAuMCxcIlJpZ2h0XCI6MC4wLFwiQm90dG9tXCI6MC4wfSxcIkJhY2tncm91bmRcIjp7XCIkcmVmXCI6XCIxMDVcIn0sXCJJc1Zpc2libGVcIjp0cnVlLFwiV2lkdGhcIjowLjAsXCJIZWlnaHRcIjowLjAsXCJCb3JkZXJTdHlsZVwiOm51bGx9LFwiRGF0ZVN0eWxlXCI6e1wiJGlkXCI6XCI5NzhcIixcIkZvbnRTZXR0aW5nc1wiOntcIiRpZFwiOlwiOTc5XCIsXCJGb250U2l6ZVwiOjEwLFwiRm9udE5hbWVcIjpcIkNhbGlicmlcIixcIklzQm9sZFwiOmZhbHNlLFwiSXNJdGFsaWNcIjpmYWxzZSxcIklzVW5kZXJsaW5lZFwiOmZhbHNlfSxcIkF1dG9TaXplXCI6MCxcIkZvcmVncm91bmRcIjp7XCIkaWRcIjpcIjk4MFwiLFwiQ29sb3JcIjp7XCIkaWRcIjpcIjk4M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OTgyXCIsXCJUb3BcIjowLjAsXCJMZWZ0XCI6MC4wLFwiUmlnaHRcIjowLjAsXCJCb3R0b21cIjowLjB9LFwiUGFkZGluZ1wiOntcIiRpZFwiOlwiOTgz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UsXCJTaGFwZVNpemVcIjoxLFwiU2hhcGVTdHlsZVwiOntcIiRpZFwiOlwiOTg0XCIsXCJNYXJnaW5cIjp7XCIkaWRcIjpcIjk4NVwiLFwiVG9wXCI6MC4wLFwiTGVmdFwiOjAuMCxcIlJpZ2h0XCI6MC4wLFwiQm90dG9tXCI6MC4wfSxcIlBhZGRpbmdcIjp7XCIkaWRcIjpcIjk4NlwiLFwiVG9wXCI6MC4wLFwiTGVmdFwiOjAuMCxcIlJpZ2h0XCI6MC4wLFwiQm90dG9tXCI6MC4wfSxcIkJhY2tncm91bmRcIjp7XCIkaWRcIjpcIjk4N1wiLFwiQ29sb3JcIjp7XCIkaWRcIjpcIjk4OFwiLFwiQVwiOjI1NSxcIlJcIjoxNjUsXCJHXCI6MTY1LFwiQlwiOjE2NX19LFwiSXNWaXNpYmxlXCI6dHJ1ZSxcIldpZHRoXCI6MTguMCxcIkhlaWdodFwiOjIwLjAsXCJCb3JkZXJTdHlsZVwiOntcIiRpZFwiOlwiOTg5XCIsXCJMaW5lQ29sb3JcIjpudWxsLFwiTGluZVdlaWdodFwiOjAuMCxcIkxpbmVUeXBlXCI6MH19LFwiRGF0ZUZvcm1hdFwiOntcIiRpZFwiOlwiOTkw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MTIwMWM1ZmItZDIwNy00MmE0LWFiMzctMmIxYjk5M2YyZTNjXCIsXCJTcGFjaW5nXCI6NX0se1wiJGlkXCI6XCI5OTFcIixcIlRpdGxlU3R5bGVcIjp7XCIkaWRcIjpcIjk5MlwiLFwiRm9udFNldHRpbmdzXCI6e1wiJGlkXCI6XCI5OTNcIixcIkZvbnRTaXplXCI6MTEsXCJGb250TmFtZVwiOlwiQ2FsaWJyaVwiLFwiSXNCb2xkXCI6dHJ1ZSxcIklzSXRhbGljXCI6ZmFsc2UsXCJJc1VuZGVybGluZWRcIjpmYWxzZX0sXCJBdXRvU2l6ZVwiOjAsXCJGb3JlZ3JvdW5kXCI6e1wiJGlkXCI6XCI5OTRcIixcIkNvbG9yXCI6e1wiJHJlZlwiOlwiMTAyXCJ9fSxcIkJhY2tncm91bmRGaWxsVHlwZVwiOjAsXCJNYXhXaWR0aFwiOjIwMC4wLFwiTWF4SGVpZ2h0XCI6XCJJbmZpbml0eVwiLFwiU21hcnRGb3JlZ3JvdW5kSXNBY3RpdmVcIjpmYWxzZSxcIkhvcml6b250YWxBbGlnbm1lbnRcIjoyLFwiVmVydGljYWxBbGlnbm1lbnRcIjowLFwiU21hcnRGb3JlZ3JvdW5kXCI6bnVsbCxcIk1hcmdpblwiOntcIiRpZFwiOlwiOTk1XCIsXCJUb3BcIjowLjAsXCJMZWZ0XCI6MC4wLFwiUmlnaHRcIjowLjAsXCJCb3R0b21cIjowLjB9LFwiUGFkZGluZ1wiOntcIiRpZFwiOlwiOTk2XCIsXCJUb3BcIjowLjAsXCJMZWZ0XCI6MC4wLFwiUmlnaHRcIjowLjAsXCJCb3R0b21cIjowLjB9LFwiQmFja2dyb3VuZFwiOntcIiRyZWZcIjpcIjEwNVwifSxcIklzVmlzaWJsZVwiOnRydWUsXCJXaWR0aFwiOjAuMCxcIkhlaWdodFwiOjAuMCxcIkJvcmRlclN0eWxlXCI6bnVsbH0sXCJEYXRlU3R5bGVcIjp7XCIkaWRcIjpcIjk5N1wiLFwiRm9udFNldHRpbmdzXCI6e1wiJGlkXCI6XCI5OThcIixcIkZvbnRTaXplXCI6MTAsXCJGb250TmFtZVwiOlwiQ2FsaWJyaVwiLFwiSXNCb2xkXCI6ZmFsc2UsXCJJc0l0YWxpY1wiOmZhbHNlLFwiSXNVbmRlcmxpbmVkXCI6ZmFsc2V9LFwiQXV0b1NpemVcIjowLFwiRm9yZWdyb3VuZFwiOntcIiRpZFwiOlwiOTk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EwMDBcIixcIlRvcFwiOjAuMCxcIkxlZnRcIjowLjAsXCJSaWdodFwiOjAuMCxcIkJvdHRvbVwiOjAuMH0sXCJQYWRkaW5nXCI6e1wiJGlkXCI6XCIxMDAxXCIsXCJUb3BcIjowLjAsXCJMZWZ0XCI6MC4wLFwiUmlnaHRcIjowLjAsXCJCb3R0b21cIjowLjB9LFwiQmFja2dyb3VuZFwiOntcIiRyZWZcIjpcIjExMlwifSxcIklzVmlzaWJsZVwiOnRydWUsXCJXaWR0aFwiOjAuMCxcIkhlaWdodFwiOjAuMCxcIkJvcmRlclN0eWxlXCI6bnVsbH0sXCJUaXRsZVBvc2l0aW9uXCI6MCxcIkRhdGVQb3NpdGlvblwiOlwiTGVmdFwiLFwiU2hhcGVUeXBlXCI6NSxcIlNoYXBlU2l6ZVwiOjEsXCJTaGFwZVN0eWxlXCI6e1wiJGlkXCI6XCIxMDAyXCIsXCJNYXJnaW5cIjp7XCIkaWRcIjpcIjEwMDNcIixcIlRvcFwiOjAuMCxcIkxlZnRcIjowLjAsXCJSaWdodFwiOjAuMCxcIkJvdHRvbVwiOjAuMH0sXCJQYWRkaW5nXCI6e1wiJGlkXCI6XCIxMDA0XCIsXCJUb3BcIjowLjAsXCJMZWZ0XCI6MC4wLFwiUmlnaHRcIjowLjAsXCJCb3R0b21cIjowLjB9LFwiQmFja2dyb3VuZFwiOntcIiRpZFwiOlwiMTAwNVwiLFwiQ29sb3JcIjp7XCIkaWRcIjpcIjEwMDZcIixcIkFcIjoyNTUsXCJSXCI6MTY1LFwiR1wiOjE2NSxcIkJcIjoxNjV9fSxcIklzVmlzaWJsZVwiOnRydWUsXCJXaWR0aFwiOjE4LjAsXCJIZWlnaHRcIjoyMC4wLFwiQm9yZGVyU3R5bGVcIjpudWxsfSxcIkRhdGVGb3JtYXRcIjp7XCIkaWRcIjpcIjEwMD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X1dLFwiQ3VzdG9tU3dpbWxhbmVWMlN0eWxlTGlzdFwiOlt7XCIkaWRcIjpcIjEwMDhcIixcIkhlYWRlclN0eWxlXCI6e1wiJGlkXCI6XCIxMDA5XCIsXCJUZXh0U3R5bGVcIjp7XCIkcmVmXCI6XCIyNTRcIn0sXCJSZWN0YW5nbGVTdHlsZVwiOntcIiRyZWZcIjpcIjI2MFwifSxcIlRleHRJc1ZlcnRpY2FsXCI6ZmFsc2V9LFwiQmFja2dyb3VuZFN0eWxlXCI6e1wiJHJlZlwiOlwiMjY4XCJ9LFwiSXNBYm92ZVRpbWViYW5kXCI6ZmFsc2UsXCJTd2ltbGFuZURlZmF1bHRBY3Rpdml0eVN0eWxlXCI6e1wiJGlkXCI6XCIxMDEwXCIsXCJIZWFkZXJTdHlsZVwiOntcIiRpZFwiOlwiMTAxMVwiLFwiVGV4dFN0eWxlXCI6e1wiJGlkXCI6XCIxMDEyXCIsXCJGb250U2V0dGluZ3NcIjp7XCIkaWRcIjpcIjEwMTNcIixcIkZvbnRTaXplXCI6MTIsXCJGb250TmFtZVwiOlwiQ2FsaWJyaVwiLFwiSXNCb2xkXCI6ZmFsc2UsXCJJc0l0YWxpY1wiOmZhbHNlLFwiSXNVbmRlcmxpbmVkXCI6ZmFsc2V9LFwiQXV0b1NpemVcIjowLFwiRm9yZWdyb3VuZFwiOntcIiRpZFwiOlwiMTAxNFwiLFwiQ29sb3JcIjp7XCIkaWRcIjpcIjEwMTV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MTZcIixcIlRvcFwiOjAuMCxcIkxlZnRcIjowLjAsXCJSaWdodFwiOjAuMCxcIkJvdHRvbVwiOjAuMH0sXCJQYWRkaW5nXCI6e1wiJGlkXCI6XCIxMDE3XCIsXCJUb3BcIjowLjAsXCJMZWZ0XCI6MC4wLFwiUmlnaHRcIjowLjAsXCJCb3R0b21cIjowLjB9LFwiQmFja2dyb3VuZFwiOm51bGwsXCJJc1Zpc2libGVcIjpmYWxzZSxcIldpZHRoXCI6MC4wLFwiSGVpZ2h0XCI6MC4wLFwiQm9yZGVyU3R5bGVcIjpudWxsfSxcIlJlY3RhbmdsZVN0eWxlXCI6e1wiJGlkXCI6XCIxMDE4XCIsXCJNYXJnaW5cIjp7XCIkaWRcIjpcIjEwMTlcIixcIlRvcFwiOjAuMCxcIkxlZnRcIjowLjAsXCJSaWdodFwiOjAuMCxcIkJvdHRvbVwiOjAuMH0sXCJQYWRkaW5nXCI6e1wiJGlkXCI6XCIxMDIwXCIsXCJUb3BcIjowLjAsXCJMZWZ0XCI6MC4wLFwiUmlnaHRcIjowLjAsXCJCb3R0b21cIjowLjB9LFwiQmFja2dyb3VuZFwiOntcIiRpZFwiOlwiMTAyMVwiLFwiQ29sb3JcIjp7XCIkaWRcIjpcIjEwMjJcIixcIkFcIjo2MyxcIlJcIjoyNTUsXCJHXCI6MTkyLFwiQlwiOjB9fSxcIklzVmlzaWJsZVwiOmZhbHNlLFwiV2lkdGhcIjowLjAsXCJIZWlnaHRcIjowLjAsXCJCb3JkZXJTdHlsZVwiOntcIiRpZFwiOlwiMTAyM1wiLFwiTGluZUNvbG9yXCI6e1wiJGlkXCI6XCIxMDI0XCIsXCIkdHlwZVwiOlwiTkxSRS5Db21tb24uRG9tLlNvbGlkQ29sb3JCcnVzaCwgTkxSRS5Db21tb25cIixcIkNvbG9yXCI6e1wiJGlkXCI6XCIxMDI1XCIsXCJBXCI6MjU1LFwiUlwiOjI1NSxcIkdcIjowLFwiQlwiOjB9fSxcIkxpbmVXZWlnaHRcIjowLjAsXCJMaW5lVHlwZVwiOjB9fX0sXCJCYWNrZ3JvdW5kU3R5bGVcIjp7XCIkaWRcIjpcIjEwMjZcIixcIk1hcmdpblwiOm51bGwsXCJQYWRkaW5nXCI6bnVsbCxcIkJhY2tncm91bmRcIjp7XCIkaWRcIjpcIjEwMjdcIixcIkNvbG9yXCI6e1wiJGlkXCI6XCIxMDI4XCIsXCJBXCI6NTEsXCJSXCI6MTY1LFwiR1wiOjE2NSxcIkJcIjoxNjV9fSxcIklzVmlzaWJsZVwiOmZhbHNlLFwiV2lkdGhcIjowLjAsXCJIZWlnaHRcIjowLjAsXCJCb3JkZXJTdHlsZVwiOntcIiRpZFwiOlwiMTAyOVwiLFwiTGluZUNvbG9yXCI6e1wiJGlkXCI6XCIxMDMwXCIsXCIkdHlwZVwiOlwiTkxSRS5Db21tb24uRG9tLlNvbGlkQ29sb3JCcnVzaCwgTkxSRS5Db21tb25cIixcIkNvbG9yXCI6e1wiJGlkXCI6XCIxMDMxXCIsXCJBXCI6MjU1LFwiUlwiOjI1NSxcIkdcIjowLFwiQlwiOjB9fSxcIkxpbmVXZWlnaHRcIjowLjAsXCJMaW5lVHlwZVwiOjB9fSxcIkN1c3RvbVN3aW1sYW5lTWlsZXN0b25lU3R5bGVMaXN0XCI6W3tcIiRyZWZcIjpcIjI3NlwifSx7XCIkcmVmXCI6XCIyOTVcIn0se1wiJHJlZlwiOlwiMzE0XCJ9LHtcIiRyZWZcIjpcIjMzM1wifSx7XCIkcmVmXCI6XCIzNTJcIn0se1wiJHJlZlwiOlwiMzcxXCJ9LHtcIiRyZWZcIjpcIjM5MFwifSx7XCIkcmVmXCI6XCI0MDlcIn1dLFwiQ3VzdG9tU3dpbWxhbmVUYXNrU3R5bGVMaXN0XCI6W10sXCJJc1Zpc2libGVcIjp0cnVlfSxcIkN1c3RvbVN3aW1sYW5lQWN0aXZpdGllc1N0eWxlTGlzdFwiOltdLFwiSXNWaXNpYmxlXCI6dHJ1ZSxcIlNwYWNpbmdcIjoyfSx7XCIkaWRcIjpcIjEwMzJcIixcIkhlYWRlclN0eWxlXCI6e1wiJGlkXCI6XCIxMDMzXCIsXCJUZXh0U3R5bGVcIjp7XCIkcmVmXCI6XCI0MzFcIn0sXCJSZWN0YW5nbGVTdHlsZVwiOntcIiRyZWZcIjpcIjQzN1wifSxcIlRleHRJc1ZlcnRpY2FsXCI6ZmFsc2V9LFwiQmFja2dyb3VuZFN0eWxlXCI6e1wiJHJlZlwiOlwiNDQ1XCJ9LFwiSXNBYm92ZVRpbWViYW5kXCI6ZmFsc2UsXCJTd2ltbGFuZURlZmF1bHRBY3Rpdml0eVN0eWxlXCI6e1wiJGlkXCI6XCIxMDM0XCIsXCJIZWFkZXJTdHlsZVwiOntcIiRpZFwiOlwiMTAzNVwiLFwiVGV4dFN0eWxlXCI6e1wiJGlkXCI6XCIxMDM2XCIsXCJGb250U2V0dGluZ3NcIjp7XCIkaWRcIjpcIjEwMzdcIixcIkZvbnRTaXplXCI6MTIsXCJGb250TmFtZVwiOlwiQ2FsaWJyaVwiLFwiSXNCb2xkXCI6ZmFsc2UsXCJJc0l0YWxpY1wiOmZhbHNlLFwiSXNVbmRlcmxpbmVkXCI6ZmFsc2V9LFwiQXV0b1NpemVcIjowLFwiRm9yZWdyb3VuZFwiOntcIiRpZFwiOlwiMTAzOFwiLFwiQ29sb3JcIjp7XCIkaWRcIjpcIjEwMzl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NDBcIixcIlRvcFwiOjAuMCxcIkxlZnRcIjowLjAsXCJSaWdodFwiOjAuMCxcIkJvdHRvbVwiOjAuMH0sXCJQYWRkaW5nXCI6e1wiJGlkXCI6XCIxMDQxXCIsXCJUb3BcIjowLjAsXCJMZWZ0XCI6MC4wLFwiUmlnaHRcIjowLjAsXCJCb3R0b21cIjowLjB9LFwiQmFja2dyb3VuZFwiOm51bGwsXCJJc1Zpc2libGVcIjpmYWxzZSxcIldpZHRoXCI6MC4wLFwiSGVpZ2h0XCI6MC4wLFwiQm9yZGVyU3R5bGVcIjpudWxsfSxcIlJlY3RhbmdsZVN0eWxlXCI6e1wiJGlkXCI6XCIxMDQyXCIsXCJNYXJnaW5cIjp7XCIkaWRcIjpcIjEwNDNcIixcIlRvcFwiOjAuMCxcIkxlZnRcIjowLjAsXCJSaWdodFwiOjAuMCxcIkJvdHRvbVwiOjAuMH0sXCJQYWRkaW5nXCI6e1wiJGlkXCI6XCIxMDQ0XCIsXCJUb3BcIjowLjAsXCJMZWZ0XCI6MC4wLFwiUmlnaHRcIjowLjAsXCJCb3R0b21cIjowLjB9LFwiQmFja2dyb3VuZFwiOntcIiRpZFwiOlwiMTA0NVwiLFwiQ29sb3JcIjp7XCIkaWRcIjpcIjEwNDZcIixcIkFcIjo2MyxcIlJcIjoxMTIsXCJHXCI6MTczLFwiQlwiOjcxfX0sXCJJc1Zpc2libGVcIjpmYWxzZSxcIldpZHRoXCI6MC4wLFwiSGVpZ2h0XCI6MC4wLFwiQm9yZGVyU3R5bGVcIjp7XCIkaWRcIjpcIjEwNDdcIixcIkxpbmVDb2xvclwiOntcIiRpZFwiOlwiMTA0OFwiLFwiJHR5cGVcIjpcIk5MUkUuQ29tbW9uLkRvbS5Tb2xpZENvbG9yQnJ1c2gsIE5MUkUuQ29tbW9uXCIsXCJDb2xvclwiOntcIiRpZFwiOlwiMTA0OVwiLFwiQVwiOjI1NSxcIlJcIjoyNTUsXCJHXCI6MCxcIkJcIjowfX0sXCJMaW5lV2VpZ2h0XCI6MC4wLFwiTGluZVR5cGVcIjowfX19LFwiQmFja2dyb3VuZFN0eWxlXCI6e1wiJGlkXCI6XCIxMDUwXCIsXCJNYXJnaW5cIjpudWxsLFwiUGFkZGluZ1wiOm51bGwsXCJCYWNrZ3JvdW5kXCI6e1wiJGlkXCI6XCIxMDUxXCIsXCJDb2xvclwiOntcIiRpZFwiOlwiMTA1MlwiLFwiQVwiOjUxLFwiUlwiOjE2NSxcIkdcIjoxNjUsXCJCXCI6MTY1fX0sXCJJc1Zpc2libGVcIjpmYWxzZSxcIldpZHRoXCI6MC4wLFwiSGVpZ2h0XCI6MC4wLFwiQm9yZGVyU3R5bGVcIjp7XCIkaWRcIjpcIjEwNTNcIixcIkxpbmVDb2xvclwiOntcIiRpZFwiOlwiMTA1NFwiLFwiJHR5cGVcIjpcIk5MUkUuQ29tbW9uLkRvbS5Tb2xpZENvbG9yQnJ1c2gsIE5MUkUuQ29tbW9uXCIsXCJDb2xvclwiOntcIiRpZFwiOlwiMTA1NVwiLFwiQVwiOjI1NSxcIlJcIjoyNTUsXCJHXCI6MCxcIkJcIjowfX0sXCJMaW5lV2VpZ2h0XCI6MC4wLFwiTGluZVR5cGVcIjowfX0sXCJDdXN0b21Td2ltbGFuZU1pbGVzdG9uZVN0eWxlTGlzdFwiOlt7XCIkcmVmXCI6XCI0NTNcIn0se1wiJHJlZlwiOlwiNDc1XCJ9LHtcIiRyZWZcIjpcIjQ5NFwifSx7XCIkcmVmXCI6XCI1MTNcIn0se1wiJHJlZlwiOlwiNTMzXCJ9LHtcIiRyZWZcIjpcIjU1MlwifSx7XCIkcmVmXCI6XCI1NzFcIn0se1wiJHJlZlwiOlwiNTkwXCJ9LHtcIiRyZWZcIjpcIjYxMFwifV0sXCJDdXN0b21Td2ltbGFuZVRhc2tTdHlsZUxpc3RcIjpbXSxcIklzVmlzaWJsZVwiOnRydWV9LFwiQ3VzdG9tU3dpbWxhbmVBY3Rpdml0aWVzU3R5bGVMaXN0XCI6W10sXCJJc1Zpc2libGVcIjp0cnVlLFwiU3BhY2luZ1wiOjJ9LHtcIiRpZFwiOlwiMTA1NlwiLFwiSGVhZGVyU3R5bGVcIjp7XCIkaWRcIjpcIjEwNTdcIixcIlRleHRTdHlsZVwiOntcIiRyZWZcIjpcIjYzMlwifSxcIlJlY3RhbmdsZVN0eWxlXCI6e1wiJHJlZlwiOlwiNjM4XCJ9LFwiVGV4dElzVmVydGljYWxcIjpmYWxzZX0sXCJCYWNrZ3JvdW5kU3R5bGVcIjp7XCIkcmVmXCI6XCI2NDZcIn0sXCJJc0Fib3ZlVGltZWJhbmRcIjpmYWxzZSxcIlN3aW1sYW5lRGVmYXVsdEFjdGl2aXR5U3R5bGVcIjp7XCIkaWRcIjpcIjEwNThcIixcIkhlYWRlclN0eWxlXCI6e1wiJGlkXCI6XCIxMDU5XCIsXCJUZXh0U3R5bGVcIjp7XCIkaWRcIjpcIjEwNjBcIixcIkZvbnRTZXR0aW5nc1wiOntcIiRpZFwiOlwiMTA2MVwiLFwiRm9udFNpemVcIjoxMixcIkZvbnROYW1lXCI6XCJDYWxpYnJpXCIsXCJJc0JvbGRcIjpmYWxzZSxcIklzSXRhbGljXCI6ZmFsc2UsXCJJc1VuZGVybGluZWRcIjpmYWxzZX0sXCJBdXRvU2l6ZVwiOjAsXCJGb3JlZ3JvdW5kXCI6e1wiJGlkXCI6XCIxMDYyXCIsXCJDb2xvclwiOntcIiRpZFwiOlwiMTA2M1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MTA2NFwiLFwiVG9wXCI6MC4wLFwiTGVmdFwiOjAuMCxcIlJpZ2h0XCI6MC4wLFwiQm90dG9tXCI6MC4wfSxcIlBhZGRpbmdcIjp7XCIkaWRcIjpcIjEwNjVcIixcIlRvcFwiOjAuMCxcIkxlZnRcIjowLjAsXCJSaWdodFwiOjAuMCxcIkJvdHRvbVwiOjAuMH0sXCJCYWNrZ3JvdW5kXCI6bnVsbCxcIklzVmlzaWJsZVwiOmZhbHNlLFwiV2lkdGhcIjowLjAsXCJIZWlnaHRcIjowLjAsXCJCb3JkZXJTdHlsZVwiOm51bGx9LFwiUmVjdGFuZ2xlU3R5bGVcIjp7XCIkaWRcIjpcIjEwNjZcIixcIk1hcmdpblwiOntcIiRpZFwiOlwiMTA2N1wiLFwiVG9wXCI6MC4wLFwiTGVmdFwiOjAuMCxcIlJpZ2h0XCI6MC4wLFwiQm90dG9tXCI6MC4wfSxcIlBhZGRpbmdcIjp7XCIkaWRcIjpcIjEwNjhcIixcIlRvcFwiOjAuMCxcIkxlZnRcIjowLjAsXCJSaWdodFwiOjAuMCxcIkJvdHRvbVwiOjAuMH0sXCJCYWNrZ3JvdW5kXCI6e1wiJGlkXCI6XCIxMDY5XCIsXCJDb2xvclwiOntcIiRpZFwiOlwiMTA3MFwiLFwiQVwiOjYzLFwiUlwiOjkxLFwiR1wiOjE1NSxcIkJcIjoyMTN9fSxcIklzVmlzaWJsZVwiOmZhbHNlLFwiV2lkdGhcIjowLjAsXCJIZWlnaHRcIjowLjAsXCJCb3JkZXJTdHlsZVwiOntcIiRpZFwiOlwiMTA3MVwiLFwiTGluZUNvbG9yXCI6e1wiJGlkXCI6XCIxMDcyXCIsXCIkdHlwZVwiOlwiTkxSRS5Db21tb24uRG9tLlNvbGlkQ29sb3JCcnVzaCwgTkxSRS5Db21tb25cIixcIkNvbG9yXCI6e1wiJGlkXCI6XCIxMDczXCIsXCJBXCI6MjU1LFwiUlwiOjI1NSxcIkdcIjowLFwiQlwiOjB9fSxcIkxpbmVXZWlnaHRcIjowLjAsXCJMaW5lVHlwZVwiOjB9fX0sXCJCYWNrZ3JvdW5kU3R5bGVcIjp7XCIkaWRcIjpcIjEwNzRcIixcIk1hcmdpblwiOm51bGwsXCJQYWRkaW5nXCI6bnVsbCxcIkJhY2tncm91bmRcIjp7XCIkaWRcIjpcIjEwNzVcIixcIkNvbG9yXCI6e1wiJGlkXCI6XCIxMDc2XCIsXCJBXCI6NTEsXCJSXCI6MTY1LFwiR1wiOjE2NSxcIkJcIjoxNjV9fSxcIklzVmlzaWJsZVwiOmZhbHNlLFwiV2lkdGhcIjowLjAsXCJIZWlnaHRcIjowLjAsXCJCb3JkZXJTdHlsZVwiOntcIiRpZFwiOlwiMTA3N1wiLFwiTGluZUNvbG9yXCI6e1wiJGlkXCI6XCIxMDc4XCIsXCIkdHlwZVwiOlwiTkxSRS5Db21tb24uRG9tLlNvbGlkQ29sb3JCcnVzaCwgTkxSRS5Db21tb25cIixcIkNvbG9yXCI6e1wiJGlkXCI6XCIxMDc5XCIsXCJBXCI6MjU1LFwiUlwiOjI1NSxcIkdcIjowLFwiQlwiOjB9fSxcIkxpbmVXZWlnaHRcIjowLjAsXCJMaW5lVHlwZVwiOjB9fSxcIkN1c3RvbVN3aW1sYW5lTWlsZXN0b25lU3R5bGVMaXN0XCI6W3tcIiRyZWZcIjpcIjY1NFwifSx7XCIkcmVmXCI6XCI2NzNcIn0se1wiJHJlZlwiOlwiNjkyXCJ9LHtcIiRyZWZcIjpcIjcxMVwifSx7XCIkcmVmXCI6XCI3MzBcIn0se1wiJHJlZlwiOlwiNzQ5XCJ9LHtcIiRyZWZcIjpcIjc2OFwifSx7XCIkcmVmXCI6XCI3ODdcIn1dLFwiQ3VzdG9tU3dpbWxhbmVUYXNrU3R5bGVMaXN0XCI6W10sXCJJc1Zpc2libGVcIjp0cnVlfSxcIkN1c3RvbVN3aW1sYW5lQWN0aXZpdGllc1N0eWxlTGlzdFwiOltdLFwiSXNWaXNpYmxlXCI6dHJ1ZSxcIlNwYWNpbmdcIjoyfSx7XCIkaWRcIjpcIjEwODBcIixcIkhlYWRlclN0eWxlXCI6e1wiJGlkXCI6XCIxMDgxXCIsXCJUZXh0U3R5bGVcIjp7XCIkcmVmXCI6XCI4MDlcIn0sXCJSZWN0YW5nbGVTdHlsZVwiOntcIiRyZWZcIjpcIjgxNVwifSxcIlRleHRJc1ZlcnRpY2FsXCI6ZmFsc2V9LFwiQmFja2dyb3VuZFN0eWxlXCI6e1wiJHJlZlwiOlwiODIzXCJ9LFwiSXNBYm92ZVRpbWViYW5kXCI6ZmFsc2UsXCJTd2ltbGFuZURlZmF1bHRBY3Rpdml0eVN0eWxlXCI6e1wiJGlkXCI6XCIxMDgyXCIsXCJIZWFkZXJTdHlsZVwiOntcIiRpZFwiOlwiMTA4M1wiLFwiVGV4dFN0eWxlXCI6e1wiJGlkXCI6XCIxMDg0XCIsXCJGb250U2V0dGluZ3NcIjp7XCIkaWRcIjpcIjEwODVcIixcIkZvbnRTaXplXCI6MTIsXCJGb250TmFtZVwiOlwiQ2FsaWJyaVwiLFwiSXNCb2xkXCI6ZmFsc2UsXCJJc0l0YWxpY1wiOmZhbHNlLFwiSXNVbmRlcmxpbmVkXCI6ZmFsc2V9LFwiQXV0b1NpemVcIjowLFwiRm9yZWdyb3VuZFwiOntcIiRpZFwiOlwiMTA4NlwiLFwiQ29sb3JcIjp7XCIkaWRcIjpcIjEwODd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ODhcIixcIlRvcFwiOjAuMCxcIkxlZnRcIjowLjAsXCJSaWdodFwiOjAuMCxcIkJvdHRvbVwiOjAuMH0sXCJQYWRkaW5nXCI6e1wiJGlkXCI6XCIxMDg5XCIsXCJUb3BcIjowLjAsXCJMZWZ0XCI6MC4wLFwiUmlnaHRcIjowLjAsXCJCb3R0b21cIjowLjB9LFwiQmFja2dyb3VuZFwiOm51bGwsXCJJc1Zpc2libGVcIjpmYWxzZSxcIldpZHRoXCI6MC4wLFwiSGVpZ2h0XCI6MC4wLFwiQm9yZGVyU3R5bGVcIjpudWxsfSxcIlJlY3RhbmdsZVN0eWxlXCI6e1wiJGlkXCI6XCIxMDkwXCIsXCJNYXJnaW5cIjp7XCIkaWRcIjpcIjEwOTFcIixcIlRvcFwiOjAuMCxcIkxlZnRcIjowLjAsXCJSaWdodFwiOjAuMCxcIkJvdHRvbVwiOjAuMH0sXCJQYWRkaW5nXCI6e1wiJGlkXCI6XCIxMDkyXCIsXCJUb3BcIjowLjAsXCJMZWZ0XCI6MC4wLFwiUmlnaHRcIjowLjAsXCJCb3R0b21cIjowLjB9LFwiQmFja2dyb3VuZFwiOntcIiRpZFwiOlwiMTA5M1wiLFwiQ29sb3JcIjp7XCIkaWRcIjpcIjEwOTRcIixcIkFcIjo2MyxcIlJcIjoyMzcsXCJHXCI6MTI1LFwiQlwiOjQ5fX0sXCJJc1Zpc2libGVcIjpmYWxzZSxcIldpZHRoXCI6MC4wLFwiSGVpZ2h0XCI6MC4wLFwiQm9yZGVyU3R5bGVcIjp7XCIkaWRcIjpcIjEwOTVcIixcIkxpbmVDb2xvclwiOntcIiRpZFwiOlwiMTA5NlwiLFwiJHR5cGVcIjpcIk5MUkUuQ29tbW9uLkRvbS5Tb2xpZENvbG9yQnJ1c2gsIE5MUkUuQ29tbW9uXCIsXCJDb2xvclwiOntcIiRpZFwiOlwiMTA5N1wiLFwiQVwiOjI1NSxcIlJcIjoyNTUsXCJHXCI6MCxcIkJcIjowfX0sXCJMaW5lV2VpZ2h0XCI6MC4wLFwiTGluZVR5cGVcIjowfX19LFwiQmFja2dyb3VuZFN0eWxlXCI6e1wiJGlkXCI6XCIxMDk4XCIsXCJNYXJnaW5cIjpudWxsLFwiUGFkZGluZ1wiOm51bGwsXCJCYWNrZ3JvdW5kXCI6e1wiJGlkXCI6XCIxMDk5XCIsXCJDb2xvclwiOntcIiRpZFwiOlwiMTEwMFwiLFwiQVwiOjUxLFwiUlwiOjE2NSxcIkdcIjoxNjUsXCJCXCI6MTY1fX0sXCJJc1Zpc2libGVcIjpmYWxzZSxcIldpZHRoXCI6MC4wLFwiSGVpZ2h0XCI6MC4wLFwiQm9yZGVyU3R5bGVcIjp7XCIkaWRcIjpcIjExMDFcIixcIkxpbmVDb2xvclwiOntcIiRpZFwiOlwiMTEwMlwiLFwiJHR5cGVcIjpcIk5MUkUuQ29tbW9uLkRvbS5Tb2xpZENvbG9yQnJ1c2gsIE5MUkUuQ29tbW9uXCIsXCJDb2xvclwiOntcIiRpZFwiOlwiMTEwM1wiLFwiQVwiOjI1NSxcIlJcIjoyNTUsXCJHXCI6MCxcIkJcIjowfX0sXCJMaW5lV2VpZ2h0XCI6MC4wLFwiTGluZVR5cGVcIjowfX0sXCJDdXN0b21Td2ltbGFuZU1pbGVzdG9uZVN0eWxlTGlzdFwiOlt7XCIkcmVmXCI6XCI4MzFcIn0se1wiJHJlZlwiOlwiODUwXCJ9LHtcIiRyZWZcIjpcIjg2OVwifSx7XCIkcmVmXCI6XCI4ODlcIn1dLFwiQ3VzdG9tU3dpbWxhbmVUYXNrU3R5bGVMaXN0XCI6W10sXCJJc1Zpc2libGVcIjp0cnVlfSxcIkN1c3RvbVN3aW1sYW5lQWN0aXZpdGllc1N0eWxlTGlzdFwiOltdLFwiSXNWaXNpYmxlXCI6dHJ1ZSxcIlNwYWNpbmdcIjoyfSx7XCIkaWRcIjpcIjExMDRcIixcIkhlYWRlclN0eWxlXCI6e1wiJGlkXCI6XCIxMTA1XCIsXCJUZXh0U3R5bGVcIjp7XCIkcmVmXCI6XCI5MTFcIn0sXCJSZWN0YW5nbGVTdHlsZVwiOntcIiRyZWZcIjpcIjkxN1wifSxcIlRleHRJc1ZlcnRpY2FsXCI6ZmFsc2V9LFwiQmFja2dyb3VuZFN0eWxlXCI6e1wiJHJlZlwiOlwiOTI1XCJ9LFwiSXNBYm92ZVRpbWViYW5kXCI6ZmFsc2UsXCJTd2ltbGFuZURlZmF1bHRBY3Rpdml0eVN0eWxlXCI6e1wiJGlkXCI6XCIxMTA2XCIsXCJIZWFkZXJTdHlsZVwiOntcIiRpZFwiOlwiMTEwN1wiLFwiVGV4dFN0eWxlXCI6e1wiJGlkXCI6XCIxMTA4XCIsXCJGb250U2V0dGluZ3NcIjp7XCIkaWRcIjpcIjExMDlcIixcIkZvbnRTaXplXCI6MTIsXCJGb250TmFtZVwiOlwiQ2FsaWJyaVwiLFwiSXNCb2xkXCI6ZmFsc2UsXCJJc0l0YWxpY1wiOmZhbHNlLFwiSXNVbmRlcmxpbmVkXCI6ZmFsc2V9LFwiQXV0b1NpemVcIjowLFwiRm9yZWdyb3VuZFwiOntcIiRpZFwiOlwiMTExMFwiLFwiQ29sb3JcIjp7XCIkaWRcIjpcIjExMTF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xMTJcIixcIlRvcFwiOjAuMCxcIkxlZnRcIjowLjAsXCJSaWdodFwiOjAuMCxcIkJvdHRvbVwiOjAuMH0sXCJQYWRkaW5nXCI6e1wiJGlkXCI6XCIxMTEzXCIsXCJUb3BcIjowLjAsXCJMZWZ0XCI6MC4wLFwiUmlnaHRcIjowLjAsXCJCb3R0b21cIjowLjB9LFwiQmFja2dyb3VuZFwiOm51bGwsXCJJc1Zpc2libGVcIjpmYWxzZSxcIldpZHRoXCI6MC4wLFwiSGVpZ2h0XCI6MC4wLFwiQm9yZGVyU3R5bGVcIjpudWxsfSxcIlJlY3RhbmdsZVN0eWxlXCI6e1wiJGlkXCI6XCIxMTE0XCIsXCJNYXJnaW5cIjp7XCIkaWRcIjpcIjExMTVcIixcIlRvcFwiOjAuMCxcIkxlZnRcIjowLjAsXCJSaWdodFwiOjAuMCxcIkJvdHRvbVwiOjAuMH0sXCJQYWRkaW5nXCI6e1wiJGlkXCI6XCIxMTE2XCIsXCJUb3BcIjowLjAsXCJMZWZ0XCI6MC4wLFwiUmlnaHRcIjowLjAsXCJCb3R0b21cIjowLjB9LFwiQmFja2dyb3VuZFwiOntcIiRpZFwiOlwiMTExN1wiLFwiQ29sb3JcIjp7XCIkaWRcIjpcIjExMThcIixcIkFcIjo2MyxcIlJcIjoxNjUsXCJHXCI6MTY1LFwiQlwiOjE2NX19LFwiSXNWaXNpYmxlXCI6ZmFsc2UsXCJXaWR0aFwiOjAuMCxcIkhlaWdodFwiOjAuMCxcIkJvcmRlclN0eWxlXCI6e1wiJGlkXCI6XCIxMTE5XCIsXCJMaW5lQ29sb3JcIjp7XCIkaWRcIjpcIjExMjBcIixcIiR0eXBlXCI6XCJOTFJFLkNvbW1vbi5Eb20uU29saWRDb2xvckJydXNoLCBOTFJFLkNvbW1vblwiLFwiQ29sb3JcIjp7XCIkaWRcIjpcIjExMjFcIixcIkFcIjoyNTUsXCJSXCI6MjU1LFwiR1wiOjAsXCJCXCI6MH19LFwiTGluZVdlaWdodFwiOjAuMCxcIkxpbmVUeXBlXCI6MH19fSxcIkJhY2tncm91bmRTdHlsZVwiOntcIiRpZFwiOlwiMTEyMlwiLFwiTWFyZ2luXCI6bnVsbCxcIlBhZGRpbmdcIjpudWxsLFwiQmFja2dyb3VuZFwiOntcIiRpZFwiOlwiMTEyM1wiLFwiQ29sb3JcIjp7XCIkaWRcIjpcIjExMjRcIixcIkFcIjo1MSxcIlJcIjoxNjUsXCJHXCI6MTY1LFwiQlwiOjE2NX19LFwiSXNWaXNpYmxlXCI6ZmFsc2UsXCJXaWR0aFwiOjAuMCxcIkhlaWdodFwiOjAuMCxcIkJvcmRlclN0eWxlXCI6e1wiJGlkXCI6XCIxMTI1XCIsXCJMaW5lQ29sb3JcIjp7XCIkaWRcIjpcIjExMjZcIixcIiR0eXBlXCI6XCJOTFJFLkNvbW1vbi5Eb20uU29saWRDb2xvckJydXNoLCBOTFJFLkNvbW1vblwiLFwiQ29sb3JcIjp7XCIkaWRcIjpcIjExMjdcIixcIkFcIjoyNTUsXCJSXCI6MjU1LFwiR1wiOjAsXCJCXCI6MH19LFwiTGluZVdlaWdodFwiOjAuMCxcIkxpbmVUeXBlXCI6MH19LFwiQ3VzdG9tU3dpbWxhbmVNaWxlc3RvbmVTdHlsZUxpc3RcIjpbe1wiJHJlZlwiOlwiOTMzXCJ9LHtcIiRyZWZcIjpcIjk1MlwifSx7XCIkcmVmXCI6XCI5NzFcIn0se1wiJHJlZlwiOlwiOTkxXCJ9XSxcIkN1c3RvbVN3aW1sYW5lVGFza1N0eWxlTGlzdFwiOltdLFwiSXNWaXNpYmxlXCI6dHJ1ZX0sXCJDdXN0b21Td2ltbGFuZUFjdGl2aXRpZXNTdHlsZUxpc3RcIjpbXSxcIklzVmlzaWJsZVwiOnRydWUsXCJTcGFjaW5nXCI6Mn1dLFwiR3JpZGxpbmVQYW5lbFN0eWxlXCI6e1wiJGlkXCI6XCIxMTI4XCIsXCJHcmlkbGluZVN0eWxlXCI6e1wiJGlkXCI6XCIxMTI5XCIsXCJMaW5lQ29sb3JcIjp7XCIkaWRcIjpcIjExMzBcIixcIiR0eXBlXCI6XCJOTFJFLkNvbW1vbi5Eb20uU29saWRDb2xvckJydXNoLCBOTFJFLkNvbW1vblwiLFwiQ29sb3JcIjp7XCIkaWRcIjpcIjExMzFcIixcIkFcIjoyNTUsXCJSXCI6MjA4LFwiR1wiOjIwNixcIkJcIjoyMDZ9fSxcIkxpbmVXZWlnaHRcIjoxLjAsXCJMaW5lVHlwZVwiOjB9LFwiSXNWaXNpYmxlXCI6dHJ1ZX0sXCJBY3Rpdml0eUxpbmVQYW5lbFN0eWxlXCI6e1wiJGlkXCI6XCIxMTMyXCIsXCJBY3Rpdml0eUxpbmVTdHlsZVwiOntcIiRpZFwiOlwiMTEzM1wiLFwiTGluZUNvbG9yXCI6e1wiJGlkXCI6XCIxMTM0XCIsXCIkdHlwZVwiOlwiTkxSRS5Db21tb24uRG9tLlNvbGlkQ29sb3JCcnVzaCwgTkxSRS5Db21tb25cIixcIkNvbG9yXCI6e1wiJGlkXCI6XCIxMTM1XCIsXCJBXCI6MzgsXCJSXCI6NjgsXCJHXCI6MTE0LFwiQlwiOjE5Nn19LFwiTGluZVdlaWdodFwiOjEuMCxcIkxpbmVUeXBlXCI6MH0sXCJJc1Zpc2libGVcIjp0cnVlfSxcIkRlZmF1bHREZXBlbmRlbmN5U3R5bGVcIjp7XCIkaWRcIjpcIjExMzZcIixcIkxpbmVTdHlsZVwiOntcIiRpZFwiOlwiMTEzN1wiLFwiTGluZUNvbG9yXCI6e1wiJGlkXCI6XCIxMTM4XCIsXCIkdHlwZVwiOlwiTkxSRS5Db21tb24uRG9tLlNvbGlkQ29sb3JCcnVzaCwgTkxSRS5Db21tb25cIixcIkNvbG9yXCI6e1wiJGlkXCI6XCIxMTM5XCIsXCJBXCI6MjU1LFwiUlwiOjAsXCJHXCI6MCxcIkJcIjowfX0sXCJMaW5lV2VpZ2h0XCI6MS4wLFwiTGluZVR5cGVcIjowfSxcIkVuZEFycm93aGVhZExpbmVTdHlsZVwiOntcIiRpZFwiOlwiMTE0MFwiLFwiS2luZFwiOjEsXCJXaWR0aFwiOjEsXCJMZW5ndGhcIjowLFwiUGFyZW50U3R5bGVcIjpudWxsfSxcIkJyaW5nVG9Gcm9udFwiOnRydWUsXCJJc1Zpc2libGVcIjp0cnVlLFwiUmFkaXVzXCI6MC4wfSxcIkNyaXRpY2FsUGF0aFN0eWxlXCI6e1wiJGlkXCI6XCIxMTQxXCIsXCJDcml0aWNhbFBhdGhTdHlsZU9wdGlvbnNcIjoxNSxcIkxpbmVTdHlsZVwiOntcIiRpZFwiOlwiMTE0MlwiLFwiTGluZUNvbG9yXCI6e1wiJGlkXCI6XCIxMTQzXCIsXCIkdHlwZVwiOlwiTkxSRS5Db21tb24uRG9tLlNvbGlkQ29sb3JCcnVzaCwgTkxSRS5Db21tb25cIixcIkNvbG9yXCI6e1wiJGlkXCI6XCIxMTQ0XCIsXCJBXCI6MjU1LFwiUlwiOjIyMixcIkdcIjo1MCxcIkJcIjo1MH19LFwiTGluZVdlaWdodFwiOjEuMCxcIkxpbmVUeXBlXCI6MH0sXCJUaXRsZUZvcmVncm91bmRcIjp7XCIkaWRcIjpcIjExNDVcIixcIkNvbG9yXCI6e1wiJGlkXCI6XCIxMTQ2XCIsXCJBXCI6MjU1LFwiUlwiOjE3NixcIkdcIjoxOSxcIkJcIjoyNX19LFwiU2hhcGVzQmFja2dyb3VuZFwiOntcIiRpZFwiOlwiMTE0N1wiLFwiQ29sb3JcIjp7XCIkaWRcIjpcIjExNDhcIixcIkFcIjoyNTUsXCJSXCI6MjUzLFwiR1wiOjIwMyxcIkJcIjoyMDh9fSxcIlNoYXBlc0JvcmRlclN0eWxlXCI6e1wiJGlkXCI6XCIxMTQ5XCIsXCJMaW5lQ29sb3JcIjp7XCIkaWRcIjpcIjExNTBcIixcIiR0eXBlXCI6XCJOTFJFLkNvbW1vbi5Eb20uU29saWRDb2xvckJydXNoLCBOTFJFLkNvbW1vblwiLFwiQ29sb3JcIjp7XCIkaWRcIjpcIjExNTFcIixcIkFcIjoyNTUsXCJSXCI6MjIyLFwiR1wiOjUwLFwiQlwiOjUwfX0sXCJMaW5lV2VpZ2h0XCI6MS41LFwiTGluZVR5cGVcIjowfSxcIklzVmlzaWJsZVwiOmZhbHNlfSxcIlBhbmVsc1NwYWNpbmdEZWZpbml0aW9uXCI6e1wiJGlkXCI6XCIxMTUyXCIsXCJTcGFjaW5nQWJvdmVUaW1lYmFuZFwiOjUsXCJTcGFjaW5nQmVsb3dUaW1lYmFuZFwiOjUsXCJTcGFjaW5nQWJvdmVCZXR3ZWVuU3dpbWxhbmVzQW5kVGFza3NcIjo1LFwiU3BhY2luZ0JlbG93QmV0d2VlblN3aW1sYW5lc0FuZFRhc2tzXCI6NX19LFwiU2NhbGVcIjp7XCIkaWRcIjpcIjExNTNcIixcIlN0YXJ0RGF0ZVwiOlwiMDAwMS0wMS0wMVQwMDowMDowMFwiLFwiRW5kRGF0ZVwiOlwiMjAyMC0xMS0xM1QyMzo1OTowMFwiLFwiRm9ybWF0XCI6XCJNTU1cIixcIlR5cGVcIjozLFwiQXV0b0RhdGVSYW5nZVwiOnRydWUsXCJXb3JraW5nRGF5c1wiOjMxLFwiVG9kYXlNYXJrZXJUZXh0XCI6XCJUb2RheVwiLFwiQXV0b1NjYWxlVHlwZVwiOmZhbHNlfSxcIlNjYWxlVjJcIjp7XCIkaWRcIjpcIjExNTRcIixcIlN0YXJ0RGF0ZVwiOlwiMDAwMS0wMS0wMVQwMDowMDowMFwiLFwiRW5kRGF0ZVwiOlwiMjAyMC0xMS0xM1QyMzo1OTowMFwiLFwiQXV0b0RhdGVSYW5nZVwiOnRydWUsXCJXb3JraW5nRGF5c1wiOjMxLFwiVG9kYXlNYXJrZXJUZXh0XCI6XCJUb2RheVwiLFwiQXV0b1NjYWxlVHlwZVwiOmZhbHNlLFwiVGltZWJhbmRTY2FsZXNcIjp7XCIkaWRcIjpcIjExNTVcIixcIlRvcFNjYWxlTGF5ZXJcIjp7XCIkaWRcIjpcIjExNTZcIixcIkZvcm1hdFwiOlwiTU1NXCIsXCJUeXBlXCI6M30sXCJNaWRkbGVTY2FsZUxheWVyXCI6e1wiJGlkXCI6XCIxMTU3XCIsXCJGb3JtYXRcIjpudWxsLFwiVHlwZVwiOjB9LFwiQm90dG9tU2NhbGVMYXllclwiOntcIiRpZFwiOlwiMTE1OFwiLFwiRm9ybWF0XCI6bnVsbCxcIlR5cGVcIjowfX19LFwiTWlsZXN0b25lc1wiOltdLFwiVGFza3NcIjpbXSxcIlN3aW1sYW5lc1wiOltdLFwiU3dpbWxhbmVzVjJcIjpbXSxcIkRlcGVuZGVuY2llc1wiOltdLFwiRGVwZW5kZW5jeVNldHRpbmdzXCI6e1wiJGlkXCI6XCIxMTU5XCIsXCJEZXBlbmRlbmN5TW9kdWxlRW5hYmxlZFwiOmZhbHNlLFwiU2NoZWR1bGluZ1NldHRpbmdzXCI6e1wiJGlkXCI6XCIxMTYwXCIsXCJEZXBlbmRlbmNpZXNTY2hlZHVsaW5nTW9kZVNldHRpbmdcIjoxLFwiRGVwZW5kZW5jaWVzUHJldmlvdXNTY2hlZHVsaW5nTW9kZVwiOjEsXCJPbkJyZWFraW5nRmxleGlibGVTY2hlZHVsaW5nTW9kZVNldHRpbmdcIjowLFwiT25CcmVha2luZ1N0cmljdFNjaGVkdWxpbmdNb2RlU2V0dGluZ1wiOjB9fSxcIlNldHRpbmdzXCI6e1wiJGlkXCI6XCIxMTYxXCIsXCJJbXBhT3B0aW9uc1wiOntcIiRpZFwiOlwiMTE2MlwiLFwiTGVmdFRvUmlnaHRcIjpmYWxzZSxcIlBheWxvYWRPcHRpb25zXCI6Mn19LFwiVGltZUNvbmZpZ3VyYXRpb25cIjp7XCIkaWRcIjpcIjExNjNcIixcIlVzZVRpbWVcIjpmYWxzZSxcIldvcmtEYXlTdGFydFwiOlwiMDA6MDA6MDBcIixcIldvcmtEYXlFbmRcIjpcIjIzOjU5OjAwXCJ9fSIsIlNvdXJjZVRoZW1lIjoie1wiJGlkXCI6XCIxXCIsXCJJZFwiOlwiZWJmYWI0YTEtMDZkOC00NDU5LWE4MDAtNzYwYWVmNGE4YjYzXCIsXCJDYXRlZ29yeVwiOjIsXCJDdWx0dXJlSW5mb05hbWVcIjpcImVuLVVTXCIsXCJWZXJzaW9uXCI6e1wiJGlkXCI6XCIyXCIsXCJUaGVtZURvbVZlcnNpb25cIjpcIjE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xMjEsXCJHXCI6MTY4LFwiQlwiOjE2NH19LFwiSG9yaXpvbnRhbEFsaWdubWVudFwiOjAsXCJJc1Zpc2libGVcIjpmYWxzZX0sXCJMZWZ0RW5kQ2Fwc1N0eWxlXCI6e1wiJGlkXCI6XCI5XCIsXCJGb250U2V0dGluZ3NcIjp7XCIkaWRcIjpcIjEwXCIsXCJGb250U2l6ZVwiOjMyLFwiRm9udE5hbWVcIjpcIkNhbGlicmlcIixcIklzQm9sZFwiOnRydWUsXCJJc0l0YWxpY1wiOmZhbHNlLFwiSXNVbmRlcmxpbmVkXCI6ZmFsc2V9LFwiRm9yZWdyb3VuZFwiOntcIiRpZFwiOlwiMTFcIixcIkNvbG9yXCI6e1wiJGlkXCI6XCIxMlwiLFwiQVwiOjI1NSxcIlJcIjoxMjEsXCJHXCI6MTY4LFwiQlwiOjE2N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NSxcIlNlZ21lbnRUZXh0U3R5bGVcIjp7XCIkaWRcIjpcIjI0XCIsXCJGb250U2V0dGluZ3NcIjp7XCIkaWRcIjpcIjI1XCIsXCJGb250U2l6ZVwiOjE4LFwiRm9udE5hbWVcIjpcIkNhbGlicmlcIixcIklzQm9sZFwiOmZhbHNlLFwiSXNJdGFsaWNcIjpmYWxzZSxcIklzVW5kZXJsaW5lZFwiOmZhbHNlfSxcIkZvcmVncm91bmRcIjp7XCIkaWRcIjpcIjI2XCIsXCJDb2xvclwiOntcIiRpZFwiOlwiMjdcIixcIkFcIjoyNTUsXCJSXCI6MjU1LFwiR1wiOjI1NSxcIkJcIjoyNTV9fSxcIkhvcml6b250YWxBbGlnbm1lbnRcIjowLFwiSXNWaXNpYmxlXCI6dHJ1ZX0sXCJTaGFwZVN0eWxlXCI6e1wiJGlkXCI6XCIyOFwiLFwiTWFyZ2luXCI6e1wiJGlkXCI6XCIyOVwiLFwiVG9wXCI6MC4wLFwiTGVmdFwiOjEwLjAsXCJSaWdodFwiOjEwLjAsXCJCb3R0b21cIjowLjB9LFwiUGFkZGluZ1wiOntcIiRpZFwiOlwiMzBcIixcIlRvcFwiOjUuMCxcIkxlZnRcIjoxMy4wLFwiUmlnaHRcIjoxMy4wLFwiQm90dG9tXCI6NS4wfSxcIkJhY2tncm91bmRcIjp7XCIkaWRcIjpcIjMxXCIsXCJDb2xvclwiOntcIiRpZFwiOlwiMzJcIixcIkFcIjoyNTUsXCJSXCI6NjgsXCJHXCI6ODQsXCJCXCI6MTA2fX0sXCJJc1Zpc2libGVcIjp0cnVlLFwiV2lkdGhcIjo4NTguMCxcIkhlaWdodFwiOjM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c3LFwiUlwiOjI1NSxcIkdcIjowLFwiQlwiOjB9fSxcIkVsYXBzZWRUaW1lRm9ybWF0XCI6MixcIklzVmlzaWJsZVwiOmZhbHN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4LFwiU2hhcGVUaGlja25lc3NcIjox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NyxcIkdcIjoxMjUsXCJCXCI6NDl9fSxcIkhvcml6b250YWxBbGlnbm1lbnRcIjowLFwiSXNWaXNpYmxlXCI6ZmFsc2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EuMCxcIkxpbmVUeXBlXCI6MH0sXCJJc1Zpc2libGVcIjp0cnVlfSxcIk1hcmdpblwiOntcIiRpZFwiOlwiNjRcIixcIlRvcFwiOjAuMCxcIkxlZnRcIjowLjAsXCJSaWdodFwiOjAuMCxcIkJvdHRvbVwiOjAuMH0sXCJTdGFydERhdGVQb3NpdGlvblwiOjMsXCJFbmREYXRlUG9zaXRpb25cIjo0LFwiVGl0bGVQb3NpdGlvblwiOjIsXCJEdXJhdGlvblBvc2l0aW9uXCI6MCxcIlBlcmNlbnRhZ2VDb21wbGV0ZWRQb3NpdGlvblwiOjAsXCJTcGFjaW5nXCI6NSxcIklzQmVsb3dUaW1lYmFuZFwiOnRydWUsXCJTaGFwZVN0eWxlXCI6e1wiJGlkXCI6XCI2NVwiLFwiTWFyZ2luXCI6e1wiJGlkXCI6XCI2NlwiLFwiVG9wXCI6MC4wLFwiTGVmdFwiOjQuMCxcIlJpZ2h0XCI6NC4wLFwiQm90dG9tXCI6MC4wfSxcIlBhZGRpbmdcIjp7XCIkaWRcIjpcIjY3XCIsXCJUb3BcIjowLjAsXCJMZWZ0XCI6MC4wLFwiUmlnaHRcIjowLjAsXCJCb3R0b21cIjowLjB9LFwiQmFja2dyb3VuZFwiOntcIiRpZFwiOlwiNjhcIixcIkNvbG9yXCI6e1wiJGlkXCI6XCI2OVwiLFwiQVwiOjI1NSxcIlJcIjoyLFwiR1wiOjE3OCxcIkJcIjoyMzh9fSxcIklzVmlzaWJsZVwiOnRydWUsXCJXaWR0aFwiOjAuMCxcIkhlaWdodFwiOjE2LjAsXCJCb3JkZXJTdHlsZVwiOntcIiRpZFwiOlwiNzBcIixcIkxpbmVTdHlsZVwiOntcIiRpZFwiOlwiNzFcIixcIkxpbmVDb2xvclwiOntcIiRpZFwiOlwiNzJcIixcIkNvbG9yXCI6e1wiJGlkXCI6XCI3M1wiLFwiQVwiOjI1NSxcIlJcIjoyMzQsXCJHXCI6MjIsXCJCXCI6MzB9fSxcIkxpbmVXZWlnaHRcIjoyLjAsXCJMaW5lVHlwZVwiOjB9LFwiSXNWaXNpYmxlXCI6ZmFsc2V9fSxcIlRpdGxlU3R5bGVcIjp7XCIkaWRcIjpcIjc0XCIsXCJGb250U2V0dGluZ3NcIjp7XCIkaWRcIjpcIjc1XCIsXCJGb250U2l6ZVwiOjExLFwiRm9udE5hbWVcIjpcIkNhbGlicmlcIixcIklzQm9sZFwiOnRydWUsXCJJc0l0YWxpY1wiOmZhbHNlLFwiSXNVbmRlcmxpbmVkXCI6ZmFsc2V9LFwiRm9yZWdyb3VuZFwiOntcIiRpZFwiOlwiNzZcIixcIkNvbG9yXCI6e1wiJGlkXCI6XCI3N1wiLFwiQVwiOjI1NSxcIlJcIjowLFwiR1wiOjAsXCJCXCI6MH19LFwiSG9yaXpvbnRhbEFsaWdubWVudFwiOjEsXCJJc1Zpc2libGVcIjp0cnVlfSxcIkRhdGVTdHlsZVwiOntcIiRpZFwiOlwiNzhcIixcIkZvbnRTZXR0aW5nc1wiOntcIiRpZFwiOlwiNzlcIixcIkZvbnRTaXplXCI6MTAsXCJGb250TmFtZVwiOlwiQ2FsaWJyaVwiLFwiSXNCb2xkXCI6ZmFsc2UsXCJJc0l0YWxpY1wiOmZhbHNlLFwiSXNVbmRlcmxpbmVkXCI6ZmFsc2V9LFwiRm9yZWdyb3VuZFwiOntcIiRpZFwiOlwiODBcIixcIkNvbG9yXCI6e1wiJGlkXCI6XCI4MVwiLFwiQVwiOjI1NSxcIlJcIjo2OCxcIkdcIjo4NCxcIkJcIjoxMDZ9fSxcIkhvcml6b250YWxBbGlnbm1lbnRcIjoxLFwiSXNWaXNpYmxlXCI6dHJ1ZX0sXCJEYXRlRm9ybWF0XCI6e1wiJGlkXCI6XCI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4M1wiLFwiRm9ybWF0XCI6MCxcIklzVmlzaWJsZVwiOmZhbHNlLFwiTGFzdEtub3duVmlzaWJpbGl0eVN0YXRlXCI6ZmFsc2V9fSxcIk1pbGVzdG9uZVN0eWxlXCI6e1wiJGlkXCI6XCI4NFwiLFwiU2hhcGVcIjo5LFwiSXNCZWxvd1RpbWViYW5kXCI6ZmFsc2UsXCJTaGFwZVNpemVcIjoxLFwiUGFkZGluZ1wiOntcIiRpZFwiOlwiODVcIixcIlRvcFwiOjUuMCxcIkxlZnRcIjozLjAsXCJSaWdodFwiOjAuMCxcIkJvdHRvbVwiOjIuMH0sXCJTaGFwZVN0eWxlXCI6e1wiJGlkXCI6XCI4NlwiLFwiTWFyZ2luXCI6e1wiJGlkXCI6XCI4N1wiLFwiVG9wXCI6MC4wLFwiTGVmdFwiOjAuMCxcIlJpZ2h0XCI6MC4wLFwiQm90dG9tXCI6MC4wfSxcIlBhZGRpbmdcIjp7XCIkaWRcIjpcIjg4XCIsXCJUb3BcIjowLjAsXCJMZWZ0XCI6MC4wLFwiUmlnaHRcIjowLjAsXCJCb3R0b21cIjowLjB9LFwiQmFja2dyb3VuZFwiOntcIiRpZFwiOlwiODlcIixcIkNvbG9yXCI6e1wiJGlkXCI6XCI5MFwiLFwiQVwiOjI1NSxcIlJcIjoyLFwiR1wiOjE3OCxcIkJcIjoyMzh9fSxcIklzVmlzaWJsZVwiOnRydWUsXCJXaWR0aFwiOjE4LjAsXCJIZWlnaHRcIjoyMC4wLFwiQm9yZGVyU3R5bGVcIjp7XCIkaWRcIjpcIjkxXCIsXCJMaW5lU3R5bGVcIjp7XCIkaWRcIjpcIjkyXCIsXCJMaW5lQ29sb3JcIjp7XCIkaWRcIjpcIjkzXCIsXCJDb2xvclwiOntcIiRpZFwiOlwiOTRcIixcIkFcIjoyNTUsXCJSXCI6MjM0LFwiR1wiOjIyLFwiQlwiOjMwfX0sXCJMaW5lV2VpZ2h0XCI6Mi4wLFwiTGluZVR5cGVcIjowfSxcIklzVmlzaWJsZVwiOmZhbHNlfX0sXCJUaXRsZVN0eWxlXCI6e1wiJGlkXCI6XCI5NVwiLFwiRm9udFNldHRpbmdzXCI6e1wiJGlkXCI6XCI5NlwiLFwiRm9udFNpemVcIjoxMSxcIkZvbnROYW1lXCI6XCJDYWxpYnJpXCIsXCJJc0JvbGRcIjp0cnVlLFwiSXNJdGFsaWNcIjpmYWxzZSxcIklzVW5kZXJsaW5lZFwiOmZhbHNlfSxcIkZvcmVncm91bmRcIjp7XCIkaWRcIjpcIjk3XCIsXCJDb2xvclwiOntcIiRpZFwiOlwiOThcIixcIkFcIjoyNTUsXCJSXCI6MCxcIkdcIjowLFwiQlwiOjB9fSxcIkhvcml6b250YWxBbGlnbm1lbnRcIjoxLFwiSXNWaXNpYmxlXCI6dHJ1ZX0sXCJEYXRlU3R5bGVcIjp7XCIkaWRcIjpcIjk5XCIsXCJGb250U2V0dGluZ3NcIjp7XCIkaWRcIjpcIjEwMFwiLFwiRm9udFNpemVcIjoxMCxcIkZvbnROYW1lXCI6XCJDYWxpYnJpXCIsXCJJc0JvbGRcIjpmYWxzZSxcIklzSXRhbGljXCI6ZmFsc2UsXCJJc1VuZGVybGluZWRcIjpmYWxzZX0sXCJGb3JlZ3JvdW5kXCI6e1wiJGlkXCI6XCIxMDFcIixcIkNvbG9yXCI6e1wiJGlkXCI6XCIxMDJcIixcIkFcIjoyNTUsXCJSXCI6NjgsXCJHXCI6ODQsXCJCXCI6MTA2fX0sXCJIb3Jpem9udGFsQWxpZ25tZW50XCI6MCxcIklzVmlzaWJsZVwiOnRydWV9LFwiRGF0ZUZvcm1hdFwiOntcIiRpZFwiOlwiMTA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wNFwiLFwiRm9ybWF0XCI6MCxcIklzVmlzaWJsZVwiOmZhbHNlLFwiTGFzdEtub3duVmlzaWJpbGl0eVN0YXRlXCI6ZmFsc2V9fSxcIk1vdFN0eWxlXCI6e1wiJGlkXCI6XCIxMDVcIixcIlNoYXBlXCI6OSxcIlNoYXBlU2l6ZVwiOjEsXCJEZXRhaWxzU3BhY2luZ1wiOjAuMCxcIlBhZGRpbmdcIjp7XCIkaWRcIjpcIjEwNlwiLFwiVG9wXCI6NS4wLFwiTGVmdFwiOjMuMCxcIlJpZ2h0XCI6MC4wLFwiQm90dG9tXCI6Mi4wfSxcIlBvc2l0aW9uT25UYXNrXCI6MSxcIlNoYXBlU3R5bGVcIjp7XCIkaWRcIjpcIjEwN1wiLFwiTWFyZ2luXCI6e1wiJGlkXCI6XCIxMDhcIixcIlRvcFwiOjAuMCxcIkxlZnRcIjowLjAsXCJSaWdodFwiOjAuMCxcIkJvdHRvbVwiOjAuMH0sXCJQYWRkaW5nXCI6e1wiJGlkXCI6XCIxMDlcIixcIlRvcFwiOjAuMCxcIkxlZnRcIjowLjAsXCJSaWdodFwiOjAuMCxcIkJvdHRvbVwiOjAuMH0sXCJCYWNrZ3JvdW5kXCI6e1wiJGlkXCI6XCIxMTBcIixcIkNvbG9yXCI6e1wiJGlkXCI6XCIxMTFcIixcIkFcIjoyNTUsXCJSXCI6MixcIkdcIjoxNzgsXCJCXCI6MjM4fX0sXCJJc1Zpc2libGVcIjp0cnVlLFwiV2lkdGhcIjoxOC4wLFwiSGVpZ2h0XCI6MjAuMCxcIkJvcmRlclN0eWxlXCI6e1wiJGlkXCI6XCIxMTJcIixcIkxpbmVTdHlsZVwiOntcIiRpZFwiOlwiMTEzXCIsXCJMaW5lQ29sb3JcIjp7XCIkaWRcIjpcIjExNFwiLFwiQ29sb3JcIjp7XCIkaWRcIjpcIjExNVwiLFwiQVwiOjI1NSxcIlJcIjoyMzQsXCJHXCI6MjIsXCJCXCI6MzB9fSxcIkxpbmVXZWlnaHRcIjowLjAsXCJMaW5lVHlwZVwiOjB9LFwiSXNWaXNpYmxlXCI6ZmFsc2V9fSxcIlRpdGxlU3R5bGVcIjp7XCIkaWRcIjpcIjExNlwiLFwiRm9udFNldHRpbmdzXCI6e1wiJGlkXCI6XCIxMTdcIixcIkZvbnRTaXplXCI6MTEsXCJGb250TmFtZVwiOlwiQ2FsaWJyaVwiLFwiSXNCb2xkXCI6dHJ1ZSxcIklzSXRhbGljXCI6ZmFsc2UsXCJJc1VuZGVybGluZWRcIjpmYWxzZX0sXCJGb3JlZ3JvdW5kXCI6e1wiJGlkXCI6XCIxMThcIixcIkNvbG9yXCI6e1wiJGlkXCI6XCIxMTlcIixcIkFcIjoyNTUsXCJSXCI6MCxcIkdcIjowLFwiQlwiOjB9fSxcIkhvcml6b250YWxBbGlnbm1lbnRcIjoxLFwiSXNWaXNpYmxlXCI6dHJ1ZX0sXCJEYXRlU3R5bGVcIjp7XCIkaWRcIjpcIjEyMFwiLFwiRm9udFNldHRpbmdzXCI6e1wiJGlkXCI6XCIxMjFcIixcIkZvbnRTaXplXCI6MTAsXCJGb250TmFtZVwiOlwiQ2FsaWJyaVwiLFwiSXNCb2xkXCI6ZmFsc2UsXCJJc0l0YWxpY1wiOmZhbHNlLFwiSXNVbmRlcmxpbmVkXCI6ZmFsc2V9LFwiRm9yZWdyb3VuZFwiOntcIiRpZFwiOlwiMTIyXCIsXCJDb2xvclwiOntcIiRpZFwiOlwiMTIzXCIsXCJBXCI6MjU1LFwiUlwiOjY4LFwiR1wiOjg0LFwiQlwiOjEwNn19LFwiSG9yaXpvbnRhbEFsaWdubWVudFwiOjAsXCJJc1Zpc2libGVcIjp0cnVlfSxcIkRhdGVGb3JtYXRcIjp7XCIkaWRcIjpcIjE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xMjVcIixcIkZvcm1hdFwiOjAsXCJJc1Zpc2libGVcIjpmYWxzZSxcIkxhc3RLbm93blZpc2liaWxpdHlTdGF0ZVwiOmZhbHNlfX0sXCJTd2ltbGFuZVYyU3R5bGVcIjp7XCIkaWRcIjpcIjEyNlwiLFwiU3R5bGVJZFwiOlwiODRjNGMyYjQtZmExMy00M2Q4LWIzMzYtYmIxOWQ3M2ZhNTRmXCIsXCJOYW1lXCI6XCJTd2ltbGFuZSBTdHlsZSAxXCIsXCJIZWFkZXJTdHlsZVwiOntcIiRpZFwiOlwiMTI3XCIsXCJUZXh0U3R5bGVcIjp7XCIkaWRcIjpcIjEyOFwiLFwiRm9udFNldHRpbmdzXCI6e1wiJGlkXCI6XCIxMjlcIixcIkZvbnRTaXplXCI6MTAsXCJGb250TmFtZVwiOlwiTW9udHNlcnJhdFwiLFwiSXNCb2xkXCI6ZmFsc2UsXCJJc0l0YWxpY1wiOmZhbHNlLFwiSXNVbmRlcmxpbmVkXCI6ZmFsc2V9LFwiRm9yZWdyb3VuZFwiOntcIiRpZFwiOlwiMTMwXCIsXCJDb2xvclwiOntcIiRpZFwiOlwiMTMxXCIsXCJBXCI6MjU1LFwiUlwiOjYwLFwiR1wiOjU0LFwiQlwiOjQ5fX0sXCJIb3Jpem9udGFsQWxpZ25tZW50XCI6MCxcIklzVmlzaWJsZVwiOmZhbHNlfSxcIlJlY3RhbmdsZVN0eWxlXCI6e1wiJGlkXCI6XCIxMzJcIixcIk1hcmdpblwiOntcIiRpZFwiOlwiMTMzXCIsXCJUb3BcIjowLjAsXCJMZWZ0XCI6MC4wLFwiUmlnaHRcIjowLjAsXCJCb3R0b21cIjowLjB9LFwiUGFkZGluZ1wiOntcIiRpZFwiOlwiMTM0XCIsXCJUb3BcIjowLjAsXCJMZWZ0XCI6MC4wLFwiUmlnaHRcIjowLjAsXCJCb3R0b21cIjowLjB9LFwiQmFja2dyb3VuZFwiOntcIiRpZFwiOlwiMTM1XCIsXCJDb2xvclwiOntcIiRpZFwiOlwiMTM2XCIsXCJBXCI6MjU1LFwiUlwiOjIsXCJHXCI6MTc4LFwiQlwiOjIzOH19LFwiSXNWaXNpYmxlXCI6dHJ1ZSxcIldpZHRoXCI6MC4wLFwiSGVpZ2h0XCI6MC4wLFwiQm9yZGVyU3R5bGVcIjp7XCIkaWRcIjpcIjEzN1wiLFwiTGluZVN0eWxlXCI6e1wiJGlkXCI6XCIxMzhcIixcIkxpbmVDb2xvclwiOntcIiRpZFwiOlwiMTM5XCIsXCJDb2xvclwiOntcIiRpZFwiOlwiMTQwXCIsXCJBXCI6MjU1LFwiUlwiOjYwLFwiR1wiOjU0LFwiQlwiOjQ5fX0sXCJMaW5lV2VpZ2h0XCI6MC4wLFwiTGluZVR5cGVcIjowfSxcIklzVmlzaWJsZVwiOmZhbHNlfX19LFwiQmFja2dyb3VuZFN0eWxlXCI6e1wiJGlkXCI6XCIxNDFcIixcIk1hcmdpblwiOntcIiRpZFwiOlwiMTQyXCIsXCJUb3BcIjowLjAsXCJMZWZ0XCI6MC4wLFwiUmlnaHRcIjowLjAsXCJCb3R0b21cIjowLjB9LFwiUGFkZGluZ1wiOntcIiRpZFwiOlwiMTQzXCIsXCJUb3BcIjowLjAsXCJMZWZ0XCI6MC4wLFwiUmlnaHRcIjowLjAsXCJCb3R0b21cIjowLjB9LFwiQmFja2dyb3VuZFwiOntcIiRpZFwiOlwiMTQ0XCIsXCJDb2xvclwiOntcIiRpZFwiOlwiMTQ1XCIsXCJBXCI6MzgsXCJSXCI6OTEsXCJHXCI6MTU1LFwiQlwiOjIxM319LFwiSXNWaXNpYmxlXCI6dHJ1ZSxcIldpZHRoXCI6MC4wLFwiSGVpZ2h0XCI6MC4wLFwiQm9yZGVyU3R5bGVcIjp7XCIkaWRcIjpcIjE0NlwiLFwiTGluZVN0eWxlXCI6e1wiJGlkXCI6XCIxNDdcIixcIkxpbmVDb2xvclwiOntcIiRpZFwiOlwiMTQ4XCIsXCJDb2xvclwiOntcIiRpZFwiOlwiMTQ5XCIsXCJBXCI6MjU1LFwiUlwiOjIzNCxcIkdcIjoyMixcIkJcIjozMH19LFwiTGluZVdlaWdodFwiOjAuMCxcIkxpbmVUeXBlXCI6MH0sXCJJc1Zpc2libGVcIjpmYWxzZX19LFwiSXNBYm92ZVRpbWViYW5kXCI6ZmFsc2UsXCJTcGFjaW5nXCI6MixcIkRlZmF1bHRTd2ltbGFuZUFjdGl2aXR5U3R5bGVcIjp7XCIkaWRcIjpcIjE1MFwiLFwiSGVhZGVyU3R5bGVcIjp7XCIkaWRcIjpcIjE1MVwiLFwiVGV4dFN0eWxlXCI6e1wiJGlkXCI6XCIxNTJcIixcIkZvbnRTZXR0aW5nc1wiOntcIiRpZFwiOlwiMTUzXCIsXCJGb250U2l6ZVwiOjEyLFwiRm9udE5hbWVcIjpcIkNhbGlicmlcIixcIklzQm9sZFwiOmZhbHNlLFwiSXNJdGFsaWNcIjpmYWxzZSxcIklzVW5kZXJsaW5lZFwiOmZhbHNlfSxcIkZvcmVncm91bmRcIjp7XCIkaWRcIjpcIjE1NFwiLFwiQ29sb3JcIjp7XCIkaWRcIjpcIjE1NVwiLFwiQVwiOjI1NSxcIlJcIjowLFwiR1wiOjAsXCJCXCI6MH19LFwiSG9yaXpvbnRhbEFsaWdubWVudFwiOjAsXCJJc1Zpc2libGVcIjpmYWxzZX0sXCJSZWN0YW5nbGVTdHlsZVwiOntcIiRpZFwiOlwiMTU2XCIsXCJNYXJnaW5cIjp7XCIkaWRcIjpcIjE1N1wiLFwiVG9wXCI6MC4wLFwiTGVmdFwiOjAuMCxcIlJpZ2h0XCI6MC4wLFwiQm90dG9tXCI6MC4wfSxcIlBhZGRpbmdcIjp7XCIkaWRcIjpcIjE1OFwiLFwiVG9wXCI6MC4wLFwiTGVmdFwiOjAuMCxcIlJpZ2h0XCI6MC4wLFwiQm90dG9tXCI6MC4wfSxcIkJhY2tncm91bmRcIjp7XCIkaWRcIjpcIjE1OVwiLFwiQ29sb3JcIjp7XCIkaWRcIjpcIjE2MFwiLFwiQVwiOjYzLFwiUlwiOjIsXCJHXCI6MTc4LFwiQlwiOjIzOH19LFwiSXNWaXNpYmxlXCI6ZmFsc2UsXCJXaWR0aFwiOjAuMCxcIkhlaWdodFwiOjAuMCxcIkJvcmRlclN0eWxlXCI6e1wiJGlkXCI6XCIxNjFcIixcIkxpbmVTdHlsZVwiOntcIiRpZFwiOlwiMTYyXCIsXCJMaW5lQ29sb3JcIjp7XCIkaWRcIjpcIjE2M1wiLFwiQ29sb3JcIjp7XCIkaWRcIjpcIjE2NFwiLFwiQVwiOjI1NSxcIlJcIjoyNTUsXCJHXCI6MCxcIkJcIjowfX0sXCJMaW5lV2VpZ2h0XCI6MC4wLFwiTGluZVR5cGVcIjowfSxcIklzVmlzaWJsZVwiOmZhbHNlfX19LFwiQmFja2dyb3VuZFN0eWxlXCI6e1wiJGlkXCI6XCIxNjVcIixcIk1hcmdpblwiOntcIiRpZFwiOlwiMTY2XCIsXCJUb3BcIjowLjAsXCJMZWZ0XCI6MC4wLFwiUmlnaHRcIjowLjAsXCJCb3R0b21cIjowLjB9LFwiUGFkZGluZ1wiOntcIiRpZFwiOlwiMTY3XCIsXCJUb3BcIjowLjAsXCJMZWZ0XCI6MC4wLFwiUmlnaHRcIjowLjAsXCJCb3R0b21cIjowLjB9LFwiQmFja2dyb3VuZFwiOntcIiRpZFwiOlwiMTY4XCIsXCJDb2xvclwiOntcIiRpZFwiOlwiMTY5XCIsXCJBXCI6MzgsXCJSXCI6OTEsXCJHXCI6MTU1LFwiQlwiOjIxM319LFwiSXNWaXNpYmxlXCI6dHJ1ZSxcIldpZHRoXCI6MC4wLFwiSGVpZ2h0XCI6MC4wLFwiQm9yZGVyU3R5bGVcIjp7XCIkaWRcIjpcIjE3MFwiLFwiTGluZVN0eWxlXCI6e1wiJGlkXCI6XCIxNzFcIixcIkxpbmVDb2xvclwiOntcIiRpZFwiOlwiMTcyXCIsXCJDb2xvclwiOntcIiRpZFwiOlwiMTczXCIsXCJBXCI6MjU1LFwiUlwiOjIzNCxcIkdcIjoyMixcIkJcIjozMH19LFwiTGluZVdlaWdodFwiOjAuMCxcIkxpbmVUeXBlXCI6MH0sXCJJc1Zpc2libGVcIjpmYWxzZX19fSxcIkRlZmF1bHRTd2ltbGFuZU1pbGVzdG9uZVN0eWxlXCI6e1wiJGlkXCI6XCIxNzRcIixcIlRpdGxlUG9zaXRpb25cIjowLFwiRGF0ZVBvc2l0aW9uXCI6MCxcIlNoYXBlVHlwZVwiOjEzLFwiU2hhcGVTaXplXCI6MSxcIlNwYWNpbmdcIjo1LFwiU2hhcGVTdHlsZVwiOntcIiRpZFwiOlwiMTc1XCIsXCJNYXJnaW5cIjp7XCIkaWRcIjpcIjE3NlwiLFwiVG9wXCI6MC4wLFwiTGVmdFwiOjAuMCxcIlJpZ2h0XCI6MC4wLFwiQm90dG9tXCI6MC4wfSxcIlBhZGRpbmdcIjp7XCIkaWRcIjpcIjE3N1wiLFwiVG9wXCI6MC4wLFwiTGVmdFwiOjAuMCxcIlJpZ2h0XCI6MC4wLFwiQm90dG9tXCI6MC4wfSxcIkJhY2tncm91bmRcIjp7XCIkaWRcIjpcIjE3OFwiLFwiQ29sb3JcIjp7XCIkaWRcIjpcIjE3OVwiLFwiQVwiOjI1NSxcIlJcIjoyMzcsXCJHXCI6MTI1LFwiQlwiOjQ5fX0sXCJJc1Zpc2libGVcIjp0cnVlLFwiV2lkdGhcIjoxOC4wLFwiSGVpZ2h0XCI6MjAuMCxcIkJvcmRlclN0eWxlXCI6e1wiJGlkXCI6XCIxODBcIixcIkxpbmVTdHlsZVwiOntcIiRpZFwiOlwiMTgxXCIsXCJMaW5lQ29sb3JcIjp7XCIkaWRcIjpcIjE4MlwiLFwiQ29sb3JcIjp7XCIkaWRcIjpcIjE4M1wiLFwiQVwiOjI1NSxcIlJcIjoyMzQsXCJHXCI6MjIsXCJCXCI6MzB9fSxcIkxpbmVXZWlnaHRcIjoyLjAsXCJMaW5lVHlwZVwiOjB9LFwiSXNWaXNpYmxlXCI6ZmFsc2V9fSxcIlRpdGxlU3R5bGVcIjp7XCIkaWRcIjpcIjE4NFwiLFwiRm9udFNldHRpbmdzXCI6e1wiJGlkXCI6XCIxODVcIixcIkZvbnRTaXplXCI6MTAsXCJGb250TmFtZVwiOlwiTW9udHNlcnJhdFwiLFwiSXNCb2xkXCI6ZmFsc2UsXCJJc0l0YWxpY1wiOmZhbHNlLFwiSXNVbmRlcmxpbmVkXCI6ZmFsc2V9LFwiRm9yZWdyb3VuZFwiOntcIiRpZFwiOlwiMTg2XCIsXCJDb2xvclwiOntcIiRpZFwiOlwiMTg3XCIsXCJBXCI6MjU1LFwiUlwiOjAsXCJHXCI6MCxcIkJcIjowfX0sXCJIb3Jpem9udGFsQWxpZ25tZW50XCI6MixcIklzVmlzaWJsZVwiOnRydWV9LFwiRGF0ZVN0eWxlXCI6e1wiJGlkXCI6XCIxODhcIixcIkZvbnRTZXR0aW5nc1wiOntcIiRpZFwiOlwiMTg5XCIsXCJGb250U2l6ZVwiOjEwLFwiRm9udE5hbWVcIjpcIkNhbGlicmlcIixcIklzQm9sZFwiOmZhbHNlLFwiSXNJdGFsaWNcIjpmYWxzZSxcIklzVW5kZXJsaW5lZFwiOmZhbHNlfSxcIkZvcmVncm91bmRcIjp7XCIkaWRcIjpcIjE5MFwiLFwiQ29sb3JcIjp7XCIkaWRcIjpcIjE5MVwiLFwiQVwiOjI1NSxcIlJcIjo2OCxcIkdcIjo4NCxcIkJcIjoxMDZ9fSxcIkhvcml6b250YWxBbGlnbm1lbnRcIjoyLFwiSXNWaXNpYmxlXCI6ZmFsc2V9LFwiRGF0ZUZvcm1hdFwiOntcIiRpZFwiOlwiMT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5M1wiLFwiRm9ybWF0XCI6MCxcIklzVmlzaWJsZVwiOmZhbHNlLFwiTGFzdEtub3duVmlzaWJpbGl0eVN0YXRlXCI6ZmFsc2V9fSxcIkRlZmF1bHRTd2ltbGFuZVRhc2tTdHlsZVwiOntcIiRpZFwiOlwiMTk0XCIsXCJTaGFwZVwiOjgsXCJTaGFwZVRoaWNrbmVzc1wiOjEsXCJEdXJhdGlvbkZvcm1hdFwiOjAsXCJQZXJjZW50YWdlQ29tcGxldGVUZXh0U3R5bGVcIjp7XCIkaWRcIjpcIjE5NVwiLFwiRm9udFNldHRpbmdzXCI6e1wiJGlkXCI6XCIxOTZcIixcIkZvbnRTaXplXCI6MTAsXCJGb250TmFtZVwiOlwiQ2FsaWJyaVwiLFwiSXNCb2xkXCI6ZmFsc2UsXCJJc0l0YWxpY1wiOmZhbHNlLFwiSXNVbmRlcmxpbmVkXCI6ZmFsc2V9LFwiRm9yZWdyb3VuZFwiOntcIiRpZFwiOlwiMTk3XCIsXCJDb2xvclwiOntcIiRpZFwiOlwiMTk4XCIsXCJBXCI6MjU1LFwiUlwiOjIzNyxcIkdcIjoxMjUsXCJCXCI6NDl9fSxcIkhvcml6b250YWxBbGlnbm1lbnRcIjowLFwiSXNWaXNpYmxlXCI6ZmFsc2V9LFwiUGVyY2VudGFnZUNvbXBsZXRlSGlnaGxpZ2h0U3R5bGVcIjp7XCIkaWRcIjpcIjE5OVwiLFwiQmFja2dyb3VuZFwiOntcIiRpZFwiOlwiMjAwXCIsXCJDb2xvclwiOntcIiRpZFwiOlwiMjAxXCIsXCJBXCI6ODksXCJSXCI6MCxcIkdcIjowLFwiQlwiOjB9fX0sXCJEdXJhdGlvblN0eWxlXCI6e1wiJGlkXCI6XCIyMDJcIixcIkZvbnRTZXR0aW5nc1wiOntcIiRpZFwiOlwiMjAzXCIsXCJGb250U2l6ZVwiOjEwLFwiRm9udE5hbWVcIjpcIkNhbGlicmlcIixcIklzQm9sZFwiOmZhbHNlLFwiSXNJdGFsaWNcIjpmYWxzZSxcIklzVW5kZXJsaW5lZFwiOmZhbHNlfSxcIkZvcmVncm91bmRcIjp7XCIkaWRcIjpcIjIwNFwiLFwiQ29sb3JcIjp7XCIkaWRcIjpcIjIwNVwiLFwiQVwiOjI1NSxcIlJcIjoyMzcsXCJHXCI6MTI1LFwiQlwiOjQ5fX0sXCJIb3Jpem9udGFsQWxpZ25tZW50XCI6MCxcIklzVmlzaWJsZVwiOmZhbHNlfSxcIk1hcmdpblwiOntcIiRpZFwiOlwiMjA2XCIsXCJUb3BcIjowLjAsXCJMZWZ0XCI6MC4wLFwiUmlnaHRcIjowLjAsXCJCb3R0b21cIjowLjB9LFwiU3RhcnREYXRlUG9zaXRpb25cIjozLFwiRW5kRGF0ZVBvc2l0aW9uXCI6NCxcIlRpdGxlUG9zaXRpb25cIjoyLFwiRHVyYXRpb25Qb3NpdGlvblwiOjAsXCJQZXJjZW50YWdlQ29tcGxldGVkUG9zaXRpb25cIjowLFwiU3BhY2luZ1wiOjUsXCJTaGFwZVN0eWxlXCI6e1wiJGlkXCI6XCIyMDdcIixcIk1hcmdpblwiOntcIiRpZFwiOlwiMjA4XCIsXCJUb3BcIjowLjAsXCJMZWZ0XCI6NC4wLFwiUmlnaHRcIjo0LjAsXCJCb3R0b21cIjowLjB9LFwiUGFkZGluZ1wiOntcIiRpZFwiOlwiMjA5XCIsXCJUb3BcIjowLjAsXCJMZWZ0XCI6MC4wLFwiUmlnaHRcIjowLjAsXCJCb3R0b21cIjowLjB9LFwiQmFja2dyb3VuZFwiOntcIiRpZFwiOlwiMjEwXCIsXCJDb2xvclwiOntcIiRpZFwiOlwiMjExXCIsXCJBXCI6MjU1LFwiUlwiOjIsXCJHXCI6MTc4LFwiQlwiOjIzOH19LFwiSXNWaXNpYmxlXCI6dHJ1ZSxcIldpZHRoXCI6MC4wLFwiSGVpZ2h0XCI6MTYuMCxcIkJvcmRlclN0eWxlXCI6e1wiJGlkXCI6XCIyMTJcIixcIkxpbmVTdHlsZVwiOntcIiRpZFwiOlwiMjEzXCIsXCJMaW5lQ29sb3JcIjp7XCIkaWRcIjpcIjIxNFwiLFwiQ29sb3JcIjp7XCIkaWRcIjpcIjIxNVwiLFwiQVwiOjI1NSxcIlJcIjoyMzQsXCJHXCI6MjIsXCJCXCI6MzB9fSxcIkxpbmVXZWlnaHRcIjoyLjAsXCJMaW5lVHlwZVwiOjB9LFwiSXNWaXNpYmxlXCI6ZmFsc2V9fSxcIlRpdGxlU3R5bGVcIjp7XCIkaWRcIjpcIjIxNlwiLFwiRm9udFNldHRpbmdzXCI6e1wiJGlkXCI6XCIyMTdcIixcIkZvbnRTaXplXCI6MTEsXCJGb250TmFtZVwiOlwiQ2FsaWJyaVwiLFwiSXNCb2xkXCI6dHJ1ZSxcIklzSXRhbGljXCI6ZmFsc2UsXCJJc1VuZGVybGluZWRcIjpmYWxzZX0sXCJGb3JlZ3JvdW5kXCI6e1wiJGlkXCI6XCIyMThcIixcIkNvbG9yXCI6e1wiJGlkXCI6XCIyMTlcIixcIkFcIjoyNTUsXCJSXCI6MCxcIkdcIjowLFwiQlwiOjB9fSxcIkhvcml6b250YWxBbGlnbm1lbnRcIjoxLFwiSXNWaXNpYmxlXCI6dHJ1ZX0sXCJEYXRl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Y4LFwiR1wiOjg0LFwiQlwiOjEwNn19LFwiSG9yaXpvbnRhbEFsaWdubWVudFwiOjEsXCJJc1Zpc2libGVcIjp0cnVlfSxcIkRhdGVGb3JtYXRcIjp7XCIkaWRcIjpcIjI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jVcIixcIkZvcm1hdFwiOjAsXCJJc1Zpc2libGVcIjpmYWxzZSxcIkxhc3RLbm93blZpc2liaWxpdHlTdGF0ZVwiOmZhbHNlfX0sXCJEZWZhdWx0U3dpbWxhbmVNb3RTdHlsZVwiOntcIiRpZFwiOlwiMjI2XCIsXCJTaGFwZVwiOjksXCJTaGFwZVNpemVcIjoxLFwiRGV0YWlsc1NwYWNpbmdcIjowLjAsXCJQYWRkaW5nXCI6e1wiJGlkXCI6XCIyMjdcIixcIlRvcFwiOjUuMCxcIkxlZnRcIjozLjAsXCJSaWdodFwiOjAuMCxcIkJvdHRvbVwiOjIuMH0sXCJQb3NpdGlvbk9uVGFza1wiOjEsXCJTaGFwZVN0eWxlXCI6e1wiJGlkXCI6XCIyMjhcIixcIk1hcmdpblwiOntcIiRpZFwiOlwiMjI5XCIsXCJUb3BcIjowLjAsXCJMZWZ0XCI6MC4wLFwiUmlnaHRcIjowLjAsXCJCb3R0b21cIjowLjB9LFwiUGFkZGluZ1wiOntcIiRpZFwiOlwiMjMwXCIsXCJUb3BcIjowLjAsXCJMZWZ0XCI6MC4wLFwiUmlnaHRcIjowLjAsXCJCb3R0b21cIjowLjB9LFwiQmFja2dyb3VuZFwiOntcIiRpZFwiOlwiMjMxXCIsXCJDb2xvclwiOntcIiRpZFwiOlwiMjMyXCIsXCJBXCI6MjU1LFwiUlwiOjIsXCJHXCI6MTc4LFwiQlwiOjIzOH19LFwiSXNWaXNpYmxlXCI6dHJ1ZSxcIldpZHRoXCI6MTguMCxcIkhlaWdodFwiOjIwLjAsXCJCb3JkZXJTdHlsZVwiOntcIiRpZFwiOlwiMjMzXCIsXCJMaW5lU3R5bGVcIjp7XCIkaWRcIjpcIjIzNFwiLFwiTGluZUNvbG9yXCI6e1wiJGlkXCI6XCIyMzVcIixcIkNvbG9yXCI6e1wiJGlkXCI6XCIyMzZcIixcIkFcIjoyNTUsXCJSXCI6MjM0LFwiR1wiOjIyLFwiQlwiOjMwfX0sXCJMaW5lV2VpZ2h0XCI6MC4wLFwiTGluZVR5cGVcIjowfSxcIklzVmlzaWJsZVwiOmZhbHNlfX0sXCJUaXRsZVN0eWxlXCI6e1wiJGlkXCI6XCIyMzdcIixcIkZvbnRTZXR0aW5nc1wiOntcIiRpZFwiOlwiMjM4XCIsXCJGb250U2l6ZVwiOjExLFwiRm9udE5hbWVcIjpcIkNhbGlicmlcIixcIklzQm9sZFwiOnRydWUsXCJJc0l0YWxpY1wiOmZhbHNlLFwiSXNVbmRlcmxpbmVkXCI6ZmFsc2V9LFwiRm9yZWdyb3VuZFwiOntcIiRpZFwiOlwiMjM5XCIsXCJDb2xvclwiOntcIiRpZFwiOlwiMjQwXCIsXCJBXCI6MjU1LFwiUlwiOjAsXCJHXCI6MCxcIkJcIjowfX0sXCJIb3Jpem9udGFsQWxpZ25tZW50XCI6MSxcIklzVmlzaWJsZVwiOnRydWV9LFwiRGF0ZVN0eWxlXCI6e1wiJGlkXCI6XCIyNDFcIixcIkZvbnRTZXR0aW5nc1wiOntcIiRpZFwiOlwiMjQyXCIsXCJGb250U2l6ZVwiOjEwLFwiRm9udE5hbWVcIjpcIkNhbGlicmlcIixcIklzQm9sZFwiOmZhbHNlLFwiSXNJdGFsaWNcIjpmYWxzZSxcIklzVW5kZXJsaW5lZFwiOmZhbHNlfSxcIkZvcmVncm91bmRcIjp7XCIkaWRcIjpcIjI0M1wiLFwiQ29sb3JcIjp7XCIkaWRcIjpcIjI0NFwiLFwiQVwiOjI1NSxcIlJcIjo2OCxcIkdcIjo4NCxcIkJcIjoxMDZ9fSxcIkhvcml6b250YWxBbGlnbm1lbnRcIjowLFwiSXNWaXNpYmxlXCI6dHJ1ZX0sXCJEYXRlRm9ybWF0XCI6e1wiJGlkXCI6XCIy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2XCIsXCJGb3JtYXRcIjowLFwiSXNWaXNpYmxlXCI6ZmFsc2UsXCJMYXN0S25vd25WaXNpYmlsaXR5U3RhdGVcIjpmYWxzZX19fSxcIl9hZGRpdGlvbmFsU3dpbWxhbmVWMlN0eWxlc1wiOlt7XCIkaWRcIjpcIjI0N1wiLFwiU3R5bGVJZFwiOlwiN2I3MzMxZjgtNjJhNi00ZjRlLWE1YTMtMTYzYzRiMWQxYjFjXCIsXCJOYW1lXCI6XCJTd2ltbGFuZSBTdHlsZSAyXCIsXCJIZWFkZXJTdHlsZVwiOntcIiRpZFwiOlwiMjQ4XCIsXCJUZXh0U3R5bGVcIjp7XCIkaWRcIjpcIjI0OVwiLFwiRm9udFNldHRpbmdzXCI6e1wiJGlkXCI6XCIyNTBcIixcIkZvbnRTaXplXCI6MTAsXCJGb250TmFtZVwiOlwiTW9udHNlcnJhdFwiLFwiSXNCb2xkXCI6ZmFsc2UsXCJJc0l0YWxpY1wiOmZhbHNlLFwiSXNVbmRlcmxpbmVkXCI6ZmFsc2V9LFwiRm9yZWdyb3VuZFwiOntcIiRpZFwiOlwiMjUxXCIsXCJDb2xvclwiOntcIiRpZFwiOlwiMjUyXCIsXCJBXCI6MjU1LFwiUlwiOjYwLFwiR1wiOjU0LFwiQlwiOjQ5fX0sXCJIb3Jpem9udGFsQWxpZ25tZW50XCI6MCxcIklzVmlzaWJsZVwiOmZhbHNlfSxcIlJlY3RhbmdsZVN0eWxlXCI6e1wiJGlkXCI6XCIyNTNcIixcIk1hcmdpblwiOntcIiRpZFwiOlwiMjU0XCIsXCJUb3BcIjowLjAsXCJMZWZ0XCI6MC4wLFwiUmlnaHRcIjowLjAsXCJCb3R0b21cIjowLjB9LFwiUGFkZGluZ1wiOntcIiRpZFwiOlwiMjU1XCIsXCJUb3BcIjowLjAsXCJMZWZ0XCI6MC4wLFwiUmlnaHRcIjowLjAsXCJCb3R0b21cIjowLjB9LFwiQmFja2dyb3VuZFwiOntcIiRpZFwiOlwiMjU2XCIsXCJDb2xvclwiOntcIiRpZFwiOlwiMjU3XCIsXCJBXCI6MjU1LFwiUlwiOjIzNyxcIkdcIjoxMjUsXCJCXCI6NDl9fSxcIklzVmlzaWJsZVwiOnRydWUsXCJXaWR0aFwiOjAuMCxcIkhlaWdodFwiOjAuMCxcIkJvcmRlclN0eWxlXCI6e1wiJGlkXCI6XCIyNThcIixcIkxpbmVTdHlsZVwiOntcIiRpZFwiOlwiMjU5XCIsXCJMaW5lQ29sb3JcIjp7XCIkaWRcIjpcIjI2MFwiLFwiQ29sb3JcIjp7XCIkaWRcIjpcIjI2MVwiLFwiQVwiOjI1NSxcIlJcIjo2MCxcIkdcIjo1NCxcIkJcIjo0OX19LFwiTGluZVdlaWdodFwiOjAuMCxcIkxpbmVUeXBlXCI6MH0sXCJJc1Zpc2libGVcIjpmYWxzZX19fSxcIkJhY2tncm91bmRTdHlsZVwiOntcIiRpZFwiOlwiMjYyXCIsXCJNYXJnaW5cIjp7XCIkaWRcIjpcIjI2M1wiLFwiVG9wXCI6MC4wLFwiTGVmdFwiOjAuMCxcIlJpZ2h0XCI6MC4wLFwiQm90dG9tXCI6MC4wfSxcIlBhZGRpbmdcIjp7XCIkaWRcIjpcIjI2NFwiLFwiVG9wXCI6MC4wLFwiTGVmdFwiOjAuMCxcIlJpZ2h0XCI6MC4wLFwiQm90dG9tXCI6MC4wfSxcIkJhY2tncm91bmRcIjp7XCIkaWRcIjpcIjI2NVwiLFwiQ29sb3JcIjp7XCIkaWRcIjpcIjI2NlwiLFwiQVwiOjM4LFwiUlwiOjIzNyxcIkdcIjoxMjUsXCJCXCI6NDl9fSxcIklzVmlzaWJsZVwiOnRydWUsXCJXaWR0aFwiOjAuMCxcIkhlaWdodFwiOjAuMCxcIkJvcmRlclN0eWxlXCI6e1wiJGlkXCI6XCIyNjdcIixcIkxpbmVTdHlsZVwiOntcIiRpZFwiOlwiMjY4XCIsXCJMaW5lQ29sb3JcIjp7XCIkaWRcIjpcIjI2OVwiLFwiQ29sb3JcIjp7XCIkaWRcIjpcIjI3MFwiLFwiQVwiOjI1NSxcIlJcIjoyMzQsXCJHXCI6MjIsXCJCXCI6MzB9fSxcIkxpbmVXZWlnaHRcIjowLjAsXCJMaW5lVHlwZVwiOjB9LFwiSXNWaXNpYmxlXCI6ZmFsc2V9fSxcIklzQWJvdmVUaW1lYmFuZFwiOmZhbHNlLFwiU3BhY2luZ1wiOjIsXCJEZWZhdWx0U3dpbWxhbmVBY3Rpdml0eVN0eWxlXCI6e1wiJGlkXCI6XCIyNzFcIixcIkhlYWRlclN0eWxlXCI6e1wiJGlkXCI6XCIyNzJcIixcIlRleHRTdHlsZVwiOntcIiRpZFwiOlwiMjczXCIsXCJGb250U2V0dGluZ3NcIjp7XCIkaWRcIjpcIjI3NFwiLFwiRm9udFNpemVcIjoxMSxcIkZvbnROYW1lXCI6XCJDYWxpYnJpXCIsXCJJc0JvbGRcIjpmYWxzZSxcIklzSXRhbGljXCI6ZmFsc2UsXCJJc1VuZGVybGluZWRcIjpmYWxzZX0sXCJGb3JlZ3JvdW5kXCI6e1wiJGlkXCI6XCIyNzVcIixcIkNvbG9yXCI6e1wiJGlkXCI6XCIyNzZcIixcIkFcIjoyNTUsXCJSXCI6MCxcIkdcIjowLFwiQlwiOjB9fSxcIkhvcml6b250YWxBbGlnbm1lbnRcIjowLFwiSXNWaXNpYmxlXCI6dHJ1ZX0sXCJSZWN0YW5nbGVTdHlsZVwiOntcIiRpZFwiOlwiMjc3XCIsXCJNYXJnaW5cIjp7XCIkaWRcIjpcIjI3OFwiLFwiVG9wXCI6MC4wLFwiTGVmdFwiOjAuMCxcIlJpZ2h0XCI6MC4wLFwiQm90dG9tXCI6MC4wfSxcIlBhZGRpbmdcIjp7XCIkaWRcIjpcIjI3OVwiLFwiVG9wXCI6MC4wLFwiTGVmdFwiOjAuMCxcIlJpZ2h0XCI6MC4wLFwiQm90dG9tXCI6MC4wfSxcIkJhY2tncm91bmRcIjp7XCIkaWRcIjpcIjI4MFwiLFwiQ29sb3JcIjp7XCIkaWRcIjpcIjI4MVwiLFwiQVwiOjYzLFwiUlwiOjIzNyxcIkdcIjoxMjUsXCJCXCI6NDl9fSxcIklzVmlzaWJsZVwiOnRydWUsXCJXaWR0aFwiOjAuMCxcIkhlaWdodFwiOjAuMCxcIkJvcmRlclN0eWxlXCI6e1wiJGlkXCI6XCIyODJcIixcIkxpbmVTdHlsZVwiOntcIiRpZFwiOlwiMjgzXCIsXCJMaW5lQ29sb3JcIjp7XCIkaWRcIjpcIjI4NFwiLFwiQ29sb3JcIjp7XCIkaWRcIjpcIjI4NVwiLFwiQVwiOjI1NSxcIlJcIjoyNTUsXCJHXCI6MCxcIkJcIjowfX0sXCJMaW5lV2VpZ2h0XCI6MC4wLFwiTGluZVR5cGVcIjowfSxcIklzVmlzaWJsZVwiOmZhbHNlfX19LFwiQmFja2dyb3VuZFN0eWxlXCI6e1wiJGlkXCI6XCIyODZcIixcIk1hcmdpblwiOntcIiRpZFwiOlwiMjg3XCIsXCJUb3BcIjowLjAsXCJMZWZ0XCI6MC4wLFwiUmlnaHRcIjowLjAsXCJCb3R0b21cIjowLjB9LFwiUGFkZGluZ1wiOntcIiRpZFwiOlwiMjg4XCIsXCJUb3BcIjowLjAsXCJMZWZ0XCI6MC4wLFwiUmlnaHRcIjowLjAsXCJCb3R0b21cIjowLjB9LFwiQmFja2dyb3VuZFwiOntcIiRpZFwiOlwiMjg5XCIsXCJDb2xvclwiOntcIiRpZFwiOlwiMjkwXCIsXCJBXCI6MzgsXCJSXCI6MjM3LFwiR1wiOjEyNSxcIkJcIjo0OX19LFwiSXNWaXNpYmxlXCI6dHJ1ZSxcIldpZHRoXCI6MC4wLFwiSGVpZ2h0XCI6MC4wLFwiQm9yZGVyU3R5bGVcIjp7XCIkaWRcIjpcIjI5MVwiLFwiTGluZVN0eWxlXCI6e1wiJGlkXCI6XCIyOTJcIixcIkxpbmVDb2xvclwiOntcIiRpZFwiOlwiMjkzXCIsXCJDb2xvclwiOntcIiRpZFwiOlwiMjk0XCIsXCJBXCI6MjU1LFwiUlwiOjIzNCxcIkdcIjoyMixcIkJcIjozMH19LFwiTGluZVdlaWdodFwiOjAuMCxcIkxpbmVUeXBlXCI6MH0sXCJJc1Zpc2libGVcIjpmYWxzZX19fSxcIkRlZmF1bHRTd2ltbGFuZU1pbGVzdG9uZVN0eWxlXCI6e1wiJGlkXCI6XCIyOTVcIixcIlRpdGxlUG9zaXRpb25cIjoxLFwiRGF0ZVBvc2l0aW9uXCI6MCxcIlNoYXBlVHlwZVwiOjE3LFwiU2hhcGVTaXplXCI6MCxcIlNwYWNpbmdcIjo1LFwiU2hhcGVTdHlsZVwiOntcIiRpZFwiOlwiMjk2XCIsXCJNYXJnaW5cIjp7XCIkaWRcIjpcIjI5N1wiLFwiVG9wXCI6MC4wLFwiTGVmdFwiOjAuMCxcIlJpZ2h0XCI6MC4wLFwiQm90dG9tXCI6MC4wfSxcIlBhZGRpbmdcIjp7XCIkaWRcIjpcIjI5OFwiLFwiVG9wXCI6MC4wLFwiTGVmdFwiOjAuMCxcIlJpZ2h0XCI6MC4wLFwiQm90dG9tXCI6MC4wfSxcIkJhY2tncm91bmRcIjp7XCIkaWRcIjpcIjI5OVwiLFwiQ29sb3JcIjp7XCIkaWRcIjpcIjMwMFwiLFwiQVwiOjI1NSxcIlJcIjo5MSxcIkdcIjoxNTUsXCJCXCI6MjEzfX0sXCJJc1Zpc2libGVcIjp0cnVlLFwiV2lkdGhcIjoxNC4wLFwiSGVpZ2h0XCI6MTQuMCxcIkJvcmRlclN0eWxlXCI6e1wiJGlkXCI6XCIzMDFcIixcIkxpbmVTdHlsZVwiOntcIiRpZFwiOlwiMzAyXCIsXCJMaW5lQ29sb3JcIjp7XCIkaWRcIjpcIjMwM1wiLFwiQ29sb3JcIjp7XCIkaWRcIjpcIjMwNFwiLFwiQVwiOjI1NSxcIlJcIjoyMzQsXCJHXCI6MjIsXCJCXCI6MzB9fSxcIkxpbmVXZWlnaHRcIjoyLjAsXCJMaW5lVHlwZVwiOjB9LFwiSXNWaXNpYmxlXCI6ZmFsc2V9fSxcIlRpdGxlU3R5bGVcIjp7XCIkaWRcIjpcIjMwNVwiLFwiRm9udFNldHRpbmdzXCI6e1wiJGlkXCI6XCIzMDZcIixcIkZvbnRTaXplXCI6MTAsXCJGb250TmFtZVwiOlwiTW9udHNlcnJhdFwiLFwiSXNCb2xkXCI6ZmFsc2UsXCJJc0l0YWxpY1wiOmZhbHNlLFwiSXNVbmRlcmxpbmVkXCI6ZmFsc2V9LFwiRm9yZWdyb3VuZFwiOntcIiRpZFwiOlwiMzA3XCIsXCJDb2xvclwiOntcIiRpZFwiOlwiMzA4XCIsXCJBXCI6MjU1LFwiUlwiOjAsXCJHXCI6MCxcIkJcIjowfX0sXCJIb3Jpem9udGFsQWxpZ25tZW50XCI6MCxcIklzVmlzaWJsZVwiOnRydWV9LFwiRGF0ZVN0eWxlXCI6e1wiJGlkXCI6XCIzMDlcIixcIkZvbnRTZXR0aW5nc1wiOntcIiRpZFwiOlwiMzEwXCIsXCJGb250U2l6ZVwiOjEwLFwiRm9udE5hbWVcIjpcIkNhbGlicmlcIixcIklzQm9sZFwiOmZhbHNlLFwiSXNJdGFsaWNcIjpmYWxzZSxcIklzVW5kZXJsaW5lZFwiOmZhbHNlfSxcIkZvcmVncm91bmRcIjp7XCIkaWRcIjpcIjMxMVwiLFwiQ29sb3JcIjp7XCIkaWRcIjpcIjMxMlwiLFwiQVwiOjI1NSxcIlJcIjo2OCxcIkdcIjo4NCxcIkJcIjoxMDZ9fSxcIkhvcml6b250YWxBbGlnbm1lbnRcIjoyLFwiSXNWaXNpYmxlXCI6ZmFsc2V9LFwiRGF0ZUZvcm1hdFwiOntcIiRpZFwiOlwiMzEzXCIsXCJGb3JtYXRTdHJpbmdcIjpcIk1NTSBkXCIsXCJTZXBhcmF0b3JcIjpcIi9cIixcIlVzZUludGVybmF0aW9uYWxEYXRlRm9ybWF0XCI6ZmFsc2UsXCJEYXRlSXNWaXNpYmxlXCI6ZmFsc2UsXCJUaW1lSXNWaXNpYmxlXCI6ZmFsc2UsXCJIb3VyRGlnaXRzXCI6MSxcIkFtUG1EZXNpZ25hdG9yXCI6MixcIlRyaW0wME1pbnV0ZXNcIjpmYWxzZX0sXCJXZWVrTnVtYmVyaW5nXCI6e1wiJGlkXCI6XCIzMTRcIixcIkZvcm1hdFwiOjAsXCJJc1Zpc2libGVcIjpmYWxzZSxcIkxhc3RLbm93blZpc2liaWxpdHlTdGF0ZVwiOmZhbHNlfX0sXCJEZWZhdWx0U3dpbWxhbmVUYXNrU3R5bGVcIjp7XCIkaWRcIjpcIjMxNVwiLFwiU2hhcGVcIjo4LFwiU2hhcGVUaGlja25lc3NcIjoxLFwiRHVyYXRpb25Gb3JtYXRcIjowLFwiUGVyY2VudGFnZUNvbXBsZXRlVGV4dFN0eWxlXCI6e1wiJGlkXCI6XCIzMTZcIixcIkZvbnRTZXR0aW5nc1wiOntcIiRpZFwiOlwiMzE3XCIsXCJGb250U2l6ZVwiOjEwLFwiRm9udE5hbWVcIjpcIkNhbGlicmlcIixcIklzQm9sZFwiOmZhbHNlLFwiSXNJdGFsaWNcIjpmYWxzZSxcIklzVW5kZXJsaW5lZFwiOmZhbHNlfSxcIkZvcmVncm91bmRcIjp7XCIkaWRcIjpcIjMxOFwiLFwiQ29sb3JcIjp7XCIkaWRcIjpcIjMxOVwiLFwiQVwiOjI1NSxcIlJcIjoyMzcsXCJHXCI6MTI1LFwiQlwiOjQ5fX0sXCJIb3Jpem9udGFsQWxpZ25tZW50XCI6MCxcIklzVmlzaWJsZVwiOmZhbHNlfSxcIlBlcmNlbnRhZ2VDb21wbGV0ZUhpZ2hsaWdodFN0eWxlXCI6e1wiJGlkXCI6XCIzMjBcIixcIkJhY2tncm91bmRcIjp7XCIkaWRcIjpcIjMyMVwiLFwiQ29sb3JcIjp7XCIkaWRcIjpcIjMyMlwiLFwiQVwiOjg5LFwiUlwiOjAsXCJHXCI6MCxcIkJcIjowfX19LFwiRHVyYXRpb25TdHlsZVwiOntcIiRpZFwiOlwiMzIzXCIsXCJGb250U2V0dGluZ3NcIjp7XCIkaWRcIjpcIjMyNFwiLFwiRm9udFNpemVcIjoxMCxcIkZvbnROYW1lXCI6XCJDYWxpYnJpXCIsXCJJc0JvbGRcIjpmYWxzZSxcIklzSXRhbGljXCI6ZmFsc2UsXCJJc1VuZGVybGluZWRcIjpmYWxzZX0sXCJGb3JlZ3JvdW5kXCI6e1wiJGlkXCI6XCIzMjVcIixcIkNvbG9yXCI6e1wiJGlkXCI6XCIzMjZcIixcIkFcIjoyNTUsXCJSXCI6MjM3LFwiR1wiOjEyNSxcIkJcIjo0OX19LFwiSG9yaXpvbnRhbEFsaWdubWVudFwiOjAsXCJJc1Zpc2libGVcIjpmYWxzZX0sXCJNYXJnaW5cIjp7XCIkaWRcIjpcIjMyN1wiLFwiVG9wXCI6MC4wLFwiTGVmdFwiOjAuMCxcIlJpZ2h0XCI6MC4wLFwiQm90dG9tXCI6MC4wfSxcIlN0YXJ0RGF0ZVBvc2l0aW9uXCI6MyxcIkVuZERhdGVQb3NpdGlvblwiOjQsXCJUaXRsZVBvc2l0aW9uXCI6MixcIkR1cmF0aW9uUG9zaXRpb25cIjowLFwiUGVyY2VudGFnZUNvbXBsZXRlZFBvc2l0aW9uXCI6MCxcIlNwYWNpbmdcIjo1LFwiU2hhcGVTdHlsZVwiOntcIiRpZFwiOlwiMzI4XCIsXCJNYXJnaW5cIjp7XCIkaWRcIjpcIjMyOVwiLFwiVG9wXCI6MC4wLFwiTGVmdFwiOjQuMCxcIlJpZ2h0XCI6NC4wLFwiQm90dG9tXCI6MC4wfSxcIlBhZGRpbmdcIjp7XCIkaWRcIjpcIjMzMFwiLFwiVG9wXCI6MC4wLFwiTGVmdFwiOjAuMCxcIlJpZ2h0XCI6MC4wLFwiQm90dG9tXCI6MC4wfSxcIkJhY2tncm91bmRcIjp7XCIkaWRcIjpcIjMzMVwiLFwiQ29sb3JcIjp7XCIkaWRcIjpcIjMzMlwiLFwiQVwiOjI1NSxcIlJcIjoyMzcsXCJHXCI6MTI1LFwiQlwiOjQ5fX0sXCJJc1Zpc2libGVcIjp0cnVlLFwiV2lkdGhcIjowLjAsXCJIZWlnaHRcIjoxNi4wLFwiQm9yZGVyU3R5bGVcIjp7XCIkaWRcIjpcIjMzM1wiLFwiTGluZVN0eWxlXCI6e1wiJGlkXCI6XCIzMzRcIixcIkxpbmVDb2xvclwiOntcIiRpZFwiOlwiMzM1XCIsXCJDb2xvclwiOntcIiRpZFwiOlwiMzM2XCIsXCJBXCI6MjU1LFwiUlwiOjIzNCxcIkdcIjoyMixcIkJcIjozMH19LFwiTGluZVdlaWdodFwiOjIuMCxcIkxpbmVUeXBlXCI6MH0sXCJJc1Zpc2libGVcIjpmYWxzZX19LFwiVGl0bGVTdHlsZVwiOntcIiRpZFwiOlwiMzM3XCIsXCJGb250U2V0dGluZ3NcIjp7XCIkaWRcIjpcIjMzOFwiLFwiRm9udFNpemVcIjoxMSxcIkZvbnROYW1lXCI6XCJDYWxpYnJpXCIsXCJJc0JvbGRcIjp0cnVlLFwiSXNJdGFsaWNcIjpmYWxzZSxcIklzVW5kZXJsaW5lZFwiOmZhbHNlfSxcIkZvcmVncm91bmRcIjp7XCIkaWRcIjpcIjMzOVwiLFwiQ29sb3JcIjp7XCIkaWRcIjpcIjM0MFwiLFwiQVwiOjI1NSxcIlJcIjowLFwiR1wiOjAsXCJCXCI6MH19LFwiSG9yaXpvbnRhbEFsaWdubWVudFwiOjEsXCJJc1Zpc2libGVcIjp0cnVlfSxcIkRhdGVTdHlsZVwiOntcIiRpZFwiOlwiMzQxXCIsXCJGb250U2V0dGluZ3NcIjp7XCIkaWRcIjpcIjM0MlwiLFwiRm9udFNpemVcIjoxMCxcIkZvbnROYW1lXCI6XCJDYWxpYnJpXCIsXCJJc0JvbGRcIjpmYWxzZSxcIklzSXRhbGljXCI6ZmFsc2UsXCJJc1VuZGVybGluZWRcIjpmYWxzZX0sXCJGb3JlZ3JvdW5kXCI6e1wiJGlkXCI6XCIzNDNcIixcIkNvbG9yXCI6e1wiJGlkXCI6XCIzNDRcIixcIkFcIjoyNTUsXCJSXCI6NjgsXCJHXCI6ODQsXCJCXCI6MTA2fX0sXCJIb3Jpem9udGFsQWxpZ25tZW50XCI6MSxcIklzVmlzaWJsZVwiOnRydWV9LFwiRGF0ZUZvcm1hdFwiOntcIiRpZFwiOlwiMz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0NlwiLFwiRm9ybWF0XCI6MCxcIklzVmlzaWJsZVwiOmZhbHNlLFwiTGFzdEtub3duVmlzaWJpbGl0eVN0YXRlXCI6ZmFsc2V9fSxcIkRlZmF1bHRTd2ltbGFuZU1vdFN0eWxlXCI6e1wiJGlkXCI6XCIzNDdcIixcIlNoYXBlXCI6OSxcIlNoYXBlU2l6ZVwiOjEsXCJEZXRhaWxzU3BhY2luZ1wiOjAuMCxcIlBhZGRpbmdcIjp7XCIkaWRcIjpcIjM0OFwiLFwiVG9wXCI6NS4wLFwiTGVmdFwiOjMuMCxcIlJpZ2h0XCI6MC4wLFwiQm90dG9tXCI6Mi4wfSxcIlBvc2l0aW9uT25UYXNrXCI6MSxcIlNoYXBlU3R5bGVcIjp7XCIkaWRcIjpcIjM0OVwiLFwiTWFyZ2luXCI6e1wiJGlkXCI6XCIzNTBcIixcIlRvcFwiOjAuMCxcIkxlZnRcIjowLjAsXCJSaWdodFwiOjAuMCxcIkJvdHRvbVwiOjAuMH0sXCJQYWRkaW5nXCI6e1wiJGlkXCI6XCIzNTFcIixcIlRvcFwiOjAuMCxcIkxlZnRcIjowLjAsXCJSaWdodFwiOjAuMCxcIkJvdHRvbVwiOjAuMH0sXCJCYWNrZ3JvdW5kXCI6e1wiJGlkXCI6XCIzNTJcIixcIkNvbG9yXCI6e1wiJGlkXCI6XCIzNTNcIixcIkFcIjoyNTUsXCJSXCI6MjM3LFwiR1wiOjEyNSxcIkJcIjo0OX19LFwiSXNWaXNpYmxlXCI6dHJ1ZSxcIldpZHRoXCI6MTguMCxcIkhlaWdodFwiOjIwLjAsXCJCb3JkZXJTdHlsZVwiOntcIiRpZFwiOlwiMzU0XCIsXCJMaW5lU3R5bGVcIjp7XCIkaWRcIjpcIjM1NVwiLFwiTGluZUNvbG9yXCI6e1wiJGlkXCI6XCIzNTZcIixcIkNvbG9yXCI6e1wiJGlkXCI6XCIzNTdcIixcIkFcIjoyNTUsXCJSXCI6MjM0LFwiR1wiOjIyLFwiQlwiOjMwfX0sXCJMaW5lV2VpZ2h0XCI6MC4wLFwiTGluZVR5cGVcIjowfSxcIklzVmlzaWJsZVwiOmZhbHNlfX0sXCJUaXRsZVN0eWxlXCI6e1wiJGlkXCI6XCIzNThcIixcIkZvbnRTZXR0aW5nc1wiOntcIiRpZFwiOlwiMzU5XCIsXCJGb250U2l6ZVwiOjExLFwiRm9udE5hbWVcIjpcIkNhbGlicmlcIixcIklzQm9sZFwiOnRydWUsXCJJc0l0YWxpY1wiOmZhbHNlLFwiSXNVbmRlcmxpbmVkXCI6ZmFsc2V9LFwiRm9yZWdyb3VuZFwiOntcIiRpZFwiOlwiMzYwXCIsXCJDb2xvclwiOntcIiRpZFwiOlwiMzYxXCIsXCJBXCI6MjU1LFwiUlwiOjAsXCJHXCI6MCxcIkJcIjowfX0sXCJIb3Jpem9udGFsQWxpZ25tZW50XCI6MSxcIklzVmlzaWJsZVwiOnRydWV9LFwiRGF0ZVN0eWxlXCI6e1wiJGlkXCI6XCIzNjJcIixcIkZvbnRTZXR0aW5nc1wiOntcIiRpZFwiOlwiMzYzXCIsXCJGb250U2l6ZVwiOjEwLFwiRm9udE5hbWVcIjpcIkNhbGlicmlcIixcIklzQm9sZFwiOmZhbHNlLFwiSXNJdGFsaWNcIjpmYWxzZSxcIklzVW5kZXJsaW5lZFwiOmZhbHNlfSxcIkZvcmVncm91bmRcIjp7XCIkaWRcIjpcIjM2NFwiLFwiQ29sb3JcIjp7XCIkaWRcIjpcIjM2NVwiLFwiQVwiOjI1NSxcIlJcIjo2OCxcIkdcIjo4NCxcIkJcIjoxMDZ9fSxcIkhvcml6b250YWxBbGlnbm1lbnRcIjowLFwiSXNWaXNpYmxlXCI6dHJ1ZX0sXCJEYXRlRm9ybWF0XCI6e1wiJGlkXCI6XCIz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3XCIsXCJGb3JtYXRcIjowLFwiSXNWaXNpYmxlXCI6ZmFsc2UsXCJMYXN0S25vd25WaXNpYmlsaXR5U3RhdGVcIjpmYWxzZX19fV0sXCJHcmlkbGluZVBhbmVsU3R5bGVcIjp7XCIkaWRcIjpcIjM2OFwiLFwiR3JpZGxpbmVTdHlsZVwiOntcIiRpZFwiOlwiMzY5XCIsXCJMaW5lQ29sb3JcIjp7XCIkaWRcIjpcIjM3MFwiLFwiQ29sb3JcIjp7XCIkaWRcIjpcIjM3MVwiLFwiQVwiOjI1NSxcIlJcIjoyMDgsXCJHXCI6MjA2LFwiQlwiOjIwNn19LFwiTGluZVdlaWdodFwiOjEuMCxcIkxpbmVUeXBlXCI6MH0sXCJJc1Zpc2libGVcIjp0cnVlfSxcIkFjdGl2aXR5TGluZVBhbmVsU3R5bGVcIjp7XCIkaWRcIjpcIjM3MlwiLFwiQWN0aXZpdHlMaW5lU3R5bGVcIjp7XCIkaWRcIjpcIjM3M1wiLFwiTGluZUNvbG9yXCI6e1wiJGlkXCI6XCIzNzRcIixcIkNvbG9yXCI6e1wiJGlkXCI6XCIzNzVcIixcIkFcIjozOCxcIlJcIjo2OCxcIkdcIjoxMTQsXCJCXCI6MTk2fX0sXCJMaW5lV2VpZ2h0XCI6MS4wLFwiTGluZVR5cGVcIjowfSxcIklzVmlzaWJsZVwiOnRydWV9LFwiRGVmYXVsdERlcGVuZGVuY3lTdHlsZVwiOntcIiRpZFwiOlwiMzc2XCIsXCJMaW5lU3R5bGVcIjp7XCIkaWRcIjpcIjM3N1wiLFwiTGluZUNvbG9yXCI6e1wiJGlkXCI6XCIzNzhcIixcIkNvbG9yXCI6e1wiJGlkXCI6XCIzNzlcIixcIkFcIjoyNTUsXCJSXCI6MCxcIkdcIjowLFwiQlwiOjB9fSxcIkxpbmVXZWlnaHRcIjoxLjAsXCJMaW5lVHlwZVwiOjB9LFwiRW5kQXJyb3doZWFkTGluZVN0eWxlXCI6e1wiJGlkXCI6XCIzODBcIixcIktpbmRcIjoxLFwiV2lkdGhcIjoxLFwiTGVuZ3RoXCI6MH0sXCJCcmluZ1RvRnJvbnRcIjp0cnVlLFwiUmFkaXVzXCI6MC4wfSxcIkNyaXRpY2FsUGF0aFN0eWxlXCI6e1wiJGlkXCI6XCIzODFcIixcIkNyaXRpY2FsUGF0aFN0eWxlT3B0aW9uc1wiOjE1LFwiTGluZVN0eWxlXCI6e1wiJGlkXCI6XCIzODJcIixcIkxpbmVDb2xvclwiOntcIiRpZFwiOlwiMzgzXCIsXCJDb2xvclwiOntcIiRpZFwiOlwiMzg0XCIsXCJBXCI6MjU1LFwiUlwiOjIyMixcIkdcIjo1MCxcIkJcIjo1MH19LFwiTGluZVdlaWdodFwiOjEuMCxcIkxpbmVUeXBlXCI6MH0sXCJUaXRsZUZvcmVncm91bmRcIjp7XCIkaWRcIjpcIjM4NVwiLFwiQ29sb3JcIjp7XCIkaWRcIjpcIjM4NlwiLFwiQVwiOjI1NSxcIlJcIjoxNzYsXCJHXCI6MTksXCJCXCI6MjV9fSxcIlNoYXBlc0JhY2tncm91bmRcIjp7XCIkaWRcIjpcIjM4N1wiLFwiQ29sb3JcIjp7XCIkaWRcIjpcIjM4OFwiLFwiQVwiOjI1NSxcIlJcIjoyNTMsXCJHXCI6MjAzLFwiQlwiOjIwOH19LFwiU2hhcGVzQm9yZGVyU3R5bGVcIjp7XCIkaWRcIjpcIjM4OVwiLFwiTGluZUNvbG9yXCI6e1wiJGlkXCI6XCIzOTBcIixcIkNvbG9yXCI6e1wiJGlkXCI6XCIzOTFcIixcIkFcIjoyNTUsXCJSXCI6MjIyLFwiR1wiOjUwLFwiQlwiOjUwfX0sXCJMaW5lV2VpZ2h0XCI6Mi4wLFwiTGluZVR5cGVcIjowfX0sXCJQYW5lbHNTcGFjaW5nRGVmaW5pdGlvblwiOntcIiRpZFwiOlwiMzkyXCIsXCJTcGFjaW5nQWJvdmVUaW1lYmFuZFwiOjUsXCJTcGFjaW5nQmVsb3dUaW1lYmFuZFwiOjUsXCJTcGFjaW5nQWJvdmVCZXR3ZWVuU3dpbWxhbmVzQW5kVGFza3NcIjo1LFwiU3BhY2luZ0JlbG93QmV0d2VlblN3aW1sYW5lc0FuZFRhc2tzXCI6NX0sXCJfc2VsZWN0ZWRUaGVtZVByZXNldENvbG9yc1wiOntcIiRpZFwiOlwiMzkzXCIsXCJUZXh0TGlnaHRcIjp7XCIkaWRcIjpcIjM5NFwiLFwiQVwiOjI1NSxcIlJcIjoyNTUsXCJHXCI6MjU1LFwiQlwiOjI1NX0sXCJUZXh0RGFya1wiOntcIiRpZFwiOlwiMzk1XCIsXCJBXCI6MjU1LFwiUlwiOjAsXCJHXCI6MCxcIkJcIjowfSxcIkFjY2VudDFcIjp7XCIkaWRcIjpcIjM5NlwiLFwiQVwiOjI1NSxcIlJcIjoyNTUsXCJHXCI6MjU1LFwiQlwiOjI1NX0sXCJBY2NlbnQyXCI6e1wiJGlkXCI6XCIzOTdcIixcIkFcIjoyNTUsXCJSXCI6NjgsXCJHXCI6ODQsXCJCXCI6MTA2fSxcIkFjY2VudDNcIjp7XCIkaWRcIjpcIjM5OFwiLFwiQVwiOjI1NSxcIlJcIjoyLFwiR1wiOjE3OCxcIkJcIjoyMzh9LFwiQWNjZW50NFwiOntcIiRpZFwiOlwiMzk5XCIsXCJBXCI6MjU1LFwiUlwiOjIzNyxcIkdcIjoxMjUsXCJCXCI6NDl9LFwiQWNjZW50NVwiOntcIiRpZFwiOlwiNDAwXCIsXCJBXCI6MjU1LFwiUlwiOjI1LFwiR1wiOjEwNyxcIkJcIjozNn0sXCJBY2NlbnQ2XCI6e1wiJGlkXCI6XCI0MDFcIixcIkFcIjoyNTUsXCJSXCI6MTUsXCJHXCI6MTU4LFwiQlwiOjIxM30sXCJBY2NlbnQ3XCI6e1wiJGlkXCI6XCI0MDJcIixcIkFcIjoyNTUsXCJSXCI6MTYwLFwiR1wiOjQzLFwiQlwiOjE0N30sXCJBY2NlbnQ4XCI6e1wiJGlkXCI6XCI0MDNcIixcIkFcIjoyNTUsXCJSXCI6NzgsXCJHXCI6MTY3LFwiQlwiOjQ2fX0sXCJfY3VzdG9tUHJlc2V0Q29sb3JzXCI6e1wiJGlkXCI6XCI0MDRcIn19fSJ9LCJTZXR0aW5ncyI6eyIkaWQiOiIxNDY0IiwiSW1wYU9wdGlvbnMiOnsiJGlkIjoiMTQ2NS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0NjYiLCJVc2VUaW1lIjpmYWxzZSwiV29ya0RheVN0YXJ0IjoiMDA6MDA6MDAiLCJXb3JrRGF5RW5kIjoiMjM6NTk6MDAifSwiTGFzdFVzZWRUZW1wbGF0ZUlkIjoiOTY1M2VmNzYtNGJhNy00NjA2LWE5OTYtZWNkOGEzMWY3NjcyIiwiTGFzdFVzZWRUaGVtZURldGFpbHMiOnsiJGlkIjoiMTQ2NyIsIklkIjoiZWJmYWI0YTEtMDZkOC00NDU5LWE4MDAtNzYwYWVmNGE4YjYzIiwiVGl0bGUiOiJVbnRpdGxlZCB0aGVtZSIsIkNhdGVnb3J5IjoyfSwiRmlyc3RXZWVrT2ZZZWFyIjowLCJQbGFjZU1pbGVzdG9uZUF0VGhlQmVnaW5uaW5nT2ZUaGVEYXkiOmZhbHNlLCJEZXBlbmRlbmN5U2NoZWR1bGluZ1NldHRpbmdzIjp7IiRpZCI6IjE0Njg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PbGRGaXhlZEludGVydmFsc1JlbmRlcmluZ1N0cmF0ZWd5VXNlZEJlZm9yZSI6ZmFsc2UsIkRlcGVuZGVuY2llcyI6eyJfZGVwZW5kZW5jaWVzIjpbXX19"/>
  <p:tag name="__MASTER" val="__part_0"/>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 name="OTLELAPSEDSTYLE" val="Hide"/>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hOTI3OWY4Ni1mMjlmLTQ4YjAtOWFhZi1kNmYzZmExMTVmN2EiLCJJbmRleCI6MSwiR3JvdXBJZCI6bnVsbCwiVGl0bGUiOiJFU1AiLCJEYXRlVGltZSI6IjIwMjQtMDMtMTRUMjM6NTk6MDAiLCJQZXJjZW50YWdlQ29tcGxldGUiOm51bGwsIk5vdGUiOm51bGwsIlN0eWxlIjp7IiRpZCI6IjYiLCJUaXRsZVBvc2l0aW9uIjoiTGVmdCIsIkRhdGVQb3NpdGlvbiI6IkxlZnQiLCJTaGFwZVR5cGUiOjEzLCJTaGFwZVNpemUiOjEsIlNwYWNpbmciOjUsIlNoYXBlU3R5bGUiOnsiJGlkIjoiNyIsIk1hcmdpbiI6eyIkaWQiOiI4IiwiVG9wIjowLjAsIkxlZnQiOjAuMCwiUmlnaHQiOjAuMCwiQm90dG9tIjowLjB9LCJQYWRkaW5nIjp7IiRpZCI6IjkiLCJUb3AiOjAuMCwiTGVmdCI6MC4wLCJSaWdodCI6MC4wLCJCb3R0b20iOjAuMH0sIkJhY2tncm91bmQiOnsiJGlkIjoiMTAiLCJDb2xvciI6eyIkaWQiOiIxMSIsIkEiOjI1NSwiUiI6MjM3LCJHIjoxMjUsIkIiOjQ5fX0sIklzVmlzaWJsZSI6dHJ1ZSwiV2lkdGgiOjE4LjAsIkhlaWdodCI6MjAuMCwiQm9yZGVyU3R5bGUiOnsiJGlkIjoiMTIiLCJMaW5lQ29sb3IiOnsiJGlkIjoiMTMiLCIkdHlwZSI6Ik5MUkUuQ29tbW9uLkRvbS5Tb2xpZENvbG9yQnJ1c2gsIE5MUkUuQ29tbW9uIiwiQ29sb3IiOnsiJGlkIjoiMTQiLCJBIjoyNTUsIlIiOjI1NSwiRyI6MCwiQiI6MH19LCJMaW5lV2VpZ2h0IjowLjAsIkxpbmVUeXBlIjowLCJQYXJlbnRTdHlsZSI6bnVsbH0sIlBhcmVudFN0eWxlIjpudWxsfSwiVGl0bGVTdHlsZSI6eyIkaWQiOiIxNSIsIkZvbnRTZXR0aW5ncyI6eyIkaWQiOiIxNiIsIkZvbnRTaXplIjoxMCwiRm9udE5hbWUiOiJNb250c2VycmF0IiwiSXNCb2xkIjpmYWxz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g5LCJSIjowLCJHIjowLCJCIjowfX0sIklzVmlzaWJsZSI6dHJ1ZSwiV2lkdGgiOjAuMCwiSGVpZ2h0IjowLjAsIkJvcmRlclN0eWxlIjp7IiRpZCI6IjIzIiwiTGluZUNvbG9yIjpudWxsLCJMaW5lV2VpZ2h0IjowLjAsIkxpbmVUeXBlIjowLCJQYXJlbnRTdHlsZSI6bnVsbH0sIlBhcmVudFN0eWxlIjpudWxsfSwiRGF0ZVN0eWxlIjp7IiRpZCI6IjI0IiwiRm9udFNldHRpbmdzIjp7IiRpZCI6IjI1IiwiRm9udFNpemUiOjEwLCJGb250TmFtZSI6IkNhbGlicmkiLCJJc0JvbGQiOmZhbHNlLCJJc0l0YWxpYyI6ZmFsc2UsIklzVW5kZXJsaW5lZCI6ZmFsc2UsIlBhcmVudFN0eWxlIjpudWxsfSwiQXV0b1NpemUiOjAsIkZvcmVncm91bmQiOnsiJGlkIjoiMjYiLCJDb2xvciI6eyIkaWQiOiIy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giLCJUb3AiOjAuMCwiTGVmdCI6MC4wLCJSaWdodCI6MC4wLCJCb3R0b20iOjAuMH0sIlBhZGRpbmciOnsiJGlkIjoiMjkiLCJUb3AiOjAuMCwiTGVmdCI6MC4wLCJSaWdodCI6MC4wLCJCb3R0b20iOjAuMH0sIkJhY2tncm91bmQiOnsiJGlkIjoiMzAiLCJDb2xvciI6eyIkaWQiOiIzMSIsIkEiOjg5LCJSIjowLCJHIjowLCJCIjowfX0sIklzVmlzaWJsZSI6ZmFsc2UsIldpZHRoIjowLjAsIkhlaWdodCI6MC4wLCJCb3JkZXJTdHlsZSI6eyIkaWQiOiIzMiIsIkxpbmVDb2xvciI6bnVsbCwiTGluZVdlaWdodCI6MC4wLCJMaW5lVHlwZSI6MCwiUGFyZW50U3R5bGUiOm51bGx9LCJQYXJlbnRTdHlsZSI6bnVsbH0sIkRhdGVGb3JtYXQiOnsiJGlkIjoi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Q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zUiLCJfdGFza3MiOltdLCJfbWlsZXN0b25lcyI6W3siJGlkIjoiMzYiLCJJZCI6IjY1NjY5MTM0LWQxOGEtNDNlMi04OTU5LWRjOTcyZWYyNzI1MiIsIkluZGV4IjoyLCJHcm91cElkIjpudWxsLCJUaXRsZSI6IklUQSIsIkRhdGVUaW1lIjoiMjAyNC0wNS0xNlQyMzo1OTowMCIsIlBlcmNlbnRhZ2VDb21wbGV0ZSI6bnVsbCwiTm90ZSI6bnVsbCwiU3R5bGUiOnsiJGlkIjoiMzciLCJUaXRsZVBvc2l0aW9uIjoiTGVmdCIsIkRhdGVQb3NpdGlvbiI6IkxlZnQiLCJTaGFwZVR5cGUiOjEzLCJTaGFwZVNpemUiOjEsIlNwYWNpbmciOjUsIlNoYXBlU3R5bGUiOnsiJGlkIjoiMzgiLCJNYXJnaW4iOnsiJGlkIjoiMzkiLCJUb3AiOjAuMCwiTGVmdCI6MC4wLCJSaWdodCI6MC4wLCJCb3R0b20iOjAuMH0sIlBhZGRpbmciOnsiJGlkIjoiNDAiLCJUb3AiOjAuMCwiTGVmdCI6MC4wLCJSaWdodCI6MC4wLCJCb3R0b20iOjAuMH0sIkJhY2tncm91bmQiOnsiJGlkIjoiNDEiLCJDb2xvciI6eyIkaWQiOiI0MiIsIkEiOjI1NSwiUiI6MjM3LCJHIjoxMjUsIkIiOjQ5fX0sIklzVmlzaWJsZSI6dHJ1ZSwiV2lkdGgiOjE4LjAsIkhlaWdodCI6MjAuMCwiQm9yZGVyU3R5bGUiOnsiJGlkIjoiNDMiLCJMaW5lQ29sb3IiOm51bGwsIkxpbmVXZWlnaHQiOjAuMCwiTGluZVR5cGUiOjAsIlBhcmVudFN0eWxlIjpudWxsfSwiUGFyZW50U3R5bGUiOm51bGx9LCJUaXRsZVN0eWxlIjp7IiRpZCI6IjQ0IiwiRm9udFNldHRpbmdzIjp7IiRpZCI6IjQ1IiwiRm9udFNpemUiOjEwLCJGb250TmFtZSI6Ik1vbnRzZXJyYXQiLCJJc0JvbGQiOmZhbHNlLCJJc0l0YWxpYyI6ZmFsc2UsIklzVW5kZXJsaW5lZCI6ZmFsc2UsIlBhcmVudFN0eWxlIjpudWxsfSwiQXV0b1NpemUiOjAsIkZvcmVncm91bmQiOnsiJGlkIjoiNDYiLCJDb2xvciI6eyIkaWQiOiI0Ny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0OCIsIlRvcCI6MC4wLCJMZWZ0IjowLjAsIlJpZ2h0IjowLjAsIkJvdHRvbSI6MC4wfSwiUGFkZGluZyI6eyIkaWQiOiI0OSIsIlRvcCI6MC4wLCJMZWZ0IjowLjAsIlJpZ2h0IjowLjAsIkJvdHRvbSI6MC4wfSwiQmFja2dyb3VuZCI6eyIkaWQiOiI1MCIsIkNvbG9yIjp7IiRpZCI6IjUxIiwiQSI6ODksIlIiOjAsIkciOjAsIkIiOjB9fSwiSXNWaXNpYmxlIjp0cnVlLCJXaWR0aCI6MC4wLCJIZWlnaHQiOjAuMCwiQm9yZGVyU3R5bGUiOnsiJGlkIjoiNTIiLCJMaW5lQ29sb3IiOm51bGwsIkxpbmVXZWlnaHQiOjAuMCwiTGluZVR5cGUiOjAsIlBhcmVudFN0eWxlIjpudWxsfSwiUGFyZW50U3R5bGUiOm51bGx9LCJEYXRlU3R5bGUiOnsiJGlkIjoiNTMiLCJGb250U2V0dGluZ3MiOnsiJGlkIjoiNTQiLCJGb250U2l6ZSI6MTAsIkZvbnROYW1lIjoiQ2FsaWJyaSIsIklzQm9sZCI6ZmFsc2UsIklzSXRhbGljIjpmYWxzZSwiSXNVbmRlcmxpbmVkIjpmYWxzZSwiUGFyZW50U3R5bGUiOm51bGx9LCJBdXRvU2l6ZSI6MCwiRm9yZWdyb3VuZCI6eyIkaWQiOiI1NSIsIkNvbG9yIjp7IiRpZCI6IjU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yIsIlRvcCI6MC4wLCJMZWZ0IjowLjAsIlJpZ2h0IjowLjAsIkJvdHRvbSI6MC4wfSwiUGFkZGluZyI6eyIkaWQiOiI1OCIsIlRvcCI6MC4wLCJMZWZ0IjowLjAsIlJpZ2h0IjowLjAsIkJvdHRvbSI6MC4wfSwiQmFja2dyb3VuZCI6eyIkaWQiOiI1OSIsIkNvbG9yIjp7IiRpZCI6IjYwIiwiQSI6ODksIlIiOjAsIkciOjAsIkIiOjB9fSwiSXNWaXNpYmxlIjpmYWxzZSwiV2lkdGgiOjAuMCwiSGVpZ2h0IjowLjAsIkJvcmRlclN0eWxlIjp7IiRpZCI6IjYxIiwiTGluZUNvbG9yIjpudWxsLCJMaW5lV2VpZ2h0IjowLjAsIkxpbmVUeXBlIjowLCJQYXJlbnRTdHlsZSI6bnVsbH0sIlBhcmVudFN0eWxlIjpudWxsfSwiRGF0ZUZvcm1hdCI6eyIkaWQiOiI2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y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2NCIsIl90YXNrcyI6W10sIl9taWxlc3RvbmVzIjpbeyIkaWQiOiI2NSIsIklkIjoiYjU0MWI3YWYtMTMxYi00MzFkLTkzNWYtYzBkNGU4MDI5ZTUxIiwiSW5kZXgiOjMsIkdyb3VwSWQiOm51bGwsIlRpdGxlIjoiRlJBIiwiRGF0ZVRpbWUiOiIyMDI0LTA4LTE1VDIzOjU5OjAwIiwiUGVyY2VudGFnZUNvbXBsZXRlIjpudWxsLCJOb3RlIjpudWxsLCJTdHlsZSI6eyIkaWQiOiI2NiIsIlRpdGxlUG9zaXRpb24iOiJMZWZ0IiwiRGF0ZVBvc2l0aW9uIjoiTGVmdCIsIlNoYXBlVHlwZSI6MTMsIlNoYXBlU2l6ZSI6MSwiU3BhY2luZyI6NSwiU2hhcGVTdHlsZSI6eyIkaWQiOiI2NyIsIk1hcmdpbiI6eyIkaWQiOiI2OCIsIlRvcCI6MC4wLCJMZWZ0IjowLjAsIlJpZ2h0IjowLjAsIkJvdHRvbSI6MC4wfSwiUGFkZGluZyI6eyIkaWQiOiI2OSIsIlRvcCI6MC4wLCJMZWZ0IjowLjAsIlJpZ2h0IjowLjAsIkJvdHRvbSI6MC4wfSwiQmFja2dyb3VuZCI6eyIkaWQiOiI3MCIsIkNvbG9yIjp7IiRpZCI6IjcxIiwiQSI6MjU1LCJSIjoyNTUsIkciOjE5MiwiQiI6MH19LCJJc1Zpc2libGUiOnRydWUsIldpZHRoIjoxOC4wLCJIZWlnaHQiOjIwLjAsIkJvcmRlclN0eWxlIjp7IiRpZCI6IjcyIiwiTGluZUNvbG9yIjp7IiRpZCI6IjczIiwiJHR5cGUiOiJOTFJFLkNvbW1vbi5Eb20uU29saWRDb2xvckJydXNoLCBOTFJFLkNvbW1vbiIsIkNvbG9yIjp7IiRpZCI6Ijc0IiwiQSI6MjU1LCJSIjoyNTUsIkciOjAsIkIiOjB9fSwiTGluZVdlaWdodCI6MC4wLCJMaW5lVHlwZSI6MCwiUGFyZW50U3R5bGUiOm51bGx9LCJQYXJlbnRTdHlsZSI6bnVsbH0sIlRpdGxlU3R5bGUiOnsiJGlkIjoiNzUiLCJGb250U2V0dGluZ3MiOnsiJGlkIjoiNzYiLCJGb250U2l6ZSI6MTAsIkZvbnROYW1lIjoiTW9udHNlcnJhdCIsIklzQm9sZCI6ZmFsc2UsIklzSXRhbGljIjpmYWxzZSwiSXNVbmRlcmxpbmVkIjpmYWxzZSwiUGFyZW50U3R5bGUiOm51bGx9LCJBdXRvU2l6ZSI6MCwiRm9yZWdyb3VuZCI6eyIkaWQiOiI3NyIsIkNvbG9yIjp7IiRpZCI6Ijc4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c5IiwiVG9wIjowLjAsIkxlZnQiOjAuMCwiUmlnaHQiOjAuMCwiQm90dG9tIjowLjB9LCJQYWRkaW5nIjp7IiRpZCI6IjgwIiwiVG9wIjowLjAsIkxlZnQiOjAuMCwiUmlnaHQiOjAuMCwiQm90dG9tIjowLjB9LCJCYWNrZ3JvdW5kIjp7IiRpZCI6IjgxIiwiQ29sb3IiOnsiJGlkIjoiODIiLCJBIjo4OSwiUiI6MCwiRyI6MCwiQiI6MH19LCJJc1Zpc2libGUiOnRydWUsIldpZHRoIjowLjAsIkhlaWdodCI6MC4wLCJCb3JkZXJTdHlsZSI6eyIkaWQiOiI4MyIsIkxpbmVDb2xvciI6bnVsbCwiTGluZVdlaWdodCI6MC4wLCJMaW5lVHlwZSI6MCwiUGFyZW50U3R5bGUiOm51bGx9LCJQYXJlbnRTdHlsZSI6bnVsbH0sIkRhdGVTdHlsZSI6eyIkaWQiOiI4NCIsIkZvbnRTZXR0aW5ncyI6eyIkaWQiOiI4NSIsIkZvbnRTaXplIjoxMCwiRm9udE5hbWUiOiJDYWxpYnJpIiwiSXNCb2xkIjpmYWxzZSwiSXNJdGFsaWMiOmZhbHNlLCJJc1VuZGVybGluZWQiOmZhbHNlLCJQYXJlbnRTdHlsZSI6bnVsbH0sIkF1dG9TaXplIjowLCJGb3JlZ3JvdW5kIjp7IiRpZCI6Ijg2IiwiQ29sb3IiOnsiJGlkIjoiOD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4IiwiVG9wIjowLjAsIkxlZnQiOjAuMCwiUmlnaHQiOjAuMCwiQm90dG9tIjowLjB9LCJQYWRkaW5nIjp7IiRpZCI6Ijg5IiwiVG9wIjowLjAsIkxlZnQiOjAuMCwiUmlnaHQiOjAuMCwiQm90dG9tIjowLjB9LCJCYWNrZ3JvdW5kIjp7IiRpZCI6IjkwIiwiQ29sb3IiOnsiJGlkIjoiOTEiLCJBIjo4OSwiUiI6MCwiRyI6MCwiQiI6MH19LCJJc1Zpc2libGUiOmZhbHNlLCJXaWR0aCI6MC4wLCJIZWlnaHQiOjAuMCwiQm9yZGVyU3R5bGUiOnsiJGlkIjoiOTIiLCJMaW5lQ29sb3IiOm51bGwsIkxpbmVXZWlnaHQiOjAuMCwiTGluZVR5cGUiOjAsIlBhcmVudFN0eWxlIjpudWxsfSwiUGFyZW50U3R5bGUiOm51bGx9LCJEYXRlRm9ybWF0Ijp7IiRpZCI6Ijk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0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k1IiwiX3Rhc2tzIjpbXSwiX21pbGVzdG9uZXMiOlt7IiRpZCI6Ijk2IiwiSWQiOiI5OGE4ZWE5Yi1hNDRmLTRkYjktYjk0MC00MWI0MmFiNGY5YmEiLCJJbmRleCI6NCwiR3JvdXBJZCI6bnVsbCwiVGl0bGUiOiJVUyIsIkRhdGVUaW1lIjoiMjAyNC0xMS0xNVQyMzo1OTowMCIsIlBlcmNlbnRhZ2VDb21wbGV0ZSI6bnVsbCwiTm90ZSI6bnVsbCwiU3R5bGUiOnsiJGlkIjoiOTciLCJUaXRsZVBvc2l0aW9uIjoiQWJvdmUiLCJEYXRlUG9zaXRpb24iOiJMZWZ0IiwiU2hhcGVUeXBlIjoxMywiU2hhcGVTaXplIjoxLCJTcGFjaW5nIjo1LCJTaGFwZVN0eWxlIjp7IiRpZCI6Ijk4IiwiTWFyZ2luIjp7IiRpZCI6Ijk5IiwiVG9wIjowLjAsIkxlZnQiOjAuMCwiUmlnaHQiOjAuMCwiQm90dG9tIjowLjB9LCJQYWRkaW5nIjp7IiRpZCI6IjEwMCIsIlRvcCI6MC4wLCJMZWZ0IjowLjAsIlJpZ2h0IjowLjAsIkJvdHRvbSI6MC4wfSwiQmFja2dyb3VuZCI6eyIkaWQiOiIxMDEiLCJDb2xvciI6eyIkaWQiOiIxMDIiLCJBIjoyNTUsIlIiOjIzNywiRyI6MTI1LCJCIjo0OX19LCJJc1Zpc2libGUiOnRydWUsIldpZHRoIjoxOC4wLCJIZWlnaHQiOjIwLjAsIkJvcmRlclN0eWxlIjp7IiRpZCI6IjEwMyIsIkxpbmVDb2xvciI6eyIkaWQiOiIxMDQiLCIkdHlwZSI6Ik5MUkUuQ29tbW9uLkRvbS5Tb2xpZENvbG9yQnJ1c2gsIE5MUkUuQ29tbW9uIiwiQ29sb3IiOnsiJGlkIjoiMTA1IiwiQSI6MjU1LCJSIjoyNTUsIkciOjAsIkIiOjB9fSwiTGluZVdlaWdodCI6MC4wLCJMaW5lVHlwZSI6MCwiUGFyZW50U3R5bGUiOm51bGx9LCJQYXJlbnRTdHlsZSI6bnVsbH0sIlRpdGxlU3R5bGUiOnsiJGlkIjoiMTA2IiwiRm9udFNldHRpbmdzIjp7IiRpZCI6IjEwNyIsIkZvbnRTaXplIjoxMCwiRm9udE5hbWUiOiJNb250c2VycmF0IiwiSXNCb2xkIjpmYWxzZSwiSXNJdGFsaWMiOmZhbHNlLCJJc1VuZGVybGluZWQiOmZhbHNlLCJQYXJlbnRTdHlsZSI6bnVsbH0sIkF1dG9TaXplIjowLCJGb3JlZ3JvdW5kIjp7IiRpZCI6IjEwOCIsIkNvbG9yIjp7IiRpZCI6IjEw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MTAiLCJUb3AiOjAuMCwiTGVmdCI6MC4wLCJSaWdodCI6MC4wLCJCb3R0b20iOjAuMH0sIlBhZGRpbmciOnsiJGlkIjoiMTExIiwiVG9wIjowLjAsIkxlZnQiOjAuMCwiUmlnaHQiOjAuMCwiQm90dG9tIjowLjB9LCJCYWNrZ3JvdW5kIjp7IiRpZCI6IjExMiIsIkNvbG9yIjp7IiRpZCI6IjExMyIsIkEiOjg5LCJSIjowLCJHIjowLCJCIjowfX0sIklzVmlzaWJsZSI6dHJ1ZSwiV2lkdGgiOjAuMCwiSGVpZ2h0IjowLjAsIkJvcmRlclN0eWxlIjp7IiRpZCI6IjExNCIsIkxpbmVDb2xvciI6bnVsbCwiTGluZVdlaWdodCI6MC4wLCJMaW5lVHlwZSI6MCwiUGFyZW50U3R5bGUiOm51bGx9LCJQYXJlbnRTdHlsZSI6bnVsbH0sIkRhdGVTdHlsZSI6eyIkaWQiOiIxMTUiLCJGb250U2V0dGluZ3MiOnsiJGlkIjoiMTE2IiwiRm9udFNpemUiOjEwLCJGb250TmFtZSI6IkNhbGlicmkiLCJJc0JvbGQiOmZhbHNlLCJJc0l0YWxpYyI6ZmFsc2UsIklzVW5kZXJsaW5lZCI6ZmFsc2UsIlBhcmVudFN0eWxlIjpudWxsfSwiQXV0b1NpemUiOjAsIkZvcmVncm91bmQiOnsiJGlkIjoiMTE3IiwiQ29sb3IiOnsiJGlkIjoiMTE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TkiLCJUb3AiOjAuMCwiTGVmdCI6MC4wLCJSaWdodCI6MC4wLCJCb3R0b20iOjAuMH0sIlBhZGRpbmciOnsiJGlkIjoiMTIwIiwiVG9wIjowLjAsIkxlZnQiOjAuMCwiUmlnaHQiOjAuMCwiQm90dG9tIjowLjB9LCJCYWNrZ3JvdW5kIjp7IiRpZCI6IjEyMSIsIkNvbG9yIjp7IiRpZCI6IjEyMiIsIkEiOjg5LCJSIjowLCJHIjowLCJCIjowfX0sIklzVmlzaWJsZSI6ZmFsc2UsIldpZHRoIjowLjAsIkhlaWdodCI6MC4wLCJCb3JkZXJTdHlsZSI6eyIkaWQiOiIxMjMiLCJMaW5lQ29sb3IiOm51bGwsIkxpbmVXZWlnaHQiOjAuMCwiTGluZVR5cGUiOjAsIlBhcmVudFN0eWxlIjpudWxsfSwiUGFyZW50U3R5bGUiOm51bGx9LCJEYXRlRm9ybWF0Ijp7IiRpZCI6IjEyNCIsIkZvcm1hdFN0cmluZyI6Ik1NTSBkIiwiU2VwYXJhdG9yIjoiLyIsIlVzZUludGVybmF0aW9uYWxEYXRlRm9ybWF0IjpmYWxzZSwiRGF0ZUlzVmlzaWJsZSI6ZmFsc2UsIlRpbWVJc1Zpc2libGUiOmZhbHNlLCJIb3VyRGlnaXRzIjoxLCJBbVBtRGVzaWduYXRvciI6MiwiVHJpbTAwTWludXRlcyI6ZmFsc2UsIkxhc3RLbm93blZpc2liaWxpdHlTdGF0ZSI6eyIkaWQiOiIxMjUiLCJEYXRlUGFydElzVmlzaWJsZSI6dHJ1ZSwiVGltZVBhcnRJc1Zpc2libGUiOmZhbHNlfX0sIldlZWtOdW1iZXJpbmciOnsiJGlkIjoiMTI2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yNyIsIl90YXNrcyI6W10sIl9taWxlc3RvbmVzIjpbeyIkaWQiOiIxMjgiLCJJZCI6ImViZDJjN2VhLWFiNzctNDhmNi05ZTVmLWRjZWRjODRjZjNkNiIsIkluZGV4Ijo1LCJHcm91cElkIjpudWxsLCJUaXRsZSI6IlBPUiIsIkRhdGVUaW1lIjoiMjAyNS0wNS0zMVQyMzo1OTowMCIsIlBlcmNlbnRhZ2VDb21wbGV0ZSI6bnVsbCwiTm90ZSI6bnVsbCwiU3R5bGUiOnsiJGlkIjoiMTI5IiwiVGl0bGVQb3NpdGlvbiI6IkxlZnQiLCJEYXRlUG9zaXRpb24iOiJMZWZ0IiwiU2hhcGVUeXBlIjoxMywiU2hhcGVTaXplIjoxLCJTcGFjaW5nIjo1LCJTaGFwZVN0eWxlIjp7IiRpZCI6IjEzMCIsIk1hcmdpbiI6eyIkaWQiOiIxMzEiLCJUb3AiOjAuMCwiTGVmdCI6MC4wLCJSaWdodCI6MC4wLCJCb3R0b20iOjAuMH0sIlBhZGRpbmciOnsiJGlkIjoiMTMyIiwiVG9wIjowLjAsIkxlZnQiOjAuMCwiUmlnaHQiOjAuMCwiQm90dG9tIjowLjB9LCJCYWNrZ3JvdW5kIjp7IiRpZCI6IjEzMyIsIkNvbG9yIjp7IiRpZCI6IjEzNCIsIkEiOjI1NSwiUiI6MTY1LCJHIjoxNjUsIkIiOjE2NX19LCJJc1Zpc2libGUiOnRydWUsIldpZHRoIjoxOC4wLCJIZWlnaHQiOjIwLjAsIkJvcmRlclN0eWxlIjp7IiRpZCI6IjEzNSIsIkxpbmVDb2xvciI6eyIkaWQiOiIxMzYiLCIkdHlwZSI6Ik5MUkUuQ29tbW9uLkRvbS5Tb2xpZENvbG9yQnJ1c2gsIE5MUkUuQ29tbW9uIiwiQ29sb3IiOnsiJGlkIjoiMTM3IiwiQSI6MjU1LCJSIjoyNTUsIkciOjAsIkIiOjB9fSwiTGluZVdlaWdodCI6MC4wLCJMaW5lVHlwZSI6MCwiUGFyZW50U3R5bGUiOm51bGx9LCJQYXJlbnRTdHlsZSI6bnVsbH0sIlRpdGxlU3R5bGUiOnsiJGlkIjoiMTM4IiwiRm9udFNldHRpbmdzIjp7IiRpZCI6IjEzOSIsIkZvbnRTaXplIjoxMCwiRm9udE5hbWUiOiJNb250c2VycmF0IiwiSXNCb2xkIjpmYWxzZSwiSXNJdGFsaWMiOmZhbHNlLCJJc1VuZGVybGluZWQiOmZhbHNlLCJQYXJlbnRTdHlsZSI6bnVsbH0sIkF1dG9TaXplIjowLCJGb3JlZ3JvdW5kIjp7IiRpZCI6IjE0MCIsIkNvbG9yIjp7IiRpZCI6IjE0MS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DIiLCJUb3AiOjAuMCwiTGVmdCI6MC4wLCJSaWdodCI6MC4wLCJCb3R0b20iOjAuMH0sIlBhZGRpbmciOnsiJGlkIjoiMTQzIiwiVG9wIjowLjAsIkxlZnQiOjAuMCwiUmlnaHQiOjAuMCwiQm90dG9tIjowLjB9LCJCYWNrZ3JvdW5kIjp7IiRpZCI6IjE0NCIsIkNvbG9yIjp7IiRpZCI6IjE0NSIsIkEiOjg5LCJSIjowLCJHIjowLCJCIjowfX0sIklzVmlzaWJsZSI6dHJ1ZSwiV2lkdGgiOjAuMCwiSGVpZ2h0IjowLjAsIkJvcmRlclN0eWxlIjp7IiRpZCI6IjE0NiIsIkxpbmVDb2xvciI6bnVsbCwiTGluZVdlaWdodCI6MC4wLCJMaW5lVHlwZSI6MCwiUGFyZW50U3R5bGUiOm51bGx9LCJQYXJlbnRTdHlsZSI6bnVsbH0sIkRhdGVTdHlsZSI6eyIkaWQiOiIxNDciLCJGb250U2V0dGluZ3MiOnsiJGlkIjoiMTQ4IiwiRm9udFNpemUiOjEwLCJGb250TmFtZSI6IkNhbGlicmkiLCJJc0JvbGQiOmZhbHNlLCJJc0l0YWxpYyI6ZmFsc2UsIklzVW5kZXJsaW5lZCI6ZmFsc2UsIlBhcmVudFN0eWxlIjpudWxsfSwiQXV0b1NpemUiOjAsIkZvcmVncm91bmQiOnsiJGlkIjoiMTQ5IiwiQ29sb3IiOnsiJGlkIjoiMTU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TEiLCJUb3AiOjAuMCwiTGVmdCI6MC4wLCJSaWdodCI6MC4wLCJCb3R0b20iOjAuMH0sIlBhZGRpbmciOnsiJGlkIjoiMTUyIiwiVG9wIjowLjAsIkxlZnQiOjAuMCwiUmlnaHQiOjAuMCwiQm90dG9tIjowLjB9LCJCYWNrZ3JvdW5kIjp7IiRpZCI6IjE1MyIsIkNvbG9yIjp7IiRpZCI6IjE1NCIsIkEiOjg5LCJSIjowLCJHIjowLCJCIjowfX0sIklzVmlzaWJsZSI6ZmFsc2UsIldpZHRoIjowLjAsIkhlaWdodCI6MC4wLCJCb3JkZXJTdHlsZSI6eyIkaWQiOiIxNTUiLCJMaW5lQ29sb3IiOm51bGwsIkxpbmVXZWlnaHQiOjAuMCwiTGluZVR5cGUiOjAsIlBhcmVudFN0eWxlIjpudWxsfSwiUGFyZW50U3R5bGUiOm51bGx9LCJEYXRlRm9ybWF0Ijp7IiRpZCI6IjE1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c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U4IiwiX3Rhc2tzIjpbXSwiX21pbGVzdG9uZXMiOlt7IiRpZCI6IjE1OSIsIklkIjoiNzQwODIxNmUtNzE5Zi00YTQ1LWI3ZDQtNTM0ZmM3ZWJjZDM2IiwiSW5kZXgiOjYsIkdyb3VwSWQiOm51bGwsIlRpdGxlIjoiR0VSIiwiRGF0ZVRpbWUiOiIyMDI1LTA4LTE0VDIzOjU5OjAwIiwiUGVyY2VudGFnZUNvbXBsZXRlIjpudWxsLCJOb3RlIjpudWxsLCJTdHlsZSI6eyIkaWQiOiIxNjAiLCJUaXRsZVBvc2l0aW9uIjoiTGVmdCIsIkRhdGVQb3NpdGlvbiI6IkxlZnQiLCJTaGFwZVR5cGUiOjEzLCJTaGFwZVNpemUiOjEsIlNwYWNpbmciOjUsIlNoYXBlU3R5bGUiOnsiJGlkIjoiMTYxIiwiTWFyZ2luIjp7IiRpZCI6IjE2MiIsIlRvcCI6MC4wLCJMZWZ0IjowLjAsIlJpZ2h0IjowLjAsIkJvdHRvbSI6MC4wfSwiUGFkZGluZyI6eyIkaWQiOiIxNjMiLCJUb3AiOjAuMCwiTGVmdCI6MC4wLCJSaWdodCI6MC4wLCJCb3R0b20iOjAuMH0sIkJhY2tncm91bmQiOnsiJGlkIjoiMTY0IiwiQ29sb3IiOnsiJGlkIjoiMTY1IiwiQSI6MjU1LCJSIjoxNjUsIkciOjE2NSwiQiI6MTY1fX0sIklzVmlzaWJsZSI6dHJ1ZSwiV2lkdGgiOjE4LjAsIkhlaWdodCI6MjAuMCwiQm9yZGVyU3R5bGUiOnsiJGlkIjoiMTY2IiwiTGluZUNvbG9yIjp7IiRpZCI6IjE2NyIsIiR0eXBlIjoiTkxSRS5Db21tb24uRG9tLlNvbGlkQ29sb3JCcnVzaCwgTkxSRS5Db21tb24iLCJDb2xvciI6eyIkaWQiOiIxNjgiLCJBIjoyNTUsIlIiOjI1NSwiRyI6MCwiQiI6MH19LCJMaW5lV2VpZ2h0IjowLjAsIkxpbmVUeXBlIjowLCJQYXJlbnRTdHlsZSI6bnVsbH0sIlBhcmVudFN0eWxlIjpudWxsfSwiVGl0bGVTdHlsZSI6eyIkaWQiOiIxNjkiLCJGb250U2V0dGluZ3MiOnsiJGlkIjoiMTcwIiwiRm9udFNpemUiOjEwLCJGb250TmFtZSI6Ik1vbnRzZXJyYXQiLCJJc0JvbGQiOmZhbHNlLCJJc0l0YWxpYyI6ZmFsc2UsIklzVW5kZXJsaW5lZCI6ZmFsc2UsIlBhcmVudFN0eWxlIjpudWxsfSwiQXV0b1NpemUiOjAsIkZvcmVncm91bmQiOnsiJGlkIjoiMTcxIiwiQ29sb3IiOnsiJGlkIjoiMTcy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3MyIsIlRvcCI6MC4wLCJMZWZ0IjowLjAsIlJpZ2h0IjowLjAsIkJvdHRvbSI6MC4wfSwiUGFkZGluZyI6eyIkaWQiOiIxNzQiLCJUb3AiOjAuMCwiTGVmdCI6MC4wLCJSaWdodCI6MC4wLCJCb3R0b20iOjAuMH0sIkJhY2tncm91bmQiOnsiJGlkIjoiMTc1IiwiQ29sb3IiOnsiJGlkIjoiMTc2IiwiQSI6ODksIlIiOjAsIkciOjAsIkIiOjB9fSwiSXNWaXNpYmxlIjp0cnVlLCJXaWR0aCI6MC4wLCJIZWlnaHQiOjAuMCwiQm9yZGVyU3R5bGUiOnsiJGlkIjoiMTc3IiwiTGluZUNvbG9yIjpudWxsLCJMaW5lV2VpZ2h0IjowLjAsIkxpbmVUeXBlIjowLCJQYXJlbnRTdHlsZSI6bnVsbH0sIlBhcmVudFN0eWxlIjpudWxsfSwiRGF0ZVN0eWxlIjp7IiRpZCI6IjE3OCIsIkZvbnRTZXR0aW5ncyI6eyIkaWQiOiIxNzkiLCJGb250U2l6ZSI6MTAsIkZvbnROYW1lIjoiQ2FsaWJyaSIsIklzQm9sZCI6ZmFsc2UsIklzSXRhbGljIjpmYWxzZSwiSXNVbmRlcmxpbmVkIjpmYWxzZSwiUGFyZW50U3R5bGUiOm51bGx9LCJBdXRvU2l6ZSI6MCwiRm9yZWdyb3VuZCI6eyIkaWQiOiIxODAiLCJDb2xvciI6eyIkaWQiOiIxOD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4MiIsIlRvcCI6MC4wLCJMZWZ0IjowLjAsIlJpZ2h0IjowLjAsIkJvdHRvbSI6MC4wfSwiUGFkZGluZyI6eyIkaWQiOiIxODMiLCJUb3AiOjAuMCwiTGVmdCI6MC4wLCJSaWdodCI6MC4wLCJCb3R0b20iOjAuMH0sIkJhY2tncm91bmQiOnsiJGlkIjoiMTg0IiwiQ29sb3IiOnsiJGlkIjoiMTg1IiwiQSI6ODksIlIiOjAsIkciOjAsIkIiOjB9fSwiSXNWaXNpYmxlIjpmYWxzZSwiV2lkdGgiOjAuMCwiSGVpZ2h0IjowLjAsIkJvcmRlclN0eWxlIjp7IiRpZCI6IjE4NiIsIkxpbmVDb2xvciI6bnVsbCwiTGluZVdlaWdodCI6MC4wLCJMaW5lVHlwZSI6MCwiUGFyZW50U3R5bGUiOm51bGx9LCJQYXJlbnRTdHlsZSI6bnVsbH0sIkRhdGVGb3JtYXQiOnsiJGlkIjoiMT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OC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xODkiLCJfdGFza3MiOltdLCJfbWlsZXN0b25lcyI6W3siJGlkIjoiMTkwIiwiSWQiOiI2YzgxYzU4OS1hNDgzLTQ3ZTEtOTgwOS1mYzgyMDk3MDc1ZDkiLCJJbmRleCI6NywiR3JvdXBJZCI6bnVsbCwiVGl0bGUiOiJJU1IiLCJEYXRlVGltZSI6IjIwMjUtMTAtMzFUMjM6NTk6MDAiLCJQZXJjZW50YWdlQ29tcGxldGUiOm51bGwsIk5vdGUiOm51bGwsIlN0eWxlIjp7IiRpZCI6IjE5MSIsIlRpdGxlUG9zaXRpb24iOiJMZWZ0IiwiRGF0ZVBvc2l0aW9uIjoiTGVmdCIsIlNoYXBlVHlwZSI6MTMsIlNoYXBlU2l6ZSI6MSwiU3BhY2luZyI6NSwiU2hhcGVTdHlsZSI6eyIkaWQiOiIxOTIiLCJNYXJnaW4iOnsiJGlkIjoiMTkzIiwiVG9wIjowLjAsIkxlZnQiOjAuMCwiUmlnaHQiOjAuMCwiQm90dG9tIjowLjB9LCJQYWRkaW5nIjp7IiRpZCI6IjE5NCIsIlRvcCI6MC4wLCJMZWZ0IjowLjAsIlJpZ2h0IjowLjAsIkJvdHRvbSI6MC4wfSwiQmFja2dyb3VuZCI6eyIkaWQiOiIxOTUiLCJDb2xvciI6eyIkaWQiOiIxOTYiLCJBIjoyNTUsIlIiOjE2NSwiRyI6MTY1LCJCIjoxNjV9fSwiSXNWaXNpYmxlIjp0cnVlLCJXaWR0aCI6MTguMCwiSGVpZ2h0IjoyMC4wLCJCb3JkZXJTdHlsZSI6eyIkaWQiOiIxOTciLCJMaW5lQ29sb3IiOnsiJGlkIjoiMTk4IiwiJHR5cGUiOiJOTFJFLkNvbW1vbi5Eb20uU29saWRDb2xvckJydXNoLCBOTFJFLkNvbW1vbiIsIkNvbG9yIjp7IiRpZCI6IjE5OSIsIkEiOjI1NSwiUiI6MjU1LCJHIjowLCJCIjowfX0sIkxpbmVXZWlnaHQiOjAuMCwiTGluZVR5cGUiOjAsIlBhcmVudFN0eWxlIjpudWxsfSwiUGFyZW50U3R5bGUiOm51bGx9LCJUaXRsZVN0eWxlIjp7IiRpZCI6IjIwMCIsIkZvbnRTZXR0aW5ncyI6eyIkaWQiOiIyMDEiLCJGb250U2l6ZSI6MTAsIkZvbnROYW1lIjoiTW9udHNlcnJhdCIsIklzQm9sZCI6ZmFsc2UsIklzSXRhbGljIjpmYWxzZSwiSXNVbmRlcmxpbmVkIjpmYWxzZSwiUGFyZW50U3R5bGUiOm51bGx9LCJBdXRvU2l6ZSI6MCwiRm9yZWdyb3VuZCI6eyIkaWQiOiIyMDIiLCJDb2xvciI6eyIkaWQiOiIyMDM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A0IiwiVG9wIjowLjAsIkxlZnQiOjAuMCwiUmlnaHQiOjAuMCwiQm90dG9tIjowLjB9LCJQYWRkaW5nIjp7IiRpZCI6IjIwNSIsIlRvcCI6MC4wLCJMZWZ0IjowLjAsIlJpZ2h0IjowLjAsIkJvdHRvbSI6MC4wfSwiQmFja2dyb3VuZCI6eyIkaWQiOiIyMDYiLCJDb2xvciI6eyIkaWQiOiIyMDciLCJBIjo4OSwiUiI6MCwiRyI6MCwiQiI6MH19LCJJc1Zpc2libGUiOnRydWUsIldpZHRoIjowLjAsIkhlaWdodCI6MC4wLCJCb3JkZXJTdHlsZSI6eyIkaWQiOiIyMDgiLCJMaW5lQ29sb3IiOm51bGwsIkxpbmVXZWlnaHQiOjAuMCwiTGluZVR5cGUiOjAsIlBhcmVudFN0eWxlIjpudWxsfSwiUGFyZW50U3R5bGUiOm51bGx9LCJEYXRlU3R5bGUiOnsiJGlkIjoiMjA5IiwiRm9udFNldHRpbmdzIjp7IiRpZCI6IjIxMCIsIkZvbnRTaXplIjoxMCwiRm9udE5hbWUiOiJDYWxpYnJpIiwiSXNCb2xkIjpmYWxzZSwiSXNJdGFsaWMiOmZhbHNlLCJJc1VuZGVybGluZWQiOmZhbHNlLCJQYXJlbnRTdHlsZSI6bnVsbH0sIkF1dG9TaXplIjowLCJGb3JlZ3JvdW5kIjp7IiRpZCI6IjIxMSIsIkNvbG9yIjp7IiRpZCI6IjIx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zIiwiVG9wIjowLjAsIkxlZnQiOjAuMCwiUmlnaHQiOjAuMCwiQm90dG9tIjowLjB9LCJQYWRkaW5nIjp7IiRpZCI6IjIxNCIsIlRvcCI6MC4wLCJMZWZ0IjowLjAsIlJpZ2h0IjowLjAsIkJvdHRvbSI6MC4wfSwiQmFja2dyb3VuZCI6eyIkaWQiOiIyMTUiLCJDb2xvciI6eyIkaWQiOiIyMTYiLCJBIjo4OSwiUiI6MCwiRyI6MCwiQiI6MH19LCJJc1Zpc2libGUiOmZhbHNlLCJXaWR0aCI6MC4wLCJIZWlnaHQiOjAuMCwiQm9yZGVyU3R5bGUiOnsiJGlkIjoiMjE3IiwiTGluZUNvbG9yIjpudWxsLCJMaW5lV2VpZ2h0IjowLjAsIkxpbmVUeXBlIjowLCJQYXJlbnRTdHlsZSI6bnVsbH0sIlBhcmVudFN0eWxlIjpudWxsfSwiRGF0ZUZvcm1hdCI6eyIkaWQiOiIyMTg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MjE5IiwiRGF0ZVBhcnRJc1Zpc2libGUiOnRydWUsIlRpbWVQYXJ0SXNWaXNpYmxlIjpmYWxzZX19LCJXZWVrTnVtYmVyaW5nIjp7IiRpZCI6IjIyMC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MCwiSWQiOiI1YTFlNDA3Mi0yNDZhLTRiMDItYmEzZC1kYjA2Y2ViOTZjOTciLCJIZWFkZXJUZXh0IjpudWxsLCJJc0RlZmF1bHQiOnRydWUsIlN0eWxlIjp7IiRpZCI6IjIyMSIsIkhlYWRlclN0eWxlIjp7IiRpZCI6IjIyMiIsIlRleHRTdHlsZSI6eyIkaWQiOiIyMjMiLCJGb250U2V0dGluZ3MiOnsiJGlkIjoiMjI0IiwiRm9udFNpemUiOjEyLCJGb250TmFtZSI6IkNhbGlicmkiLCJJc0JvbGQiOmZhbHNlLCJJc0l0YWxpYyI6ZmFsc2UsIklzVW5kZXJsaW5lZCI6ZmFsc2UsIlBhcmVudFN0eWxlIjpudWxsfSwiQXV0b1NpemUiOjAsIkZvcmVncm91bmQiOnsiJGlkIjoiMjI1IiwiQ29sb3IiOnsiJGlkIjoiMjI2IiwiQSI6MjU1LCJSIjowLCJHIjowLCJCIjowfX0sIk1heFdpZHRoIjowLjAsIk1heEhlaWdodCI6MC4wLCJTbWFydEZvcmVncm91bmRJc0FjdGl2ZSI6ZmFsc2UsIkhvcml6b250YWxBbGlnbm1lbnQiOjAsIlZlcnRpY2FsQWxpZ25tZW50IjowLCJTbWFydEZvcmVncm91bmQiOm51bGwsIkJhY2tncm91bmRGaWxsVHlwZSI6MCwiTWFyZ2luIjp7IiRpZCI6IjIyNyIsIlRvcCI6MC4wLCJMZWZ0IjowLjAsIlJpZ2h0IjowLjAsIkJvdHRvbSI6MC4wfSwiUGFkZGluZyI6eyIkaWQiOiIyMjgiLCJUb3AiOjAuMCwiTGVmdCI6MC4wLCJSaWdodCI6MC4wLCJCb3R0b20iOjAuMH0sIkJhY2tncm91bmQiOm51bGwsIklzVmlzaWJsZSI6ZmFsc2UsIldpZHRoIjowLjAsIkhlaWdodCI6MC4wLCJCb3JkZXJTdHlsZSI6bnVsbCwiUGFyZW50U3R5bGUiOm51bGx9LCJSZWN0YW5nbGVTdHlsZSI6eyIkaWQiOiIyMjkiLCJNYXJnaW4iOnsiJGlkIjoiMjMwIiwiVG9wIjowLjAsIkxlZnQiOjAuMCwiUmlnaHQiOjAuMCwiQm90dG9tIjowLjB9LCJQYWRkaW5nIjp7IiRpZCI6IjIzMSIsIlRvcCI6MC4wLCJMZWZ0IjowLjAsIlJpZ2h0IjowLjAsIkJvdHRvbSI6MC4wfSwiQmFja2dyb3VuZCI6eyIkaWQiOiIyMzIiLCJDb2xvciI6eyIkaWQiOiIyMzMiLCJBIjo2MywiUiI6MiwiRyI6MTc4LCJCIjoyMzh9fSwiSXNWaXNpYmxlIjpmYWxzZSwiV2lkdGgiOjAuMCwiSGVpZ2h0IjowLjAsIkJvcmRlclN0eWxlIjp7IiRpZCI6IjIzNCIsIkxpbmVDb2xvciI6eyIkaWQiOiIyMzUiLCIkdHlwZSI6Ik5MUkUuQ29tbW9uLkRvbS5Tb2xpZENvbG9yQnJ1c2gsIE5MUkUuQ29tbW9uIiwiQ29sb3IiOnsiJGlkIjoiMjM2IiwiQSI6MjU1LCJSIjoyNTUsIkciOjAsIkIiOjB9fSwiTGluZVdlaWdodCI6MC4wLCJMaW5lVHlwZSI6MCwiUGFyZW50U3R5bGUiOm51bGx9LCJQYXJlbnRTdHlsZSI6bnVsbH0sIk1hcmdpbiI6eyIkaWQiOiIyMzciLCJUb3AiOjAuMCwiTGVmdCI6MC4wLCJSaWdodCI6MC4wLCJCb3R0b20iOjAuMH0sIlBhZGRpbmciOnsiJGlkIjoiMjM4IiwiVG9wIjowLjAsIkxlZnQiOjAuMCwiUmlnaHQiOjAuMCwiQm90dG9tIjowLjB9LCJCYWNrZ3JvdW5kIjpudWxsLCJJc1Zpc2libGUiOnRydWUsIldpZHRoIjowLjAsIkhlaWdodCI6MC4wLCJCb3JkZXJTdHlsZSI6bnVsbCwiUGFyZW50U3R5bGUiOm51bGx9LCJCYWNrZ3JvdW5kU3R5bGUiOnsiJGlkIjoiMjM5IiwiTWFyZ2luIjp7IiRpZCI6IjI0MCIsIlRvcCI6MC4wLCJMZWZ0IjowLjAsIlJpZ2h0IjowLjAsIkJvdHRvbSI6MC4wfSwiUGFkZGluZyI6eyIkaWQiOiIyNDEiLCJUb3AiOjAuMCwiTGVmdCI6MC4wLCJSaWdodCI6MC4wLCJCb3R0b20iOjAuMH0sIkJhY2tncm91bmQiOnsiJGlkIjoiMjQyIiwiQ29sb3IiOnsiJGlkIjoiMjQzIiwiQSI6MzgsIlIiOjkxLCJHIjoxNTUsIkIiOjIxM319LCJJc1Zpc2libGUiOnRydWUsIldpZHRoIjowLjAsIkhlaWdodCI6MC4wLCJCb3JkZXJTdHlsZSI6eyIkaWQiOiIyNDQiLCJMaW5lQ29sb3IiOnsiJGlkIjoiMjQ1IiwiJHR5cGUiOiJOTFJFLkNvbW1vbi5Eb20uU29saWRDb2xvckJydXNoLCBOTFJFLkNvbW1vbiIsIkNvbG9yIjp7IiRpZCI6IjI0NiIsIkEiOjI1NSwiUiI6MjM0LCJHIjoyMiwiQiI6MzB9fSwiTGluZVdlaWdodCI6MC4wLCJMaW5lVHlwZSI6MCwiUGFyZW50U3R5bGUiOm51bGx9LCJQYXJlbnRTdHlsZSI6bnVsbH0sIk1hcmdpbiI6eyIkaWQiOiIyNDciLCJUb3AiOjAuMCwiTGVmdCI6MC4wLCJSaWdodCI6MC4wLCJCb3R0b20iOjAuMH0sIlBhZGRpbmciOnsiJGlkIjoiMjQ4IiwiVG9wIjowLjAsIkxlZnQiOjAuMCwiUmlnaHQiOjAuMCwiQm90dG9tIjowLjB9LCJJc1Zpc2libGUiOnRydWUsIldpZHRoIjowLjAsIkhlaWdodCI6MC4wLCJCb3JkZXJTdHlsZSI6eyIkaWQiOiIyNDkiLCJMaW5lQ29sb3IiOm51bGwsIkxpbmVXZWlnaHQiOjAuMCwiTGluZVR5cGUiOjAsIlBhcmVudFN0eWxlIjpudWxsfSwiUGFyZW50U3R5bGUiOm51bGx9fV0sIklkIjoiZDBhMGJiMGQtMWZjMC00MWRjLWFlM2YtM2Q1ZDczMWFhODNiIiwiSW5kZXgiOjAsIkhlYWRlclRleHQiOiJDb3VudHJ5IFJFR0lTVEVSRUQiLCJTdHlsZSI6eyIkaWQiOiIyNTAiLCJTdHlsZUlkIjoiMDAwMDAwMDAtMDAwMC0wMDAwLTAwMDAtMDAwMDAwMDAwMDAwIiwiSGVhZGVyU3R5bGUiOnsiJGlkIjoiMjUxIiwiVGV4dElzVmVydGljYWwiOmZhbHNlLCJUZXh0U3R5bGUiOnsiJGlkIjoiMjUyIiwiRm9udFNldHRpbmdzIjp7IiRpZCI6IjI1MyIsIkZvbnRTaXplIjoxMCwiRm9udE5hbWUiOiJNb250c2VycmF0IiwiSXNCb2xkIjpmYWxzZSwiSXNJdGFsaWMiOmZhbHNlLCJJc1VuZGVybGluZWQiOmZhbHNlLCJQYXJlbnRTdHlsZSI6bnVsbH0sIkF1dG9TaXplIjoyLCJGb3JlZ3JvdW5kIjp7IiRpZCI6IjI1NCIsIkNvbG9yIjp7IiRpZCI6IjI1NSIsIkEiOjI1NSwiUiI6NjAsIkciOjU0LCJCIjo0OX19LCJNYXhXaWR0aCI6IkluZmluaXR5IiwiTWF4SGVpZ2h0IjoiSW5maW5pdHkiLCJTbWFydEZvcmVncm91bmRJc0FjdGl2ZSI6ZmFsc2UsIkhvcml6b250YWxBbGlnbm1lbnQiOjAsIlZlcnRpY2FsQWxpZ25tZW50IjowLCJTbWFydEZvcmVncm91bmQiOm51bGwsIkJhY2tncm91bmRGaWxsVHlwZSI6MCwiTWFyZ2luIjp7IiRpZCI6IjI1NiIsIlRvcCI6MC4wLCJMZWZ0IjowLjAsIlJpZ2h0IjowLjAsIkJvdHRvbSI6MC4wfSwiUGFkZGluZyI6eyIkaWQiOiIyNTciLCJUb3AiOjAuMCwiTGVmdCI6MC4wLCJSaWdodCI6MC4wLCJCb3R0b20iOjAuMH0sIkJhY2tncm91bmQiOm51bGwsIklzVmlzaWJsZSI6ZmFsc2UsIldpZHRoIjowLjAsIkhlaWdodCI6MC4wLCJCb3JkZXJTdHlsZSI6bnVsbCwiUGFyZW50U3R5bGUiOm51bGx9LCJSZWN0YW5nbGVTdHlsZSI6eyIkaWQiOiIyNTgiLCJNYXJnaW4iOnsiJGlkIjoiMjU5IiwiVG9wIjowLjAsIkxlZnQiOjAuMCwiUmlnaHQiOjAuMCwiQm90dG9tIjowLjB9LCJQYWRkaW5nIjp7IiRpZCI6IjI2MCIsIlRvcCI6MC4wLCJMZWZ0IjowLjAsIlJpZ2h0IjowLjAsIkJvdHRvbSI6MC4wfSwiQmFja2dyb3VuZCI6eyIkaWQiOiIyNjEiLCJDb2xvciI6eyIkaWQiOiIyNjIiLCJBIjoyNTUsIlIiOjIsIkciOjE3OCwiQiI6MjM4fX0sIklzVmlzaWJsZSI6dHJ1ZSwiV2lkdGgiOjAuMCwiSGVpZ2h0IjowLjAsIkJvcmRlclN0eWxlIjp7IiRpZCI6IjI2MyIsIkxpbmVDb2xvciI6eyIkaWQiOiIyNjQiLCIkdHlwZSI6Ik5MUkUuQ29tbW9uLkRvbS5Tb2xpZENvbG9yQnJ1c2gsIE5MUkUuQ29tbW9uIiwiQ29sb3IiOnsiJGlkIjoiMjY1IiwiQSI6MjU1LCJSIjo2MCwiRyI6NTQsIkIiOjQ5fX0sIkxpbmVXZWlnaHQiOjAuMCwiTGluZVR5cGUiOjAsIlBhcmVudFN0eWxlIjpudWxsfSwiUGFyZW50U3R5bGUiOm51bGx9LCJNYXJnaW4iOnsiJGlkIjoiMjY2IiwiVG9wIjowLjAsIkxlZnQiOjAuMCwiUmlnaHQiOjAuMCwiQm90dG9tIjowLjB9LCJQYWRkaW5nIjp7IiRpZCI6IjI2NyIsIlRvcCI6MC4wLCJMZWZ0IjowLjAsIlJpZ2h0IjowLjAsIkJvdHRvbSI6MC4wfSwiQmFja2dyb3VuZCI6bnVsbCwiSXNWaXNpYmxlIjp0cnVlLCJXaWR0aCI6MC4wLCJIZWlnaHQiOjAuMCwiQm9yZGVyU3R5bGUiOm51bGwsIlBhcmVudFN0eWxlIjpudWxsfSwiQmFja2dyb3VuZFN0eWxlIjp7IiRpZCI6IjI2OCIsIk1hcmdpbiI6eyIkaWQiOiIyNjkiLCJUb3AiOjAuMCwiTGVmdCI6MC4wLCJSaWdodCI6MC4wLCJCb3R0b20iOjAuMH0sIlBhZGRpbmciOnsiJGlkIjoiMjcwIiwiVG9wIjowLjAsIkxlZnQiOjAuMCwiUmlnaHQiOjAuMCwiQm90dG9tIjowLjB9LCJCYWNrZ3JvdW5kIjp7IiRpZCI6IjI3MSIsIkNvbG9yIjp7IiRpZCI6IjI3MiIsIkEiOjM4LCJSIjo5MSwiRyI6MTU1LCJCIjoyMTN9fSwiSXNWaXNpYmxlIjp0cnVlLCJXaWR0aCI6MC4wLCJIZWlnaHQiOjAuMCwiQm9yZGVyU3R5bGUiOnsiJGlkIjoiMjczIiwiTGluZUNvbG9yIjp7IiRpZCI6IjI3NCIsIiR0eXBlIjoiTkxSRS5Db21tb24uRG9tLlNvbGlkQ29sb3JCcnVzaCwgTkxSRS5Db21tb24iLCJDb2xvciI6eyIkaWQiOiIyNzUiLCJBIjoyNTUsIlIiOjIwOCwiRyI6MjA2LCJCIjoyMDZ9fSwiTGluZVdlaWdodCI6MC4wLCJMaW5lVHlwZSI6MCwiUGFyZW50U3R5bGUiOm51bGx9LCJQYXJlbnRTdHlsZSI6bnVsbH0sIklzQWJvdmVUaW1lYmFuZCI6ZmFsc2UsIlNwYWNpbmciOjIsIkRlZmF1bHRTd2ltbGFuZVRhc2tTdHlsZSI6eyIkaWQiOiIyNzYiLCIkdHlwZSI6Ik5MUkUuQ29tbW9uLkRvbS5TdHlsZXMuRXhwbGljaXRTZXRhYmxlVGFza1N0eWxlLCBOTFJFLkNvbW1vbiIsIlNoYXBlIjo4LCJTaGFwZVRoaWNrbmVzcyI6MSwiRHVyYXRpb25Gb3JtYXQiOjAsIkluY2x1ZGVOb25Xb3JraW5nRGF5c0luRHVyYXRpb24iOmZhbHNlLCJQZXJjZW50YWdlQ29tcGxldGVTdHlsZSI6eyIkaWQiOiIyNzciLCJGb250U2V0dGluZ3MiOnsiJGlkIjoiMjc4IiwiRm9udFNpemUiOjEwLCJGb250TmFtZSI6IkNhbGlicmkiLCJJc0JvbGQiOmZhbHNlLCJJc0l0YWxpYyI6ZmFsc2UsIklzVW5kZXJsaW5lZCI6ZmFsc2UsIlBhcmVudFN0eWxlIjpudWxsfSwiQXV0b1NpemUiOjAsIkZvcmVncm91bmQiOnsiJGlkIjoiMjc5IiwiQ29sb3IiOnsiJGlkIjoiMjg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gxIiwiVG9wIjowLjAsIkxlZnQiOjAuMCwiUmlnaHQiOjAuMCwiQm90dG9tIjowLjB9LCJQYWRkaW5nIjp7IiRpZCI6IjI4MiIsIlRvcCI6MC4wLCJMZWZ0IjowLjAsIlJpZ2h0IjowLjAsIkJvdHRvbSI6MC4wfSwiQmFja2dyb3VuZCI6eyIkaWQiOiIyODMiLCJDb2xvciI6eyIkaWQiOiIyODQiLCJBIjo4OSwiUiI6MCwiRyI6MCwiQiI6MH19LCJJc1Zpc2libGUiOnRydWUsIldpZHRoIjowLjAsIkhlaWdodCI6MC4wLCJCb3JkZXJTdHlsZSI6eyIkaWQiOiIyODUiLCJMaW5lQ29sb3IiOm51bGwsIkxpbmVXZWlnaHQiOjAuMCwiTGluZVR5cGUiOjAsIlBhcmVudFN0eWxlIjpudWxsfSwiUGFyZW50U3R5bGUiOm51bGx9LCJEdXJhdGlvblN0eWxlIjp7IiRpZCI6IjI4NiIsIkZvbnRTZXR0aW5ncyI6eyIkaWQiOiIyODciLCJGb250U2l6ZSI6MTAsIkZvbnROYW1lIjoiQ2FsaWJyaSIsIklzQm9sZCI6ZmFsc2UsIklzSXRhbGljIjpmYWxzZSwiSXNVbmRlcmxpbmVkIjpmYWxzZSwiUGFyZW50U3R5bGUiOm51bGx9LCJBdXRvU2l6ZSI6MCwiRm9yZWdyb3VuZCI6eyIkaWQiOiIyODgiLCJDb2xvciI6eyIkaWQiOiIyOD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OTAiLCJUb3AiOjAuMCwiTGVmdCI6MC4wLCJSaWdodCI6MC4wLCJCb3R0b20iOjAuMH0sIlBhZGRpbmciOnsiJGlkIjoiMjkxIiwiVG9wIjowLjAsIkxlZnQiOjAuMCwiUmlnaHQiOjAuMCwiQm90dG9tIjowLjB9LCJCYWNrZ3JvdW5kIjp7IiRpZCI6IjI5MiIsIkNvbG9yIjp7IiRpZCI6IjI5MyIsIkEiOjg5LCJSIjowLCJHIjowLCJCIjowfX0sIklzVmlzaWJsZSI6dHJ1ZSwiV2lkdGgiOjAuMCwiSGVpZ2h0IjowLjAsIkJvcmRlclN0eWxlIjp7IiRpZCI6IjI5NCIsIkxpbmVDb2xvciI6bnVsbCwiTGluZVdlaWdodCI6MC4wLCJMaW5lVHlwZSI6MCwiUGFyZW50U3R5bGUiOm51bGx9LCJQYXJlbnRTdHlsZSI6bnVsbH0sIkhvcml6b250YWxDb25uZWN0b3JTdHlsZSI6eyIkaWQiOiIyOTUiLCJMaW5lQ29sb3IiOnsiJGlkIjoiMjk2IiwiJHR5cGUiOiJOTFJFLkNvbW1vbi5Eb20uU29saWRDb2xvckJydXNoLCBOTFJFLkNvbW1vbiIsIkNvbG9yIjp7IiRpZCI6IjI5NyIsIkEiOjI1NSwiUiI6MjA0LCJHIjoyMDQsIkIiOjIwNH19LCJMaW5lV2VpZ2h0IjoxLjAsIkxpbmVUeXBlIjowLCJQYXJlbnRTdHlsZSI6bnVsbH0sIlZlcnRpY2FsQ29ubmVjdG9yU3R5bGUiOnsiJGlkIjoiMjk4IiwiTGluZUNvbG9yIjp7IiRpZCI6IjI5OSIsIiR0eXBlIjoiTkxSRS5Db21tb24uRG9tLlNvbGlkQ29sb3JCcnVzaCwgTkxSRS5Db21tb24iLCJDb2xvciI6eyIkaWQiOiIzMDA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MwMSIsIk1hcmdpbiI6eyIkaWQiOiIzMDIiLCJUb3AiOjAuMCwiTGVmdCI6NC4wLCJSaWdodCI6NC4wLCJCb3R0b20iOjAuMH0sIlBhZGRpbmciOnsiJGlkIjoiMzAzIiwiVG9wIjowLjAsIkxlZnQiOjAuMCwiUmlnaHQiOjAuMCwiQm90dG9tIjowLjB9LCJCYWNrZ3JvdW5kIjp7IiRpZCI6IjMwNCIsIkNvbG9yIjp7IiRpZCI6IjMwNSIsIkEiOjI1NSwiUiI6MiwiRyI6MTc4LCJCIjoyMzh9fSwiSXNWaXNpYmxlIjp0cnVlLCJXaWR0aCI6MC4wLCJIZWlnaHQiOjE2LjAsIkJvcmRlclN0eWxlIjp7IiRpZCI6IjMwNiIsIkxpbmVDb2xvciI6eyIkaWQiOiIzMDciLCIkdHlwZSI6Ik5MUkUuQ29tbW9uLkRvbS5Tb2xpZENvbG9yQnJ1c2gsIE5MUkUuQ29tbW9uIiwiQ29sb3IiOnsiJGlkIjoiMzA4IiwiQSI6MjU1LCJSIjoyMzQsIkciOjIyLCJCIjozMH19LCJMaW5lV2VpZ2h0IjowLjAsIkxpbmVUeXBlIjowLCJQYXJlbnRTdHlsZSI6bnVsbH0sIlBhcmVudFN0eWxlIjpudWxsfSwiVGl0bGVTdHlsZSI6eyIkaWQiOiIzMDkiLCJGb250U2V0dGluZ3MiOnsiJGlkIjoiMzEwIiwiRm9udFNpemUiOjExLCJGb250TmFtZSI6IkNhbGlicmkiLCJJc0JvbGQiOnRydWUsIklzSXRhbGljIjpmYWxzZSwiSXNVbmRlcmxpbmVkIjpmYWxzZSwiUGFyZW50U3R5bGUiOm51bGx9LCJBdXRvU2l6ZSI6MCwiRm9yZWdyb3VuZCI6eyIkaWQiOiIzMTEiLCJDb2xvciI6eyIkaWQiOiIzMTI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zEzIiwiVG9wIjowLjAsIkxlZnQiOjAuMCwiUmlnaHQiOjAuMCwiQm90dG9tIjowLjB9LCJQYWRkaW5nIjp7IiRpZCI6IjMxNCIsIlRvcCI6MC4wLCJMZWZ0IjowLjAsIlJpZ2h0IjowLjAsIkJvdHRvbSI6MC4wfSwiQmFja2dyb3VuZCI6eyIkaWQiOiIzMTUiLCJDb2xvciI6eyIkaWQiOiIzMTYiLCJBIjo4OSwiUiI6MCwiRyI6MCwiQiI6MH19LCJJc1Zpc2libGUiOnRydWUsIldpZHRoIjowLjAsIkhlaWdodCI6MC4wLCJCb3JkZXJTdHlsZSI6eyIkaWQiOiIzMTciLCJMaW5lQ29sb3IiOm51bGwsIkxpbmVXZWlnaHQiOjAuMCwiTGluZVR5cGUiOjAsIlBhcmVudFN0eWxlIjpudWxsfSwiUGFyZW50U3R5bGUiOm51bGx9LCJEYXRlU3R5bGUiOnsiJGlkIjoiMzE4IiwiRm9udFNldHRpbmdzIjp7IiRpZCI6IjMxOSIsIkZvbnRTaXplIjoxMCwiRm9udE5hbWUiOiJDYWxpYnJpIiwiSXNCb2xkIjpmYWxzZSwiSXNJdGFsaWMiOmZhbHNlLCJJc1VuZGVybGluZWQiOmZhbHNlLCJQYXJlbnRTdHlsZSI6bnVsbH0sIkF1dG9TaXplIjowLCJGb3JlZ3JvdW5kIjp7IiRpZCI6IjMyMCIsIkNvbG9yIjp7IiRpZCI6IjMyM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zIyIiwiVG9wIjowLjAsIkxlZnQiOjAuMCwiUmlnaHQiOjAuMCwiQm90dG9tIjowLjB9LCJQYWRkaW5nIjp7IiRpZCI6IjMyMyIsIlRvcCI6MC4wLCJMZWZ0IjowLjAsIlJpZ2h0IjowLjAsIkJvdHRvbSI6MC4wfSwiQmFja2dyb3VuZCI6eyIkaWQiOiIzMjQiLCJDb2xvciI6eyIkaWQiOiIzMjUiLCJBIjo4OSwiUiI6MCwiRyI6MCwiQiI6MH19LCJJc1Zpc2libGUiOnRydWUsIldpZHRoIjowLjAsIkhlaWdodCI6MC4wLCJCb3JkZXJTdHlsZSI6eyIkaWQiOiIzMjYiLCJMaW5lQ29sb3IiOm51bGwsIkxpbmVXZWlnaHQiOjAuMCwiTGluZVR5cGUiOjAsIlBhcmVudFN0eWxlIjpudWxsfSwiUGFyZW50U3R5bGUiOm51bGx9LCJEYXRlRm9ybWF0Ijp7IiRpZCI6IjMy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jgiLCJGb3JtYXQiOjAsIklzVmlzaWJsZSI6ZmFsc2UsIkxhc3RLbm93blZpc2liaWxpdHlTdGF0ZSI6ZmFsc2V9LCJJc1Zpc2libGUiOnRydWUsIlBhcmVudFN0eWxlIjpudWxsLCJfZXhwbGljaXRseVNldCI6eyIkaWQiOiIzMjk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zMwIiwiU2hhcGUiOjksIkNvbm5lY3Rvck1hcmdpbiI6eyIkaWQiOiIzMzEiLCJUb3AiOjAuMCwiTGVmdCI6Mi4wLCJSaWdodCI6Mi4wLCJCb3R0b20iOjAuMH0sIkNvbm5lY3RvclN0eWxlIjp7IiRpZCI6IjMzMiIsIkxpbmVDb2xvciI6eyIkaWQiOiIzMzMiLCIkdHlwZSI6Ik5MUkUuQ29tbW9uLkRvbS5Tb2xpZENvbG9yQnJ1c2gsIE5MUkUuQ29tbW9uIiwiQ29sb3IiOnsiJGlkIjoiMzM0IiwiQSI6MTI3LCJSIjo3OSwiRyI6MTI5LCJCIjoxODl9fSwiTGluZVdlaWdodCI6MS4wLCJMaW5lVHlwZSI6MCwiUGFyZW50U3R5bGUiOm51bGx9LCJJc0JlbG93VGltZWJhbmQiOmZhbHNlLCJQb3NpdGlvbk9uVGFzayI6MSwiSGlkZURhdGUiOmZhbHNlLCJTaGFwZVNpemUiOjEsIlNwYWNpbmciOjAuMCwiUGFkZGluZyI6eyIkaWQiOiIzMzUiLCJUb3AiOjUuMCwiTGVmdCI6My4wLCJSaWdodCI6MC4wLCJCb3R0b20iOjIuMH0sIlNoYXBlU3R5bGUiOnsiJGlkIjoiMzM2IiwiTWFyZ2luIjp7IiRpZCI6IjMzNyIsIlRvcCI6MC4wLCJMZWZ0IjowLjAsIlJpZ2h0IjowLjAsIkJvdHRvbSI6MC4wfSwiUGFkZGluZyI6eyIkaWQiOiIzMzgiLCJUb3AiOjAuMCwiTGVmdCI6MC4wLCJSaWdodCI6MC4wLCJCb3R0b20iOjAuMH0sIkJhY2tncm91bmQiOnsiJGlkIjoiMzM5IiwiQ29sb3IiOnsiJGlkIjoiMzQwIiwiQSI6MjU1LCJSIjoyLCJHIjoxNzgsIkIiOjIzOH19LCJJc1Zpc2libGUiOnRydWUsIldpZHRoIjoxOC4wLCJIZWlnaHQiOjIwLjAsIkJvcmRlclN0eWxlIjp7IiRpZCI6IjM0MSIsIkxpbmVDb2xvciI6eyIkaWQiOiIzNDIiLCIkdHlwZSI6Ik5MUkUuQ29tbW9uLkRvbS5Tb2xpZENvbG9yQnJ1c2gsIE5MUkUuQ29tbW9uIiwiQ29sb3IiOnsiJGlkIjoiMzQzIiwiQSI6MjU1LCJSIjoyMzQsIkciOjIyLCJCIjozMH19LCJMaW5lV2VpZ2h0IjowLjAsIkxpbmVUeXBlIjowLCJQYXJlbnRTdHlsZSI6bnVsbH0sIlBhcmVudFN0eWxlIjpudWxsfSwiVGl0bGVTdHlsZSI6eyIkaWQiOiIzNDQiLCJGb250U2V0dGluZ3MiOnsiJGlkIjoiMzQ1IiwiRm9udFNpemUiOjExLCJGb250TmFtZSI6IkNhbGlicmkiLCJJc0JvbGQiOnRydWUsIklzSXRhbGljIjpmYWxzZSwiSXNVbmRlcmxpbmVkIjpmYWxzZSwiUGFyZW50U3R5bGUiOm51bGx9LCJBdXRvU2l6ZSI6MCwiRm9yZWdyb3VuZCI6eyIkaWQiOiIzNDYiLCJDb2xvciI6eyIkaWQiOiIzNDc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Q4IiwiVG9wIjowLjAsIkxlZnQiOjAuMCwiUmlnaHQiOjAuMCwiQm90dG9tIjowLjB9LCJQYWRkaW5nIjp7IiRpZCI6IjM0OSIsIlRvcCI6MC4wLCJMZWZ0IjowLjAsIlJpZ2h0IjowLjAsIkJvdHRvbSI6MC4wfSwiQmFja2dyb3VuZCI6eyIkaWQiOiIzNTAiLCJDb2xvciI6eyIkaWQiOiIzNTEiLCJBIjo4OSwiUiI6MCwiRyI6MCwiQiI6MH19LCJJc1Zpc2libGUiOnRydWUsIldpZHRoIjowLjAsIkhlaWdodCI6MC4wLCJCb3JkZXJTdHlsZSI6eyIkaWQiOiIzNTIiLCJMaW5lQ29sb3IiOm51bGwsIkxpbmVXZWlnaHQiOjAuMCwiTGluZVR5cGUiOjAsIlBhcmVudFN0eWxlIjpudWxsfSwiUGFyZW50U3R5bGUiOm51bGx9LCJEYXRlU3R5bGUiOnsiJGlkIjoiMzUzIiwiRm9udFNldHRpbmdzIjp7IiRpZCI6IjM1NCIsIkZvbnRTaXplIjoxMCwiRm9udE5hbWUiOiJDYWxpYnJpIiwiSXNCb2xkIjpmYWxzZSwiSXNJdGFsaWMiOmZhbHNlLCJJc1VuZGVybGluZWQiOmZhbHNlLCJQYXJlbnRTdHlsZSI6bnVsbH0sIkF1dG9TaXplIjowLCJGb3JlZ3JvdW5kIjp7IiRpZCI6IjM1NSIsIkNvbG9yIjp7IiRpZCI6IjM1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U3IiwiVG9wIjowLjAsIkxlZnQiOjAuMCwiUmlnaHQiOjAuMCwiQm90dG9tIjowLjB9LCJQYWRkaW5nIjp7IiRpZCI6IjM1OCIsIlRvcCI6MC4wLCJMZWZ0IjowLjAsIlJpZ2h0IjowLjAsIkJvdHRvbSI6MC4wfSwiQmFja2dyb3VuZCI6eyIkaWQiOiIzNTkiLCJDb2xvciI6eyIkaWQiOiIzNjAiLCJBIjo4OSwiUiI6MCwiRyI6MCwiQiI6MH19LCJJc1Zpc2libGUiOnRydWUsIldpZHRoIjowLjAsIkhlaWdodCI6MC4wLCJCb3JkZXJTdHlsZSI6eyIkaWQiOiIzNjEiLCJMaW5lQ29sb3IiOm51bGwsIkxpbmVXZWlnaHQiOjAuMCwiTGluZVR5cGUiOjAsIlBhcmVudFN0eWxlIjpudWxsfSwiUGFyZW50U3R5bGUiOm51bGx9LCJEYXRlRm9ybWF0Ijp7IiRpZCI6IjM2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MiLCJGb3JtYXQiOjAsIklzVmlzaWJsZSI6ZmFsc2UsIkxhc3RLbm93blZpc2liaWxpdHlTdGF0ZSI6ZmFsc2V9LCJJc1Zpc2libGUiOnRydWUsIlBhcmVudFN0eWxlIjpudWxsfSwiRGVmYXVsdFN3aW1sYW5lTWlsZXN0b25lU3R5bGUiOnsiJGlkIjoiMzY0IiwiVGl0bGVQb3NpdGlvbiI6IkxlZnQiLCJEYXRlUG9zaXRpb24iOiJMZWZ0IiwiU2hhcGVUeXBlIjoxMywiU2hhcGVTaXplIjoxLCJTcGFjaW5nIjo1LCJTaGFwZVN0eWxlIjp7IiRpZCI6IjM2NSIsIk1hcmdpbiI6eyIkaWQiOiIzNjYiLCJUb3AiOjAuMCwiTGVmdCI6MC4wLCJSaWdodCI6MC4wLCJCb3R0b20iOjAuMH0sIlBhZGRpbmciOnsiJGlkIjoiMzY3IiwiVG9wIjowLjAsIkxlZnQiOjAuMCwiUmlnaHQiOjAuMCwiQm90dG9tIjowLjB9LCJCYWNrZ3JvdW5kIjp7IiRpZCI6IjM2OCIsIkNvbG9yIjp7IiRpZCI6IjM2OSIsIkEiOjI1NSwiUiI6MjM3LCJHIjoxMjUsIkIiOjQ5fX0sIklzVmlzaWJsZSI6dHJ1ZSwiV2lkdGgiOjE4LjAsIkhlaWdodCI6MjAuMCwiQm9yZGVyU3R5bGUiOnsiJGlkIjoiMzcwIiwiTGluZUNvbG9yIjp7IiRpZCI6IjM3MSIsIiR0eXBlIjoiTkxSRS5Db21tb24uRG9tLlNvbGlkQ29sb3JCcnVzaCwgTkxSRS5Db21tb24iLCJDb2xvciI6eyIkaWQiOiIzNzIiLCJBIjoyNTUsIlIiOjIzNCwiRyI6MjIsIkIiOjMwfX0sIkxpbmVXZWlnaHQiOjAuMCwiTGluZVR5cGUiOjAsIlBhcmVudFN0eWxlIjpudWxsfSwiUGFyZW50U3R5bGUiOm51bGx9LCJUaXRsZVN0eWxlIjp7IiRpZCI6IjM3MyIsIkZvbnRTZXR0aW5ncyI6eyIkaWQiOiIzNzQiLCJGb250U2l6ZSI6MTAsIkZvbnROYW1lIjoiTW9udHNlcnJhdCIsIklzQm9sZCI6ZmFsc2UsIklzSXRhbGljIjpmYWxzZSwiSXNVbmRlcmxpbmVkIjpmYWxzZSwiUGFyZW50U3R5bGUiOm51bGx9LCJBdXRvU2l6ZSI6MCwiRm9yZWdyb3VuZCI6eyIkaWQiOiIzNzUiLCJDb2xvciI6eyIkaWQiOiIzNzY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zc3IiwiVG9wIjowLjAsIkxlZnQiOjAuMCwiUmlnaHQiOjAuMCwiQm90dG9tIjowLjB9LCJQYWRkaW5nIjp7IiRpZCI6IjM3OCIsIlRvcCI6MC4wLCJMZWZ0IjowLjAsIlJpZ2h0IjowLjAsIkJvdHRvbSI6MC4wfSwiQmFja2dyb3VuZCI6eyIkaWQiOiIzNzkiLCJDb2xvciI6eyIkaWQiOiIzODAiLCJBIjo4OSwiUiI6MCwiRyI6MCwiQiI6MH19LCJJc1Zpc2libGUiOnRydWUsIldpZHRoIjowLjAsIkhlaWdodCI6MC4wLCJCb3JkZXJTdHlsZSI6eyIkaWQiOiIzODEiLCJMaW5lQ29sb3IiOm51bGwsIkxpbmVXZWlnaHQiOjAuMCwiTGluZVR5cGUiOjAsIlBhcmVudFN0eWxlIjpudWxsfSwiUGFyZW50U3R5bGUiOm51bGx9LCJEYXRlU3R5bGUiOnsiJGlkIjoiMzgyIiwiRm9udFNldHRpbmdzIjp7IiRpZCI6IjM4MyIsIkZvbnRTaXplIjoxMCwiRm9udE5hbWUiOiJDYWxpYnJpIiwiSXNCb2xkIjpmYWxzZSwiSXNJdGFsaWMiOmZhbHNlLCJJc1VuZGVybGluZWQiOmZhbHNlLCJQYXJlbnRTdHlsZSI6bnVsbH0sIkF1dG9TaXplIjowLCJGb3JlZ3JvdW5kIjp7IiRpZCI6IjM4NCIsIkNvbG9yIjp7IiRpZCI6IjM4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g2IiwiVG9wIjowLjAsIkxlZnQiOjAuMCwiUmlnaHQiOjAuMCwiQm90dG9tIjowLjB9LCJQYWRkaW5nIjp7IiRpZCI6IjM4NyIsIlRvcCI6MC4wLCJMZWZ0IjowLjAsIlJpZ2h0IjowLjAsIkJvdHRvbSI6MC4wfSwiQmFja2dyb3VuZCI6eyIkaWQiOiIzODgiLCJDb2xvciI6eyIkaWQiOiIzODkiLCJBIjo4OSwiUiI6MCwiRyI6MCwiQiI6MH19LCJJc1Zpc2libGUiOmZhbHNlLCJXaWR0aCI6MC4wLCJIZWlnaHQiOjAuMCwiQm9yZGVyU3R5bGUiOnsiJGlkIjoiMzkwIiwiTGluZUNvbG9yIjpudWxsLCJMaW5lV2VpZ2h0IjowLjAsIkxpbmVUeXBlIjowLCJQYXJlbnRTdHlsZSI6bnVsbH0sIlBhcmVudFN0eWxlIjpudWxsfSwiRGF0ZUZvcm1hdCI6eyIkaWQiOiIzO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yIiwiRm9ybWF0IjowLCJJc1Zpc2libGUiOmZhbHNlLCJMYXN0S25vd25WaXNpYmlsaXR5U3RhdGUiOmZhbHNlfSwiSXNWaXNpYmxlIjp0cnVlLCJQYXJlbnRTdHlsZSI6bnVsbH0sIkRlZmF1bHRTd2ltbGFuZUFjdGl2aXR5U3R5bGUiOnsiJGlkIjoiMzkzIiwiSGVhZGVyU3R5bGUiOnsiJGlkIjoiMzk0IiwiVGV4dFN0eWxlIjp7IiRpZCI6IjM5NSIsIkZvbnRTZXR0aW5ncyI6eyIkaWQiOiIzOTYiLCJGb250U2l6ZSI6MTIsIkZvbnROYW1lIjoiQ2FsaWJyaSIsIklzQm9sZCI6ZmFsc2UsIklzSXRhbGljIjpmYWxzZSwiSXNVbmRlcmxpbmVkIjpmYWxzZSwiUGFyZW50U3R5bGUiOm51bGx9LCJBdXRvU2l6ZSI6MCwiRm9yZWdyb3VuZCI6eyIkaWQiOiIzOTciLCJDb2xvciI6eyIkaWQiOiIzOTgiLCJBIjoyNTUsIlIiOjAsIkciOjAsIkIiOjB9fSwiTWF4V2lkdGgiOjAuMCwiTWF4SGVpZ2h0IjowLjAsIlNtYXJ0Rm9yZWdyb3VuZElzQWN0aXZlIjpmYWxzZSwiSG9yaXpvbnRhbEFsaWdubWVudCI6MCwiVmVydGljYWxBbGlnbm1lbnQiOjAsIlNtYXJ0Rm9yZWdyb3VuZCI6bnVsbCwiQmFja2dyb3VuZEZpbGxUeXBlIjowLCJNYXJnaW4iOnsiJGlkIjoiMzk5IiwiVG9wIjowLjAsIkxlZnQiOjAuMCwiUmlnaHQiOjAuMCwiQm90dG9tIjowLjB9LCJQYWRkaW5nIjp7IiRpZCI6IjQwMCIsIlRvcCI6MC4wLCJMZWZ0IjowLjAsIlJpZ2h0IjowLjAsIkJvdHRvbSI6MC4wfSwiQmFja2dyb3VuZCI6bnVsbCwiSXNWaXNpYmxlIjpmYWxzZSwiV2lkdGgiOjAuMCwiSGVpZ2h0IjowLjAsIkJvcmRlclN0eWxlIjpudWxsLCJQYXJlbnRTdHlsZSI6bnVsbH0sIlJlY3RhbmdsZVN0eWxlIjp7IiRpZCI6IjQwMSIsIk1hcmdpbiI6eyIkaWQiOiI0MDIiLCJUb3AiOjAuMCwiTGVmdCI6MC4wLCJSaWdodCI6MC4wLCJCb3R0b20iOjAuMH0sIlBhZGRpbmciOnsiJGlkIjoiNDAzIiwiVG9wIjowLjAsIkxlZnQiOjAuMCwiUmlnaHQiOjAuMCwiQm90dG9tIjowLjB9LCJCYWNrZ3JvdW5kIjp7IiRpZCI6IjQwNCIsIkNvbG9yIjp7IiRpZCI6IjQwNSIsIkEiOjYzLCJSIjoyLCJHIjoxNzgsIkIiOjIzOH19LCJJc1Zpc2libGUiOmZhbHNlLCJXaWR0aCI6MC4wLCJIZWlnaHQiOjAuMCwiQm9yZGVyU3R5bGUiOnsiJGlkIjoiNDA2IiwiTGluZUNvbG9yIjp7IiRpZCI6IjQwNyIsIiR0eXBlIjoiTkxSRS5Db21tb24uRG9tLlNvbGlkQ29sb3JCcnVzaCwgTkxSRS5Db21tb24iLCJDb2xvciI6eyIkaWQiOiI0MDgiLCJBIjoyNTUsIlIiOjI1NSwiRyI6MCwiQiI6MH19LCJMaW5lV2VpZ2h0IjowLjAsIkxpbmVUeXBlIjowLCJQYXJlbnRTdHlsZSI6bnVsbH0sIlBhcmVudFN0eWxlIjpudWxsfSwiTWFyZ2luIjp7IiRpZCI6IjQwOSIsIlRvcCI6MC4wLCJMZWZ0IjowLjAsIlJpZ2h0IjowLjAsIkJvdHRvbSI6MC4wfSwiUGFkZGluZyI6eyIkaWQiOiI0MTAiLCJUb3AiOjAuMCwiTGVmdCI6MC4wLCJSaWdodCI6MC4wLCJCb3R0b20iOjAuMH0sIkJhY2tncm91bmQiOm51bGwsIklzVmlzaWJsZSI6dHJ1ZSwiV2lkdGgiOjAuMCwiSGVpZ2h0IjowLjAsIkJvcmRlclN0eWxlIjpudWxsLCJQYXJlbnRTdHlsZSI6bnVsbH0sIkJhY2tncm91bmRTdHlsZSI6eyIkaWQiOiI0MTEiLCJNYXJnaW4iOnsiJGlkIjoiNDEyIiwiVG9wIjowLjAsIkxlZnQiOjAuMCwiUmlnaHQiOjAuMCwiQm90dG9tIjowLjB9LCJQYWRkaW5nIjp7IiRpZCI6IjQxMyIsIlRvcCI6MC4wLCJMZWZ0IjowLjAsIlJpZ2h0IjowLjAsIkJvdHRvbSI6MC4wfSwiQmFja2dyb3VuZCI6eyIkcmVmIjoiMjcxIn0sIklzVmlzaWJsZSI6dHJ1ZSwiV2lkdGgiOjAuMCwiSGVpZ2h0IjowLjAsIkJvcmRlclN0eWxlIjp7IiRpZCI6IjQxNCIsIkxpbmVDb2xvciI6eyIkaWQiOiI0MTUiLCIkdHlwZSI6Ik5MUkUuQ29tbW9uLkRvbS5Tb2xpZENvbG9yQnJ1c2gsIE5MUkUuQ29tbW9uIiwiQ29sb3IiOnsiJGlkIjoiNDE2IiwiQSI6MjU1LCJSIjoyMzQsIkciOjIyLCJCIjozMH19LCJMaW5lV2VpZ2h0IjowLjAsIkxpbmVUeXBlIjowLCJQYXJlbnRTdHlsZSI6bnVsbH0sIlBhcmVudFN0eWxlIjpudWxsfSwiTWFyZ2luIjp7IiRpZCI6IjQxNyIsIlRvcCI6MC4wLCJMZWZ0IjowLjAsIlJpZ2h0IjowLjAsIkJvdHRvbSI6MC4wfSwiUGFkZGluZyI6eyIkaWQiOiI0MTgiLCJUb3AiOjAuMCwiTGVmdCI6MC4wLCJSaWdodCI6MC4wLCJCb3R0b20iOjAuMH0sIklzVmlzaWJsZSI6dHJ1ZSwiV2lkdGgiOjAuMCwiSGVpZ2h0IjowLjAsIkJvcmRlclN0eWxlIjp7IiRpZCI6IjQxOSIsIkxpbmVDb2xvciI6bnVsbCwiTGluZVdlaWdodCI6MC4wLCJMaW5lVHlwZSI6MCwiUGFyZW50U3R5bGUiOm51bGx9LCJQYXJlbnRTdHlsZSI6bnVsbH0sIk1hcmdpbiI6eyIkaWQiOiI0MjAiLCJUb3AiOjAuMCwiTGVmdCI6MC4wLCJSaWdodCI6MC4wLCJCb3R0b20iOjAuMH0sIlBhZGRpbmciOnsiJGlkIjoiNDIxIiwiVG9wIjowLjAsIkxlZnQiOjAuMCwiUmlnaHQiOjAuMCwiQm90dG9tIjowLjB9LCJJc1Zpc2libGUiOmZhbHNlLCJXaWR0aCI6MC4wLCJIZWlnaHQiOjAuMCwiQm9yZGVyU3R5bGUiOnsiJGlkIjoiNDIyIiwiTGluZUNvbG9yIjpudWxsLCJMaW5lV2VpZ2h0IjowLjAsIkxpbmVUeXBlIjowLCJQYXJlbnRTdHlsZSI6bnVsbH0sIlBhcmVudFN0eWxlIjpudWxsfX0seyIkaWQiOiI0MjMiLCJfYWN0aXZpdGllcyI6W3siJGlkIjoiNDI0IiwiX3Jvd3MiOlt7IiRpZCI6IjQyNSIsIl90YXNrcyI6W10sIl9taWxlc3RvbmVzIjpbeyIkaWQiOiI0MjYiLCJJZCI6IjcxMjllMzBhLThjYjEtNDVmZS1iZTRiLWNmOWRhNmI3ODQ2NiIsIkluZGV4Ijo5LCJHcm91cElkIjpudWxsLCJUaXRsZSI6IkJSQSAoUE9SKSIsIkRhdGVUaW1lIjoiMjAyNS0wOS0xMFQyMzo1OTowMCIsIlBlcmNlbnRhZ2VDb21wbGV0ZSI6bnVsbCwiTm90ZSI6bnVsbCwiU3R5bGUiOnsiJGlkIjoiNDI3IiwiVGl0bGVQb3NpdGlvbiI6IkFib3ZlIiwiRGF0ZVBvc2l0aW9uIjoiTGVmdCIsIlNoYXBlVHlwZSI6MTcsIlNoYXBlU2l6ZSI6MCwiU3BhY2luZyI6NSwiU2hhcGVTdHlsZSI6eyIkaWQiOiI0MjgiLCJNYXJnaW4iOnsiJGlkIjoiNDI5IiwiVG9wIjowLjAsIkxlZnQiOjAuMCwiUmlnaHQiOjAuMCwiQm90dG9tIjowLjB9LCJQYWRkaW5nIjp7IiRpZCI6IjQzMCIsIlRvcCI6MC4wLCJMZWZ0IjowLjAsIlJpZ2h0IjowLjAsIkJvdHRvbSI6MC4wfSwiQmFja2dyb3VuZCI6eyIkaWQiOiI0MzEiLCJDb2xvciI6eyIkaWQiOiI0MzIiLCJBIjoyNTUsIlIiOjkxLCJHIjoxNTUsIkIiOjIxM319LCJJc1Zpc2libGUiOnRydWUsIldpZHRoIjoxNC4wLCJIZWlnaHQiOjE0LjAsIkJvcmRlclN0eWxlIjp7IiRpZCI6IjQzMyIsIkxpbmVDb2xvciI6eyIkaWQiOiI0MzQiLCIkdHlwZSI6Ik5MUkUuQ29tbW9uLkRvbS5Tb2xpZENvbG9yQnJ1c2gsIE5MUkUuQ29tbW9uIiwiQ29sb3IiOnsiJGlkIjoiNDM1IiwiQSI6MjU1LCJSIjoyNTUsIkciOjAsIkIiOjB9fSwiTGluZVdlaWdodCI6MC4wLCJMaW5lVHlwZSI6MCwiUGFyZW50U3R5bGUiOm51bGx9LCJQYXJlbnRTdHlsZSI6bnVsbH0sIlRpdGxlU3R5bGUiOnsiJGlkIjoiNDM2IiwiRm9udFNldHRpbmdzIjp7IiRpZCI6IjQzNyIsIkZvbnRTaXplIjoxMCwiRm9udE5hbWUiOiJNb250c2VycmF0IiwiSXNCb2xkIjpmYWxzZSwiSXNJdGFsaWMiOmZhbHNlLCJJc1VuZGVybGluZWQiOmZhbHNlLCJQYXJlbnRTdHlsZSI6bnVsbH0sIkF1dG9TaXplIjowLCJGb3JlZ3JvdW5kIjp7IiRpZCI6IjQzOCIsIkNvbG9yIjp7IiRpZCI6IjQz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NDAiLCJUb3AiOjAuMCwiTGVmdCI6MC4wLCJSaWdodCI6MC4wLCJCb3R0b20iOjAuMH0sIlBhZGRpbmciOnsiJGlkIjoiNDQxIiwiVG9wIjowLjAsIkxlZnQiOjAuMCwiUmlnaHQiOjAuMCwiQm90dG9tIjowLjB9LCJCYWNrZ3JvdW5kIjp7IiRpZCI6IjQ0MiIsIkNvbG9yIjp7IiRpZCI6IjQ0MyIsIkEiOjg5LCJSIjowLCJHIjowLCJCIjowfX0sIklzVmlzaWJsZSI6dHJ1ZSwiV2lkdGgiOjAuMCwiSGVpZ2h0IjowLjAsIkJvcmRlclN0eWxlIjp7IiRpZCI6IjQ0NCIsIkxpbmVDb2xvciI6bnVsbCwiTGluZVdlaWdodCI6MC4wLCJMaW5lVHlwZSI6MCwiUGFyZW50U3R5bGUiOm51bGx9LCJQYXJlbnRTdHlsZSI6bnVsbH0sIkRhdGVTdHlsZSI6eyIkaWQiOiI0NDUiLCJGb250U2V0dGluZ3MiOnsiJGlkIjoiNDQ2IiwiRm9udFNpemUiOjEwLCJGb250TmFtZSI6IkNhbGlicmkiLCJJc0JvbGQiOmZhbHNlLCJJc0l0YWxpYyI6ZmFsc2UsIklzVW5kZXJsaW5lZCI6ZmFsc2UsIlBhcmVudFN0eWxlIjpudWxsfSwiQXV0b1NpemUiOjAsIkZvcmVncm91bmQiOnsiJGlkIjoiNDQ3IiwiQ29sb3IiOnsiJGlkIjoiNDQ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DkiLCJUb3AiOjAuMCwiTGVmdCI6MC4wLCJSaWdodCI6MC4wLCJCb3R0b20iOjAuMH0sIlBhZGRpbmciOnsiJGlkIjoiNDUwIiwiVG9wIjowLjAsIkxlZnQiOjAuMCwiUmlnaHQiOjAuMCwiQm90dG9tIjowLjB9LCJCYWNrZ3JvdW5kIjp7IiRpZCI6IjQ1MSIsIkNvbG9yIjp7IiRpZCI6IjQ1MiIsIkEiOjg5LCJSIjowLCJHIjowLCJCIjowfX0sIklzVmlzaWJsZSI6ZmFsc2UsIldpZHRoIjowLjAsIkhlaWdodCI6MC4wLCJCb3JkZXJTdHlsZSI6eyIkaWQiOiI0NTMiLCJMaW5lQ29sb3IiOm51bGwsIkxpbmVXZWlnaHQiOjAuMCwiTGluZVR5cGUiOjAsIlBhcmVudFN0eWxlIjpudWxsfSwiUGFyZW50U3R5bGUiOm51bGx9LCJEYXRlRm9ybWF0Ijp7IiRpZCI6IjQ1NCIsIkZvcm1hdFN0cmluZyI6Ik1NTSBkIiwiU2VwYXJhdG9yIjoiLyIsIlVzZUludGVybmF0aW9uYWxEYXRlRm9ybWF0IjpmYWxzZSwiRGF0ZUlzVmlzaWJsZSI6ZmFsc2UsIlRpbWVJc1Zpc2libGUiOmZhbHNlLCJIb3VyRGlnaXRzIjoxLCJBbVBtRGVzaWduYXRvciI6MiwiVHJpbTAwTWludXRlcyI6ZmFsc2UsIkxhc3RLbm93blZpc2liaWxpdHlTdGF0ZSI6eyIkaWQiOiI0NTUiLCJEYXRlUGFydElzVmlzaWJsZSI6dHJ1ZSwiVGltZVBhcnRJc1Zpc2libGUiOmZhbHNlfX0sIldlZWtOdW1iZXJpbmciOnsiJGlkIjoiNDU2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Q1NyIsIl90YXNrcyI6W10sIl9taWxlc3RvbmVzIjpbeyIkaWQiOiI0NTgiLCJJZCI6ImFkODU4ZTRkLThlY2EtNDAwNi04NTJmLTU5ODZhNGY3MmQ5NCIsIkluZGV4IjoxMCwiR3JvdXBJZCI6bnVsbCwiVGl0bGUiOiJVSyAtIEFVUyIsIkRhdGVUaW1lIjoiMjAyNC0xMi0zMVQyMzo1OTowMCIsIlBlcmNlbnRhZ2VDb21wbGV0ZSI6bnVsbCwiTm90ZSI6bnVsbCwiU3R5bGUiOnsiJGlkIjoiNDU5IiwiVGl0bGVQb3NpdGlvbiI6IlJpZ2h0IiwiRGF0ZVBvc2l0aW9uIjoiTGVmdCIsIlNoYXBlVHlwZSI6MTcsIlNoYXBlU2l6ZSI6MCwiU3BhY2luZyI6NSwiU2hhcGVTdHlsZSI6eyIkaWQiOiI0NjAiLCJNYXJnaW4iOnsiJGlkIjoiNDYxIiwiVG9wIjowLjAsIkxlZnQiOjAuMCwiUmlnaHQiOjAuMCwiQm90dG9tIjowLjB9LCJQYWRkaW5nIjp7IiRpZCI6IjQ2MiIsIlRvcCI6MC4wLCJMZWZ0IjowLjAsIlJpZ2h0IjowLjAsIkJvdHRvbSI6MC4wfSwiQmFja2dyb3VuZCI6eyIkaWQiOiI0NjMiLCJDb2xvciI6eyIkaWQiOiI0NjQiLCJBIjoyNTUsIlIiOjIzNywiRyI6MTI1LCJCIjo0OX19LCJJc1Zpc2libGUiOnRydWUsIldpZHRoIjoxNC4wLCJIZWlnaHQiOjE0LjAsIkJvcmRlclN0eWxlIjp7IiRpZCI6IjQ2NSIsIkxpbmVDb2xvciI6eyIkaWQiOiI0NjYiLCIkdHlwZSI6Ik5MUkUuQ29tbW9uLkRvbS5Tb2xpZENvbG9yQnJ1c2gsIE5MUkUuQ29tbW9uIiwiQ29sb3IiOnsiJGlkIjoiNDY3IiwiQSI6MjU1LCJSIjoyNTUsIkciOjAsIkIiOjB9fSwiTGluZVdlaWdodCI6MC4wLCJMaW5lVHlwZSI6MCwiUGFyZW50U3R5bGUiOm51bGx9LCJQYXJlbnRTdHlsZSI6bnVsbH0sIlRpdGxlU3R5bGUiOnsiJGlkIjoiNDY4IiwiRm9udFNldHRpbmdzIjp7IiRpZCI6IjQ2OSIsIkZvbnRTaXplIjoxMSwiRm9udE5hbWUiOiJNb250c2VycmF0IiwiSXNCb2xkIjpmYWxzZSwiSXNJdGFsaWMiOmZhbHNlLCJJc1VuZGVybGluZWQiOmZhbHNlLCJQYXJlbnRTdHlsZSI6bnVsbH0sIkF1dG9TaXplIjowLCJGb3JlZ3JvdW5kIjp7IiRpZCI6IjQ3MCIsIkNvbG9yIjp7IiRpZCI6IjQ3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NzIiLCJUb3AiOjAuMCwiTGVmdCI6MC4wLCJSaWdodCI6MC4wLCJCb3R0b20iOjAuMH0sIlBhZGRpbmciOnsiJGlkIjoiNDczIiwiVG9wIjowLjAsIkxlZnQiOjAuMCwiUmlnaHQiOjAuMCwiQm90dG9tIjowLjB9LCJCYWNrZ3JvdW5kIjp7IiRpZCI6IjQ3NCIsIkNvbG9yIjp7IiRpZCI6IjQ3NSIsIkEiOjg5LCJSIjowLCJHIjowLCJCIjowfX0sIklzVmlzaWJsZSI6dHJ1ZSwiV2lkdGgiOjAuMCwiSGVpZ2h0IjowLjAsIkJvcmRlclN0eWxlIjp7IiRpZCI6IjQ3NiIsIkxpbmVDb2xvciI6bnVsbCwiTGluZVdlaWdodCI6MC4wLCJMaW5lVHlwZSI6MCwiUGFyZW50U3R5bGUiOm51bGx9LCJQYXJlbnRTdHlsZSI6bnVsbH0sIkRhdGVTdHlsZSI6eyIkaWQiOiI0NzciLCJGb250U2V0dGluZ3MiOnsiJGlkIjoiNDc4IiwiRm9udFNpemUiOjEwLCJGb250TmFtZSI6IkNhbGlicmkiLCJJc0JvbGQiOmZhbHNlLCJJc0l0YWxpYyI6ZmFsc2UsIklzVW5kZXJsaW5lZCI6ZmFsc2UsIlBhcmVudFN0eWxlIjpudWxsfSwiQXV0b1NpemUiOjAsIkZvcmVncm91bmQiOnsiJGlkIjoiNDc5IiwiQ29sb3IiOnsiJGlkIjoiNDg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ODEiLCJUb3AiOjAuMCwiTGVmdCI6MC4wLCJSaWdodCI6MC4wLCJCb3R0b20iOjAuMH0sIlBhZGRpbmciOnsiJGlkIjoiNDgyIiwiVG9wIjowLjAsIkxlZnQiOjAuMCwiUmlnaHQiOjAuMCwiQm90dG9tIjowLjB9LCJCYWNrZ3JvdW5kIjp7IiRpZCI6IjQ4MyIsIkNvbG9yIjp7IiRpZCI6IjQ4NCIsIkEiOjg5LCJSIjowLCJHIjowLCJCIjowfX0sIklzVmlzaWJsZSI6ZmFsc2UsIldpZHRoIjowLjAsIkhlaWdodCI6MC4wLCJCb3JkZXJTdHlsZSI6eyIkaWQiOiI0ODUiLCJMaW5lQ29sb3IiOm51bGwsIkxpbmVXZWlnaHQiOjAuMCwiTGluZVR5cGUiOjAsIlBhcmVudFN0eWxlIjpudWxsfSwiUGFyZW50U3R5bGUiOm51bGx9LCJEYXRlRm9ybWF0Ijp7IiRpZCI6IjQ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ODc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NDg4IiwiX3Rhc2tzIjpbXSwiX21pbGVzdG9uZXMiOlt7IiRpZCI6IjQ4OSIsIklkIjoiOThkZWNjYTctNmZjYy00ZjY2LTgyZjAtNzRiOTViNGZkYWJiIiwiSW5kZXgiOjExLCJHcm91cElkIjpudWxsLCJUaXRsZSI6IkJIIC0gUUFUIC0gU0FVIiwiRGF0ZVRpbWUiOiIyMDI2LTAzLTExVDIzOjU5OjAwIiwiUGVyY2VudGFnZUNvbXBsZXRlIjpudWxsLCJOb3RlIjpudWxsLCJTdHlsZSI6eyIkaWQiOiI0OTAiLCJUaXRsZVBvc2l0aW9uIjoiTGVmdCIsIkRhdGVQb3NpdGlvbiI6IkxlZnQiLCJTaGFwZVR5cGUiOjE3LCJTaGFwZVNpemUiOjAsIlNwYWNpbmciOjUsIlNoYXBlU3R5bGUiOnsiJGlkIjoiNDkxIiwiTWFyZ2luIjp7IiRpZCI6IjQ5MiIsIlRvcCI6MC4wLCJMZWZ0IjowLjAsIlJpZ2h0IjowLjAsIkJvdHRvbSI6MC4wfSwiUGFkZGluZyI6eyIkaWQiOiI0OTMiLCJUb3AiOjAuMCwiTGVmdCI6MC4wLCJSaWdodCI6MC4wLCJCb3R0b20iOjAuMH0sIkJhY2tncm91bmQiOnsiJGlkIjoiNDk0IiwiQ29sb3IiOnsiJGlkIjoiNDk1IiwiQSI6MjU1LCJSIjo5MSwiRyI6MTU1LCJCIjoyMTN9fSwiSXNWaXNpYmxlIjp0cnVlLCJXaWR0aCI6MTQuMCwiSGVpZ2h0IjoxNC4wLCJCb3JkZXJTdHlsZSI6eyIkaWQiOiI0OTYiLCJMaW5lQ29sb3IiOnsiJGlkIjoiNDk3IiwiJHR5cGUiOiJOTFJFLkNvbW1vbi5Eb20uU29saWRDb2xvckJydXNoLCBOTFJFLkNvbW1vbiIsIkNvbG9yIjp7IiRpZCI6IjQ5OCIsIkEiOjI1NSwiUiI6MjU1LCJHIjowLCJCIjowfX0sIkxpbmVXZWlnaHQiOjAuMCwiTGluZVR5cGUiOjAsIlBhcmVudFN0eWxlIjpudWxsfSwiUGFyZW50U3R5bGUiOm51bGx9LCJUaXRsZVN0eWxlIjp7IiRpZCI6IjQ5OSIsIkZvbnRTZXR0aW5ncyI6eyIkaWQiOiI1MDAiLCJGb250U2l6ZSI6MTAsIkZvbnROYW1lIjoiTW9udHNlcnJhdCIsIklzQm9sZCI6ZmFsc2UsIklzSXRhbGljIjpmYWxzZSwiSXNVbmRlcmxpbmVkIjpmYWxzZSwiUGFyZW50U3R5bGUiOm51bGx9LCJBdXRvU2l6ZSI6MCwiRm9yZWdyb3VuZCI6eyIkaWQiOiI1MDEiLCJDb2xvciI6eyIkaWQiOiI1MDI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NTAzIiwiVG9wIjowLjAsIkxlZnQiOjAuMCwiUmlnaHQiOjAuMCwiQm90dG9tIjowLjB9LCJQYWRkaW5nIjp7IiRpZCI6IjUwNCIsIlRvcCI6MC4wLCJMZWZ0IjowLjAsIlJpZ2h0IjowLjAsIkJvdHRvbSI6MC4wfSwiQmFja2dyb3VuZCI6eyIkaWQiOiI1MDUiLCJDb2xvciI6eyIkaWQiOiI1MDYiLCJBIjo4OSwiUiI6MCwiRyI6MCwiQiI6MH19LCJJc1Zpc2libGUiOnRydWUsIldpZHRoIjowLjAsIkhlaWdodCI6MC4wLCJCb3JkZXJTdHlsZSI6eyIkaWQiOiI1MDciLCJMaW5lQ29sb3IiOm51bGwsIkxpbmVXZWlnaHQiOjAuMCwiTGluZVR5cGUiOjAsIlBhcmVudFN0eWxlIjpudWxsfSwiUGFyZW50U3R5bGUiOm51bGx9LCJEYXRlU3R5bGUiOnsiJGlkIjoiNTA4IiwiRm9udFNldHRpbmdzIjp7IiRpZCI6IjUwOSIsIkZvbnRTaXplIjoxMCwiRm9udE5hbWUiOiJDYWxpYnJpIiwiSXNCb2xkIjpmYWxzZSwiSXNJdGFsaWMiOmZhbHNlLCJJc1VuZGVybGluZWQiOmZhbHNlLCJQYXJlbnRTdHlsZSI6bnVsbH0sIkF1dG9TaXplIjowLCJGb3JlZ3JvdW5kIjp7IiRpZCI6IjUxMCIsIkNvbG9yIjp7IiRpZCI6IjU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EyIiwiVG9wIjowLjAsIkxlZnQiOjAuMCwiUmlnaHQiOjAuMCwiQm90dG9tIjowLjB9LCJQYWRkaW5nIjp7IiRpZCI6IjUxMyIsIlRvcCI6MC4wLCJMZWZ0IjowLjAsIlJpZ2h0IjowLjAsIkJvdHRvbSI6MC4wfSwiQmFja2dyb3VuZCI6eyIkaWQiOiI1MTQiLCJDb2xvciI6eyIkaWQiOiI1MTUiLCJBIjo4OSwiUiI6MCwiRyI6MCwiQiI6MH19LCJJc1Zpc2libGUiOmZhbHNlLCJXaWR0aCI6MC4wLCJIZWlnaHQiOjAuMCwiQm9yZGVyU3R5bGUiOnsiJGlkIjoiNTE2IiwiTGluZUNvbG9yIjpudWxsLCJMaW5lV2VpZ2h0IjowLjAsIkxpbmVUeXBlIjowLCJQYXJlbnRTdHlsZSI6bnVsbH0sIlBhcmVudFN0eWxlIjpudWxsfSwiRGF0ZUZvcm1hdCI6eyIkaWQiOiI1MTc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NTE4IiwiRGF0ZVBhcnRJc1Zpc2libGUiOnRydWUsIlRpbWVQYXJ0SXNWaXNpYmxlIjpmYWxzZX19LCJXZWVrTnVtYmVyaW5nIjp7IiRpZCI6IjUxOS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1MjAiLCJfdGFza3MiOltdLCJfbWlsZXN0b25lcyI6W3siJGlkIjoiNTIxIiwiSWQiOiJiNDhiYTU3MC1lZjEzLTQxN2YtODZlNC0yYWQ0NmM1NjBlOGMiLCJJbmRleCI6MTIsIkdyb3VwSWQiOm51bGwsIlRpdGxlIjoiQ0FOIChFTi1GUkEpIiwiRGF0ZVRpbWUiOiIyMDI2LTA1LTE0VDIzOjU5OjAwIiwiUGVyY2VudGFnZUNvbXBsZXRlIjpudWxsLCJOb3RlIjpudWxsLCJTdHlsZSI6eyIkaWQiOiI1MjIiLCJUaXRsZVBvc2l0aW9uIjoiQWJvdmUiLCJEYXRlUG9zaXRpb24iOiJMZWZ0IiwiU2hhcGVUeXBlIjoxNywiU2hhcGVTaXplIjowLCJTcGFjaW5nIjo1LCJTaGFwZVN0eWxlIjp7IiRpZCI6IjUyMyIsIk1hcmdpbiI6eyIkaWQiOiI1MjQiLCJUb3AiOjAuMCwiTGVmdCI6MC4wLCJSaWdodCI6MC4wLCJCb3R0b20iOjAuMH0sIlBhZGRpbmciOnsiJGlkIjoiNTI1IiwiVG9wIjowLjAsIkxlZnQiOjAuMCwiUmlnaHQiOjAuMCwiQm90dG9tIjowLjB9LCJCYWNrZ3JvdW5kIjp7IiRpZCI6IjUyNiIsIkNvbG9yIjp7IiRpZCI6IjUyNyIsIkEiOjI1NSwiUiI6MjM3LCJHIjoxMjUsIkIiOjQ5fX0sIklzVmlzaWJsZSI6dHJ1ZSwiV2lkdGgiOjE0LjAsIkhlaWdodCI6MTQuMCwiQm9yZGVyU3R5bGUiOnsiJGlkIjoiNTI4IiwiTGluZUNvbG9yIjp7IiRpZCI6IjUyOSIsIiR0eXBlIjoiTkxSRS5Db21tb24uRG9tLlNvbGlkQ29sb3JCcnVzaCwgTkxSRS5Db21tb24iLCJDb2xvciI6eyIkaWQiOiI1MzAiLCJBIjoyNTUsIlIiOjI1NSwiRyI6MCwiQiI6MH19LCJMaW5lV2VpZ2h0IjowLjAsIkxpbmVUeXBlIjowLCJQYXJlbnRTdHlsZSI6bnVsbH0sIlBhcmVudFN0eWxlIjpudWxsfSwiVGl0bGVTdHlsZSI6eyIkaWQiOiI1MzEiLCJGb250U2V0dGluZ3MiOnsiJGlkIjoiNTMyIiwiRm9udFNpemUiOjEwLCJGb250TmFtZSI6Ik1vbnRzZXJyYXQiLCJJc0JvbGQiOmZhbHNlLCJJc0l0YWxpYyI6ZmFsc2UsIklzVW5kZXJsaW5lZCI6ZmFsc2UsIlBhcmVudFN0eWxlIjpudWxsfSwiQXV0b1NpemUiOjAsIkZvcmVncm91bmQiOnsiJGlkIjoiNTMzIiwiQ29sb3IiOnsiJGlkIjoiNTM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UzNSIsIlRvcCI6MC4wLCJMZWZ0IjowLjAsIlJpZ2h0IjowLjAsIkJvdHRvbSI6MC4wfSwiUGFkZGluZyI6eyIkaWQiOiI1MzYiLCJUb3AiOjAuMCwiTGVmdCI6MC4wLCJSaWdodCI6MC4wLCJCb3R0b20iOjAuMH0sIkJhY2tncm91bmQiOnsiJGlkIjoiNTM3IiwiQ29sb3IiOnsiJGlkIjoiNTM4IiwiQSI6ODksIlIiOjAsIkciOjAsIkIiOjB9fSwiSXNWaXNpYmxlIjp0cnVlLCJXaWR0aCI6MC4wLCJIZWlnaHQiOjAuMCwiQm9yZGVyU3R5bGUiOnsiJGlkIjoiNTM5IiwiTGluZUNvbG9yIjpudWxsLCJMaW5lV2VpZ2h0IjowLjAsIkxpbmVUeXBlIjowLCJQYXJlbnRTdHlsZSI6bnVsbH0sIlBhcmVudFN0eWxlIjpudWxsfSwiRGF0ZVN0eWxlIjp7IiRpZCI6IjU0MCIsIkZvbnRTZXR0aW5ncyI6eyIkaWQiOiI1NDEiLCJGb250U2l6ZSI6MTAsIkZvbnROYW1lIjoiQ2FsaWJyaSIsIklzQm9sZCI6ZmFsc2UsIklzSXRhbGljIjpmYWxzZSwiSXNVbmRlcmxpbmVkIjpmYWxzZSwiUGFyZW50U3R5bGUiOm51bGx9LCJBdXRvU2l6ZSI6MCwiRm9yZWdyb3VuZCI6eyIkaWQiOiI1NDIiLCJDb2xvciI6eyIkaWQiOiI1ND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U0NCIsIlRvcCI6MC4wLCJMZWZ0IjowLjAsIlJpZ2h0IjowLjAsIkJvdHRvbSI6MC4wfSwiUGFkZGluZyI6eyIkaWQiOiI1NDUiLCJUb3AiOjAuMCwiTGVmdCI6MC4wLCJSaWdodCI6MC4wLCJCb3R0b20iOjAuMH0sIkJhY2tncm91bmQiOnsiJGlkIjoiNTQ2IiwiQ29sb3IiOnsiJGlkIjoiNTQ3IiwiQSI6ODksIlIiOjAsIkciOjAsIkIiOjB9fSwiSXNWaXNpYmxlIjpmYWxzZSwiV2lkdGgiOjAuMCwiSGVpZ2h0IjowLjAsIkJvcmRlclN0eWxlIjp7IiRpZCI6IjU0OCIsIkxpbmVDb2xvciI6bnVsbCwiTGluZVdlaWdodCI6MC4wLCJMaW5lVHlwZSI6MCwiUGFyZW50U3R5bGUiOm51bGx9LCJQYXJlbnRTdHlsZSI6bnVsbH0sIkRhdGVGb3JtYXQiOnsiJGlkIjoiNTQ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1MC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OCwiSWQiOiI4NjY4YTQ0Yy1jNjA5LTQyZjEtOWU2Ny0zZjllOWNiYjQxNDMiLCJIZWFkZXJUZXh0IjpudWxsLCJJc0RlZmF1bHQiOnRydWUsIlN0eWxlIjp7IiRpZCI6IjU1MSIsIkhlYWRlclN0eWxlIjp7IiRpZCI6IjU1MiIsIlRleHRTdHlsZSI6eyIkaWQiOiI1NTMiLCJGb250U2V0dGluZ3MiOnsiJGlkIjoiNTU0IiwiRm9udFNpemUiOjExLCJGb250TmFtZSI6IkNhbGlicmkiLCJJc0JvbGQiOmZhbHNlLCJJc0l0YWxpYyI6ZmFsc2UsIklzVW5kZXJsaW5lZCI6ZmFsc2UsIlBhcmVudFN0eWxlIjpudWxsfSwiQXV0b1NpemUiOjIsIkZvcmVncm91bmQiOnsiJGlkIjoiNTU1IiwiQ29sb3IiOnsiJGlkIjoiNTU2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TU3IiwiVG9wIjowLjAsIkxlZnQiOjAuMCwiUmlnaHQiOjAuMCwiQm90dG9tIjowLjB9LCJQYWRkaW5nIjp7IiRpZCI6IjU1OCIsIlRvcCI6MC4wLCJMZWZ0IjowLjAsIlJpZ2h0IjowLjAsIkJvdHRvbSI6MC4wfSwiQmFja2dyb3VuZCI6bnVsbCwiSXNWaXNpYmxlIjp0cnVlLCJXaWR0aCI6MC4wLCJIZWlnaHQiOjAuMCwiQm9yZGVyU3R5bGUiOm51bGwsIlBhcmVudFN0eWxlIjpudWxsfSwiUmVjdGFuZ2xlU3R5bGUiOnsiJGlkIjoiNTU5IiwiTWFyZ2luIjp7IiRpZCI6IjU2MCIsIlRvcCI6MC4wLCJMZWZ0IjowLjAsIlJpZ2h0IjowLjAsIkJvdHRvbSI6MC4wfSwiUGFkZGluZyI6eyIkaWQiOiI1NjEiLCJUb3AiOjAuMCwiTGVmdCI6MC4wLCJSaWdodCI6MC4wLCJCb3R0b20iOjAuMH0sIkJhY2tncm91bmQiOnsiJGlkIjoiNTYyIiwiQ29sb3IiOnsiJGlkIjoiNTYzIiwiQSI6NjMsIlIiOjIzNywiRyI6MTI1LCJCIjo0OX19LCJJc1Zpc2libGUiOnRydWUsIldpZHRoIjowLjAsIkhlaWdodCI6MC4wLCJCb3JkZXJTdHlsZSI6eyIkaWQiOiI1NjQiLCJMaW5lQ29sb3IiOnsiJGlkIjoiNTY1IiwiJHR5cGUiOiJOTFJFLkNvbW1vbi5Eb20uU29saWRDb2xvckJydXNoLCBOTFJFLkNvbW1vbiIsIkNvbG9yIjp7IiRpZCI6IjU2NiIsIkEiOjI1NSwiUiI6MjU1LCJHIjowLCJCIjowfX0sIkxpbmVXZWlnaHQiOjAuMCwiTGluZVR5cGUiOjAsIlBhcmVudFN0eWxlIjpudWxsfSwiUGFyZW50U3R5bGUiOm51bGx9LCJNYXJnaW4iOnsiJGlkIjoiNTY3IiwiVG9wIjowLjAsIkxlZnQiOjAuMCwiUmlnaHQiOjAuMCwiQm90dG9tIjowLjB9LCJQYWRkaW5nIjp7IiRpZCI6IjU2OCIsIlRvcCI6MC4wLCJMZWZ0IjowLjAsIlJpZ2h0IjowLjAsIkJvdHRvbSI6MC4wfSwiQmFja2dyb3VuZCI6bnVsbCwiSXNWaXNpYmxlIjp0cnVlLCJXaWR0aCI6MC4wLCJIZWlnaHQiOjAuMCwiQm9yZGVyU3R5bGUiOm51bGwsIlBhcmVudFN0eWxlIjpudWxsfSwiQmFja2dyb3VuZFN0eWxlIjp7IiRpZCI6IjU2OSIsIk1hcmdpbiI6eyIkaWQiOiI1NzAiLCJUb3AiOjAuMCwiTGVmdCI6MC4wLCJSaWdodCI6MC4wLCJCb3R0b20iOjAuMH0sIlBhZGRpbmciOnsiJGlkIjoiNTcxIiwiVG9wIjowLjAsIkxlZnQiOjAuMCwiUmlnaHQiOjAuMCwiQm90dG9tIjowLjB9LCJCYWNrZ3JvdW5kIjp7IiRpZCI6IjU3MiIsIkNvbG9yIjp7IiRpZCI6IjU3MyIsIkEiOjM4LCJSIjoyMzcsIkciOjEyNSwiQiI6NDl9fSwiSXNWaXNpYmxlIjp0cnVlLCJXaWR0aCI6MC4wLCJIZWlnaHQiOjAuMCwiQm9yZGVyU3R5bGUiOnsiJGlkIjoiNTc0IiwiTGluZUNvbG9yIjp7IiRpZCI6IjU3NSIsIiR0eXBlIjoiTkxSRS5Db21tb24uRG9tLlNvbGlkQ29sb3JCcnVzaCwgTkxSRS5Db21tb24iLCJDb2xvciI6eyIkaWQiOiI1NzYiLCJBIjoyNTUsIlIiOjIzNCwiRyI6MjIsIkIiOjMwfX0sIkxpbmVXZWlnaHQiOjAuMCwiTGluZVR5cGUiOjAsIlBhcmVudFN0eWxlIjpudWxsfSwiUGFyZW50U3R5bGUiOm51bGx9LCJNYXJnaW4iOnsiJGlkIjoiNTc3IiwiVG9wIjowLjAsIkxlZnQiOjAuMCwiUmlnaHQiOjAuMCwiQm90dG9tIjowLjB9LCJQYWRkaW5nIjp7IiRpZCI6IjU3OCIsIlRvcCI6MC4wLCJMZWZ0IjowLjAsIlJpZ2h0IjowLjAsIkJvdHRvbSI6MC4wfSwiSXNWaXNpYmxlIjp0cnVlLCJXaWR0aCI6MC4wLCJIZWlnaHQiOjAuMCwiQm9yZGVyU3R5bGUiOnsiJGlkIjoiNTc5IiwiTGluZUNvbG9yIjpudWxsLCJMaW5lV2VpZ2h0IjowLjAsIkxpbmVUeXBlIjowLCJQYXJlbnRTdHlsZSI6bnVsbH0sIlBhcmVudFN0eWxlIjpudWxsfX1dLCJJZCI6IjE1NGYyYWY1LWEzZjgtNGUxNC1iYTA0LWIwYmRmMTNhMDE3YSIsIkluZGV4Ijo4LCJIZWFkZXJUZXh0IjoiQ291bnRyeSBOT1QgUkVHSVNURVJFRCIsIlN0eWxlIjp7IiRpZCI6IjU4MCIsIlN0eWxlSWQiOiIwMDAwMDAwMC0wMDAwLTAwMDAtMDAwMC0wMDAwMDAwMDAwMDAiLCJIZWFkZXJTdHlsZSI6eyIkaWQiOiI1ODEiLCJUZXh0SXNWZXJ0aWNhbCI6ZmFsc2UsIlRleHRTdHlsZSI6eyIkaWQiOiI1ODIiLCJGb250U2V0dGluZ3MiOnsiJGlkIjoiNTgzIiwiRm9udFNpemUiOjEwLCJGb250TmFtZSI6Ik1vbnRzZXJyYXQiLCJJc0JvbGQiOmZhbHNlLCJJc0l0YWxpYyI6ZmFsc2UsIklzVW5kZXJsaW5lZCI6ZmFsc2UsIlBhcmVudFN0eWxlIjpudWxsfSwiQXV0b1NpemUiOjIsIkZvcmVncm91bmQiOnsiJGlkIjoiNTg0IiwiQ29sb3IiOnsiJGlkIjoiNTg1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NTg2IiwiVG9wIjowLjAsIkxlZnQiOjAuMCwiUmlnaHQiOjAuMCwiQm90dG9tIjowLjB9LCJQYWRkaW5nIjp7IiRpZCI6IjU4NyIsIlRvcCI6MC4wLCJMZWZ0IjowLjAsIlJpZ2h0IjowLjAsIkJvdHRvbSI6MC4wfSwiQmFja2dyb3VuZCI6bnVsbCwiSXNWaXNpYmxlIjpmYWxzZSwiV2lkdGgiOjAuMCwiSGVpZ2h0IjowLjAsIkJvcmRlclN0eWxlIjpudWxsLCJQYXJlbnRTdHlsZSI6bnVsbH0sIlJlY3RhbmdsZVN0eWxlIjp7IiRpZCI6IjU4OCIsIk1hcmdpbiI6eyIkaWQiOiI1ODkiLCJUb3AiOjAuMCwiTGVmdCI6MC4wLCJSaWdodCI6MC4wLCJCb3R0b20iOjAuMH0sIlBhZGRpbmciOnsiJGlkIjoiNTkwIiwiVG9wIjowLjAsIkxlZnQiOjAuMCwiUmlnaHQiOjAuMCwiQm90dG9tIjowLjB9LCJCYWNrZ3JvdW5kIjp7IiRpZCI6IjU5MSIsIkNvbG9yIjp7IiRpZCI6IjU5MiIsIkEiOjI1NSwiUiI6MjM3LCJHIjoxMjUsIkIiOjQ5fX0sIklzVmlzaWJsZSI6dHJ1ZSwiV2lkdGgiOjAuMCwiSGVpZ2h0IjowLjAsIkJvcmRlclN0eWxlIjp7IiRpZCI6IjU5MyIsIkxpbmVDb2xvciI6eyIkaWQiOiI1OTQiLCIkdHlwZSI6Ik5MUkUuQ29tbW9uLkRvbS5Tb2xpZENvbG9yQnJ1c2gsIE5MUkUuQ29tbW9uIiwiQ29sb3IiOnsiJGlkIjoiNTk1IiwiQSI6MjU1LCJSIjo2MCwiRyI6NTQsIkIiOjQ5fX0sIkxpbmVXZWlnaHQiOjAuMCwiTGluZVR5cGUiOjAsIlBhcmVudFN0eWxlIjpudWxsfSwiUGFyZW50U3R5bGUiOm51bGx9LCJNYXJnaW4iOnsiJGlkIjoiNTk2IiwiVG9wIjowLjAsIkxlZnQiOjAuMCwiUmlnaHQiOjAuMCwiQm90dG9tIjowLjB9LCJQYWRkaW5nIjp7IiRpZCI6IjU5NyIsIlRvcCI6MC4wLCJMZWZ0IjowLjAsIlJpZ2h0IjowLjAsIkJvdHRvbSI6MC4wfSwiQmFja2dyb3VuZCI6bnVsbCwiSXNWaXNpYmxlIjp0cnVlLCJXaWR0aCI6MC4wLCJIZWlnaHQiOjAuMCwiQm9yZGVyU3R5bGUiOm51bGwsIlBhcmVudFN0eWxlIjpudWxsfSwiQmFja2dyb3VuZFN0eWxlIjp7IiRpZCI6IjU5OCIsIk1hcmdpbiI6eyIkaWQiOiI1OTkiLCJUb3AiOjAuMCwiTGVmdCI6MC4wLCJSaWdodCI6MC4wLCJCb3R0b20iOjAuMH0sIlBhZGRpbmciOnsiJGlkIjoiNjAwIiwiVG9wIjowLjAsIkxlZnQiOjAuMCwiUmlnaHQiOjAuMCwiQm90dG9tIjowLjB9LCJCYWNrZ3JvdW5kIjp7IiRpZCI6IjYwMSIsIkNvbG9yIjp7IiRpZCI6IjYwMiIsIkEiOjM4LCJSIjoyMzcsIkciOjEyNSwiQiI6NDl9fSwiSXNWaXNpYmxlIjp0cnVlLCJXaWR0aCI6MC4wLCJIZWlnaHQiOjAuMCwiQm9yZGVyU3R5bGUiOnsiJGlkIjoiNjAzIiwiTGluZUNvbG9yIjp7IiRpZCI6IjYwNCIsIiR0eXBlIjoiTkxSRS5Db21tb24uRG9tLlNvbGlkQ29sb3JCcnVzaCwgTkxSRS5Db21tb24iLCJDb2xvciI6eyIkaWQiOiI2MDUiLCJBIjoyNTUsIlIiOjIwOCwiRyI6MjA2LCJCIjoyMDZ9fSwiTGluZVdlaWdodCI6MC4wLCJMaW5lVHlwZSI6MCwiUGFyZW50U3R5bGUiOm51bGx9LCJQYXJlbnRTdHlsZSI6bnVsbH0sIklzQWJvdmVUaW1lYmFuZCI6ZmFsc2UsIlNwYWNpbmciOjIsIkRlZmF1bHRTd2ltbGFuZVRhc2tTdHlsZSI6eyIkaWQiOiI2MDYiLCIkdHlwZSI6Ik5MUkUuQ29tbW9uLkRvbS5TdHlsZXMuRXhwbGljaXRTZXRhYmxlVGFza1N0eWxlLCBOTFJFLkNvbW1vbiIsIlNoYXBlIjo4LCJTaGFwZVRoaWNrbmVzcyI6MSwiRHVyYXRpb25Gb3JtYXQiOjAsIkluY2x1ZGVOb25Xb3JraW5nRGF5c0luRHVyYXRpb24iOmZhbHNlLCJQZXJjZW50YWdlQ29tcGxldGVTdHlsZSI6eyIkaWQiOiI2MDciLCJGb250U2V0dGluZ3MiOnsiJGlkIjoiNjA4IiwiRm9udFNpemUiOjEwLCJGb250TmFtZSI6IkNhbGlicmkiLCJJc0JvbGQiOmZhbHNlLCJJc0l0YWxpYyI6ZmFsc2UsIklzVW5kZXJsaW5lZCI6ZmFsc2UsIlBhcmVudFN0eWxlIjpudWxsfSwiQXV0b1NpemUiOjAsIkZvcmVncm91bmQiOnsiJGlkIjoiNjA5IiwiQ29sb3IiOnsiJGlkIjoiNjE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jExIiwiVG9wIjowLjAsIkxlZnQiOjAuMCwiUmlnaHQiOjAuMCwiQm90dG9tIjowLjB9LCJQYWRkaW5nIjp7IiRpZCI6IjYxMiIsIlRvcCI6MC4wLCJMZWZ0IjowLjAsIlJpZ2h0IjowLjAsIkJvdHRvbSI6MC4wfSwiQmFja2dyb3VuZCI6eyIkaWQiOiI2MTMiLCJDb2xvciI6eyIkaWQiOiI2MTQiLCJBIjo4OSwiUiI6MCwiRyI6MCwiQiI6MH19LCJJc1Zpc2libGUiOnRydWUsIldpZHRoIjowLjAsIkhlaWdodCI6MC4wLCJCb3JkZXJTdHlsZSI6eyIkaWQiOiI2MTUiLCJMaW5lQ29sb3IiOm51bGwsIkxpbmVXZWlnaHQiOjAuMCwiTGluZVR5cGUiOjAsIlBhcmVudFN0eWxlIjpudWxsfSwiUGFyZW50U3R5bGUiOm51bGx9LCJEdXJhdGlvblN0eWxlIjp7IiRpZCI6IjYxNiIsIkZvbnRTZXR0aW5ncyI6eyIkaWQiOiI2MTciLCJGb250U2l6ZSI6MTAsIkZvbnROYW1lIjoiQ2FsaWJyaSIsIklzQm9sZCI6ZmFsc2UsIklzSXRhbGljIjpmYWxzZSwiSXNVbmRlcmxpbmVkIjpmYWxzZSwiUGFyZW50U3R5bGUiOm51bGx9LCJBdXRvU2l6ZSI6MCwiRm9yZWdyb3VuZCI6eyIkaWQiOiI2MTgiLCJDb2xvciI6eyIkaWQiOiI2MT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2MjAiLCJUb3AiOjAuMCwiTGVmdCI6MC4wLCJSaWdodCI6MC4wLCJCb3R0b20iOjAuMH0sIlBhZGRpbmciOnsiJGlkIjoiNjIxIiwiVG9wIjowLjAsIkxlZnQiOjAuMCwiUmlnaHQiOjAuMCwiQm90dG9tIjowLjB9LCJCYWNrZ3JvdW5kIjp7IiRpZCI6IjYyMiIsIkNvbG9yIjp7IiRpZCI6IjYyMyIsIkEiOjg5LCJSIjowLCJHIjowLCJCIjowfX0sIklzVmlzaWJsZSI6dHJ1ZSwiV2lkdGgiOjAuMCwiSGVpZ2h0IjowLjAsIkJvcmRlclN0eWxlIjp7IiRpZCI6IjYyNCIsIkxpbmVDb2xvciI6bnVsbCwiTGluZVdlaWdodCI6MC4wLCJMaW5lVHlwZSI6MCwiUGFyZW50U3R5bGUiOm51bGx9LCJQYXJlbnRTdHlsZSI6bnVsbH0sIkhvcml6b250YWxDb25uZWN0b3JTdHlsZSI6eyIkaWQiOiI2MjUiLCJMaW5lQ29sb3IiOnsiJGlkIjoiNjI2IiwiJHR5cGUiOiJOTFJFLkNvbW1vbi5Eb20uU29saWRDb2xvckJydXNoLCBOTFJFLkNvbW1vbiIsIkNvbG9yIjp7IiRpZCI6IjYyNyIsIkEiOjI1NSwiUiI6MjA0LCJHIjoyMDQsIkIiOjIwNH19LCJMaW5lV2VpZ2h0IjoxLjAsIkxpbmVUeXBlIjowLCJQYXJlbnRTdHlsZSI6bnVsbH0sIlZlcnRpY2FsQ29ubmVjdG9yU3R5bGUiOnsiJGlkIjoiNjI4IiwiTGluZUNvbG9yIjp7IiRpZCI6IjYyOSIsIiR0eXBlIjoiTkxSRS5Db21tb24uRG9tLlNvbGlkQ29sb3JCcnVzaCwgTkxSRS5Db21tb24iLCJDb2xvciI6eyIkaWQiOiI2MzA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YzMSIsIk1hcmdpbiI6eyIkaWQiOiI2MzIiLCJUb3AiOjAuMCwiTGVmdCI6NC4wLCJSaWdodCI6NC4wLCJCb3R0b20iOjAuMH0sIlBhZGRpbmciOnsiJGlkIjoiNjMzIiwiVG9wIjowLjAsIkxlZnQiOjAuMCwiUmlnaHQiOjAuMCwiQm90dG9tIjowLjB9LCJCYWNrZ3JvdW5kIjp7IiRpZCI6IjYzNCIsIkNvbG9yIjp7IiRpZCI6IjYzNSIsIkEiOjI1NSwiUiI6MjM3LCJHIjoxMjUsIkIiOjQ5fX0sIklzVmlzaWJsZSI6dHJ1ZSwiV2lkdGgiOjAuMCwiSGVpZ2h0IjoxNi4wLCJCb3JkZXJTdHlsZSI6eyIkaWQiOiI2MzYiLCJMaW5lQ29sb3IiOnsiJGlkIjoiNjM3IiwiJHR5cGUiOiJOTFJFLkNvbW1vbi5Eb20uU29saWRDb2xvckJydXNoLCBOTFJFLkNvbW1vbiIsIkNvbG9yIjp7IiRpZCI6IjYzOCIsIkEiOjI1NSwiUiI6MjM0LCJHIjoyMiwiQiI6MzB9fSwiTGluZVdlaWdodCI6MC4wLCJMaW5lVHlwZSI6MCwiUGFyZW50U3R5bGUiOm51bGx9LCJQYXJlbnRTdHlsZSI6bnVsbH0sIlRpdGxlU3R5bGUiOnsiJGlkIjoiNjM5IiwiRm9udFNldHRpbmdzIjp7IiRpZCI6IjY0MCIsIkZvbnRTaXplIjoxMSwiRm9udE5hbWUiOiJDYWxpYnJpIiwiSXNCb2xkIjp0cnVlLCJJc0l0YWxpYyI6ZmFsc2UsIklzVW5kZXJsaW5lZCI6ZmFsc2UsIlBhcmVudFN0eWxlIjpudWxsfSwiQXV0b1NpemUiOjAsIkZvcmVncm91bmQiOnsiJGlkIjoiNjQxIiwiQ29sb3IiOnsiJGlkIjoiNjQy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Y0MyIsIlRvcCI6MC4wLCJMZWZ0IjowLjAsIlJpZ2h0IjowLjAsIkJvdHRvbSI6MC4wfSwiUGFkZGluZyI6eyIkaWQiOiI2NDQiLCJUb3AiOjAuMCwiTGVmdCI6MC4wLCJSaWdodCI6MC4wLCJCb3R0b20iOjAuMH0sIkJhY2tncm91bmQiOnsiJGlkIjoiNjQ1IiwiQ29sb3IiOnsiJGlkIjoiNjQ2IiwiQSI6ODksIlIiOjAsIkciOjAsIkIiOjB9fSwiSXNWaXNpYmxlIjp0cnVlLCJXaWR0aCI6MC4wLCJIZWlnaHQiOjAuMCwiQm9yZGVyU3R5bGUiOnsiJGlkIjoiNjQ3IiwiTGluZUNvbG9yIjpudWxsLCJMaW5lV2VpZ2h0IjowLjAsIkxpbmVUeXBlIjowLCJQYXJlbnRTdHlsZSI6bnVsbH0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Y1MiIsIlRvcCI6MC4wLCJMZWZ0IjowLjAsIlJpZ2h0IjowLjAsIkJvdHRvbSI6MC4wfSwiUGFkZGluZyI6eyIkaWQiOiI2NTMiLCJUb3AiOjAuMCwiTGVmdCI6MC4wLCJSaWdodCI6MC4wLCJCb3R0b20iOjAuMH0sIkJhY2tncm91bmQiOnsiJGlkIjoiNjU0IiwiQ29sb3IiOnsiJGlkIjoiNjU1IiwiQSI6ODksIlIiOjAsIkciOjAsIkIiOjB9fSwiSXNWaXNpYmxlIjp0cnVlLCJXaWR0aCI6MC4wLCJIZWlnaHQiOjAuMCwiQm9yZGVyU3R5bGUiOnsiJGlkIjoiNjU2IiwiTGluZUNvbG9yIjpudWxsLCJMaW5lV2VpZ2h0IjowLjAsIkxpbmVUeXBlIjowLCJQYXJlbnRTdHlsZSI6bnVsbH0sIlBhcmVudFN0eWxlIjpudWxsfSwiRGF0ZUZvcm1hdCI6eyIkaWQiOiI2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U4IiwiRm9ybWF0IjowLCJJc1Zpc2libGUiOmZhbHNlLCJMYXN0S25vd25WaXNpYmlsaXR5U3RhdGUiOmZhbHNlfSwiSXNWaXNpYmxlIjp0cnVlLCJQYXJlbnRTdHlsZSI6bnVsbCwiX2V4cGxpY2l0bHlTZXQiOnsiJGlkIjoiNjU5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Y2MCIsIlNoYXBlIjo5LCJDb25uZWN0b3JNYXJnaW4iOnsiJGlkIjoiNjYxIiwiVG9wIjowLjAsIkxlZnQiOjIuMCwiUmlnaHQiOjIuMCwiQm90dG9tIjowLjB9LCJDb25uZWN0b3JTdHlsZSI6eyIkaWQiOiI2NjIiLCJMaW5lQ29sb3IiOnsiJGlkIjoiNjYzIiwiJHR5cGUiOiJOTFJFLkNvbW1vbi5Eb20uU29saWRDb2xvckJydXNoLCBOTFJFLkNvbW1vbiIsIkNvbG9yIjp7IiRpZCI6IjY2NCIsIkEiOjEyNywiUiI6NzksIkciOjEyOSwiQiI6MTg5fX0sIkxpbmVXZWlnaHQiOjEuMCwiTGluZVR5cGUiOjAsIlBhcmVudFN0eWxlIjpudWxsfSwiSXNCZWxvd1RpbWViYW5kIjpmYWxzZSwiUG9zaXRpb25PblRhc2siOjEsIkhpZGVEYXRlIjpmYWxzZSwiU2hhcGVTaXplIjoxLCJTcGFjaW5nIjowLjAsIlBhZGRpbmciOnsiJGlkIjoiNjY1IiwiVG9wIjo1LjAsIkxlZnQiOjMuMCwiUmlnaHQiOjAuMCwiQm90dG9tIjoyLjB9LCJTaGFwZVN0eWxlIjp7IiRpZCI6IjY2NiIsIk1hcmdpbiI6eyIkaWQiOiI2NjciLCJUb3AiOjAuMCwiTGVmdCI6MC4wLCJSaWdodCI6MC4wLCJCb3R0b20iOjAuMH0sIlBhZGRpbmciOnsiJGlkIjoiNjY4IiwiVG9wIjowLjAsIkxlZnQiOjAuMCwiUmlnaHQiOjAuMCwiQm90dG9tIjowLjB9LCJCYWNrZ3JvdW5kIjp7IiRpZCI6IjY2OSIsIkNvbG9yIjp7IiRpZCI6IjY3MCIsIkEiOjI1NSwiUiI6MjM3LCJHIjoxMjUsIkIiOjQ5fX0sIklzVmlzaWJsZSI6dHJ1ZSwiV2lkdGgiOjE4LjAsIkhlaWdodCI6MjAuMCwiQm9yZGVyU3R5bGUiOnsiJGlkIjoiNjcxIiwiTGluZUNvbG9yIjp7IiRpZCI6IjY3MiIsIiR0eXBlIjoiTkxSRS5Db21tb24uRG9tLlNvbGlkQ29sb3JCcnVzaCwgTkxSRS5Db21tb24iLCJDb2xvciI6eyIkaWQiOiI2NzMiLCJBIjoyNTUsIlIiOjIzNCwiRyI6MjIsIkIiOjMwfX0sIkxpbmVXZWlnaHQiOjAuMCwiTGluZVR5cGUiOjAsIlBhcmVudFN0eWxlIjpudWxsfSwiUGFyZW50U3R5bGUiOm51bGx9LCJUaXRsZVN0eWxlIjp7IiRpZCI6IjY3NCIsIkZvbnRTZXR0aW5ncyI6eyIkaWQiOiI2NzUiLCJGb250U2l6ZSI6MTEsIkZvbnROYW1lIjoiQ2FsaWJyaSIsIklzQm9sZCI6dHJ1ZSwiSXNJdGFsaWMiOmZhbHNlLCJJc1VuZGVybGluZWQiOmZhbHNlLCJQYXJlbnRTdHlsZSI6bnVsbH0sIkF1dG9TaXplIjowLCJGb3JlZ3JvdW5kIjp7IiRpZCI6IjY3NiIsIkNvbG9yIjp7IiRpZCI6IjY3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2NzgiLCJUb3AiOjAuMCwiTGVmdCI6MC4wLCJSaWdodCI6MC4wLCJCb3R0b20iOjAuMH0sIlBhZGRpbmciOnsiJGlkIjoiNjc5IiwiVG9wIjowLjAsIkxlZnQiOjAuMCwiUmlnaHQiOjAuMCwiQm90dG9tIjowLjB9LCJCYWNrZ3JvdW5kIjp7IiRpZCI6IjY4MCIsIkNvbG9yIjp7IiRpZCI6IjY4MSIsIkEiOjg5LCJSIjowLCJHIjowLCJCIjowfX0sIklzVmlzaWJsZSI6dHJ1ZSwiV2lkdGgiOjAuMCwiSGVpZ2h0IjowLjAsIkJvcmRlclN0eWxlIjp7IiRpZCI6IjY4MiIsIkxpbmVDb2xvciI6bnVsbCwiTGluZVdlaWdodCI6MC4wLCJMaW5lVHlwZSI6MCwiUGFyZW50U3R5bGUiOm51bGx9LCJQYXJlbnRTdHlsZSI6bnVsbH0sIkRhdGVTdHlsZSI6eyIkaWQiOiI2ODMiLCJGb250U2V0dGluZ3MiOnsiJGlkIjoiNjg0IiwiRm9udFNpemUiOjEwLCJGb250TmFtZSI6IkNhbGlicmkiLCJJc0JvbGQiOmZhbHNlLCJJc0l0YWxpYyI6ZmFsc2UsIklzVW5kZXJsaW5lZCI6ZmFsc2UsIlBhcmVudFN0eWxlIjpudWxsfSwiQXV0b1NpemUiOjAsIkZvcmVncm91bmQiOnsiJGlkIjoiNjg1IiwiQ29sb3IiOnsiJGlkIjoiNjg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ODciLCJUb3AiOjAuMCwiTGVmdCI6MC4wLCJSaWdodCI6MC4wLCJCb3R0b20iOjAuMH0sIlBhZGRpbmciOnsiJGlkIjoiNjg4IiwiVG9wIjowLjAsIkxlZnQiOjAuMCwiUmlnaHQiOjAuMCwiQm90dG9tIjowLjB9LCJCYWNrZ3JvdW5kIjp7IiRpZCI6IjY4OSIsIkNvbG9yIjp7IiRpZCI6IjY5MCIsIkEiOjg5LCJSIjowLCJHIjowLCJCIjowfX0sIklzVmlzaWJsZSI6dHJ1ZSwiV2lkdGgiOjAuMCwiSGVpZ2h0IjowLjAsIkJvcmRlclN0eWxlIjp7IiRpZCI6IjY5MSIsIkxpbmVDb2xvciI6bnVsbCwiTGluZVdlaWdodCI6MC4wLCJMaW5lVHlwZSI6MCwiUGFyZW50U3R5bGUiOm51bGx9LCJQYXJlbnRTdHlsZSI6bnVsbH0sIkRhdGVGb3JtYXQiOnsiJGlkIjoiNj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5MyIsIkZvcm1hdCI6MCwiSXNWaXNpYmxlIjpmYWxzZSwiTGFzdEtub3duVmlzaWJpbGl0eVN0YXRlIjpmYWxzZX0sIklzVmlzaWJsZSI6dHJ1ZSwiUGFyZW50U3R5bGUiOm51bGx9LCJEZWZhdWx0U3dpbWxhbmVNaWxlc3RvbmVTdHlsZSI6eyIkaWQiOiI2OTQiLCJUaXRsZVBvc2l0aW9uIjoiQWJvdmUiLCJEYXRlUG9zaXRpb24iOiJMZWZ0IiwiU2hhcGVUeXBlIjoxNywiU2hhcGVTaXplIjowLCJTcGFjaW5nIjo1LCJTaGFwZVN0eWxlIjp7IiRpZCI6IjY5NSIsIk1hcmdpbiI6eyIkaWQiOiI2OTYiLCJUb3AiOjAuMCwiTGVmdCI6MC4wLCJSaWdodCI6MC4wLCJCb3R0b20iOjAuMH0sIlBhZGRpbmciOnsiJGlkIjoiNjk3IiwiVG9wIjowLjAsIkxlZnQiOjAuMCwiUmlnaHQiOjAuMCwiQm90dG9tIjowLjB9LCJCYWNrZ3JvdW5kIjp7IiRpZCI6IjY5OCIsIkNvbG9yIjp7IiRpZCI6IjY5OSIsIkEiOjI1NSwiUiI6OTEsIkciOjE1NSwiQiI6MjEzfX0sIklzVmlzaWJsZSI6dHJ1ZSwiV2lkdGgiOjE0LjAsIkhlaWdodCI6MTQuMCwiQm9yZGVyU3R5bGUiOnsiJGlkIjoiNzAwIiwiTGluZUNvbG9yIjp7IiRpZCI6IjcwMSIsIiR0eXBlIjoiTkxSRS5Db21tb24uRG9tLlNvbGlkQ29sb3JCcnVzaCwgTkxSRS5Db21tb24iLCJDb2xvciI6eyIkaWQiOiI3MDIiLCJBIjoyNTUsIlIiOjIzNCwiRyI6MjIsIkIiOjMwfX0sIkxpbmVXZWlnaHQiOjAuMCwiTGluZVR5cGUiOjAsIlBhcmVudFN0eWxlIjpudWxsfSwiUGFyZW50U3R5bGUiOm51bGx9LCJUaXRsZVN0eWxlIjp7IiRpZCI6IjcwMyIsIkZvbnRTZXR0aW5ncyI6eyIkaWQiOiI3MDQiLCJGb250U2l6ZSI6MTAsIkZvbnROYW1lIjoiTW9udHNlcnJhdCIsIklzQm9sZCI6ZmFsc2UsIklzSXRhbGljIjpmYWxzZSwiSXNVbmRlcmxpbmVkIjpmYWxzZSwiUGFyZW50U3R5bGUiOm51bGx9LCJBdXRvU2l6ZSI6MCwiRm9yZWdyb3VuZCI6eyIkaWQiOiI3MDUiLCJDb2xvciI6eyIkaWQiOiI3M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zA3IiwiVG9wIjowLjAsIkxlZnQiOjAuMCwiUmlnaHQiOjAuMCwiQm90dG9tIjowLjB9LCJQYWRkaW5nIjp7IiRpZCI6IjcwOCIsIlRvcCI6MC4wLCJMZWZ0IjowLjAsIlJpZ2h0IjowLjAsIkJvdHRvbSI6MC4wfSwiQmFja2dyb3VuZCI6eyIkaWQiOiI3MDkiLCJDb2xvciI6eyIkaWQiOiI3MTAiLCJBIjo4OSwiUiI6MCwiRyI6MCwiQiI6MH19LCJJc1Zpc2libGUiOnRydWUsIldpZHRoIjowLjAsIkhlaWdodCI6MC4wLCJCb3JkZXJTdHlsZSI6eyIkaWQiOiI3MTEiLCJMaW5lQ29sb3IiOm51bGwsIkxpbmVXZWlnaHQiOjAuMCwiTGluZVR5cGUiOjAsIlBhcmVudFN0eWxlIjpudWxsfSwiUGFyZW50U3R5bGUiOm51bGx9LCJEYXRlU3R5bGUiOnsiJGlkIjoiNzEyIiwiRm9udFNldHRpbmdzIjp7IiRpZCI6IjcxMyIsIkZvbnRTaXplIjoxMCwiRm9udE5hbWUiOiJDYWxpYnJpIiwiSXNCb2xkIjpmYWxzZSwiSXNJdGFsaWMiOmZhbHNlLCJJc1VuZGVybGluZWQiOmZhbHNlLCJQYXJlbnRTdHlsZSI6bnVsbH0sIkF1dG9TaXplIjowLCJGb3JlZ3JvdW5kIjp7IiRpZCI6IjcxNCIsIkNvbG9yIjp7IiRpZCI6Ijcx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zE2IiwiVG9wIjowLjAsIkxlZnQiOjAuMCwiUmlnaHQiOjAuMCwiQm90dG9tIjowLjB9LCJQYWRkaW5nIjp7IiRpZCI6IjcxNyIsIlRvcCI6MC4wLCJMZWZ0IjowLjAsIlJpZ2h0IjowLjAsIkJvdHRvbSI6MC4wfSwiQmFja2dyb3VuZCI6eyIkaWQiOiI3MTgiLCJDb2xvciI6eyIkaWQiOiI3MTkiLCJBIjo4OSwiUiI6MCwiRyI6MCwiQiI6MH19LCJJc1Zpc2libGUiOmZhbHNlLCJXaWR0aCI6MC4wLCJIZWlnaHQiOjAuMCwiQm9yZGVyU3R5bGUiOnsiJGlkIjoiNzIwIiwiTGluZUNvbG9yIjpudWxsLCJMaW5lV2VpZ2h0IjowLjAsIkxpbmVUeXBlIjowLCJQYXJlbnRTdHlsZSI6bnVsbH0sIlBhcmVudFN0eWxlIjpudWxsfSwiRGF0ZUZvcm1hdCI6eyIkaWQiOiI3MjE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NzIyIiwiRGF0ZVBhcnRJc1Zpc2libGUiOnRydWUsIlRpbWVQYXJ0SXNWaXNpYmxlIjpmYWxzZX19LCJXZWVrTnVtYmVyaW5nIjp7IiRpZCI6IjcyMyIsIkZvcm1hdCI6MCwiSXNWaXNpYmxlIjpmYWxzZSwiTGFzdEtub3duVmlzaWJpbGl0eVN0YXRlIjpmYWxzZX0sIklzVmlzaWJsZSI6dHJ1ZSwiUGFyZW50U3R5bGUiOm51bGx9LCJEZWZhdWx0U3dpbWxhbmVBY3Rpdml0eVN0eWxlIjp7IiRpZCI6IjcyNCIsIkhlYWRlclN0eWxlIjp7IiRpZCI6IjcyNSIsIlRleHRTdHlsZSI6eyIkaWQiOiI3MjYiLCJGb250U2V0dGluZ3MiOnsiJGlkIjoiNzI3IiwiRm9udFNpemUiOjExLCJGb250TmFtZSI6IkNhbGlicmkiLCJJc0JvbGQiOmZhbHNlLCJJc0l0YWxpYyI6ZmFsc2UsIklzVW5kZXJsaW5lZCI6ZmFsc2UsIlBhcmVudFN0eWxlIjpudWxsfSwiQXV0b1NpemUiOjIsIkZvcmVncm91bmQiOnsiJGlkIjoiNzI4IiwiQ29sb3IiOnsiJGlkIjoiNzI5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MwIiwiVG9wIjowLjAsIkxlZnQiOjAuMCwiUmlnaHQiOjAuMCwiQm90dG9tIjowLjB9LCJQYWRkaW5nIjp7IiRpZCI6IjczMSIsIlRvcCI6MC4wLCJMZWZ0IjowLjAsIlJpZ2h0IjowLjAsIkJvdHRvbSI6MC4wfSwiQmFja2dyb3VuZCI6bnVsbCwiSXNWaXNpYmxlIjp0cnVlLCJXaWR0aCI6MC4wLCJIZWlnaHQiOjAuMCwiQm9yZGVyU3R5bGUiOm51bGwsIlBhcmVudFN0eWxlIjpudWxsfSwiUmVjdGFuZ2xlU3R5bGUiOnsiJGlkIjoiNzMyIiwiTWFyZ2luIjp7IiRpZCI6IjczMyIsIlRvcCI6MC4wLCJMZWZ0IjowLjAsIlJpZ2h0IjowLjAsIkJvdHRvbSI6MC4wfSwiUGFkZGluZyI6eyIkaWQiOiI3MzQiLCJUb3AiOjAuMCwiTGVmdCI6MC4wLCJSaWdodCI6MC4wLCJCb3R0b20iOjAuMH0sIkJhY2tncm91bmQiOnsiJGlkIjoiNzM1IiwiQ29sb3IiOnsiJGlkIjoiNzM2IiwiQSI6NjMsIlIiOjIzNywiRyI6MTI1LCJCIjo0OX19LCJJc1Zpc2libGUiOnRydWUsIldpZHRoIjowLjAsIkhlaWdodCI6MC4wLCJCb3JkZXJTdHlsZSI6eyIkaWQiOiI3MzciLCJMaW5lQ29sb3IiOnsiJGlkIjoiNzM4IiwiJHR5cGUiOiJOTFJFLkNvbW1vbi5Eb20uU29saWRDb2xvckJydXNoLCBOTFJFLkNvbW1vbiIsIkNvbG9yIjp7IiRpZCI6IjczOSIsIkEiOjI1NSwiUiI6MjU1LCJHIjowLCJCIjowfX0sIkxpbmVXZWlnaHQiOjAuMCwiTGluZVR5cGUiOjAsIlBhcmVudFN0eWxlIjpudWxsfSwiUGFyZW50U3R5bGUiOm51bGx9LCJNYXJnaW4iOnsiJGlkIjoiNzQwIiwiVG9wIjowLjAsIkxlZnQiOjAuMCwiUmlnaHQiOjAuMCwiQm90dG9tIjowLjB9LCJQYWRkaW5nIjp7IiRpZCI6Ijc0MSIsIlRvcCI6MC4wLCJMZWZ0IjowLjAsIlJpZ2h0IjowLjAsIkJvdHRvbSI6MC4wfSwiQmFja2dyb3VuZCI6bnVsbCwiSXNWaXNpYmxlIjp0cnVlLCJXaWR0aCI6MC4wLCJIZWlnaHQiOjAuMCwiQm9yZGVyU3R5bGUiOm51bGwsIlBhcmVudFN0eWxlIjpudWxsfSwiQmFja2dyb3VuZFN0eWxlIjp7IiRpZCI6Ijc0MiIsIk1hcmdpbiI6eyIkaWQiOiI3NDMiLCJUb3AiOjAuMCwiTGVmdCI6MC4wLCJSaWdodCI6MC4wLCJCb3R0b20iOjAuMH0sIlBhZGRpbmciOnsiJGlkIjoiNzQ0IiwiVG9wIjowLjAsIkxlZnQiOjAuMCwiUmlnaHQiOjAuMCwiQm90dG9tIjowLjB9LCJCYWNrZ3JvdW5kIjp7IiRyZWYiOiI2MDEifSwiSXNWaXNpYmxlIjp0cnVlLCJXaWR0aCI6MC4wLCJIZWlnaHQiOjAuMCwiQm9yZGVyU3R5bGUiOnsiJGlkIjoiNzQ1IiwiTGluZUNvbG9yIjp7IiRpZCI6Ijc0NiIsIiR0eXBlIjoiTkxSRS5Db21tb24uRG9tLlNvbGlkQ29sb3JCcnVzaCwgTkxSRS5Db21tb24iLCJDb2xvciI6eyIkaWQiOiI3NDciLCJBIjoyNTUsIlIiOjIzNCwiRyI6MjIsIkIiOjMwfX0sIkxpbmVXZWlnaHQiOjAuMCwiTGluZVR5cGUiOjAsIlBhcmVudFN0eWxlIjpudWxsfSwiUGFyZW50U3R5bGUiOm51bGx9LCJNYXJnaW4iOnsiJGlkIjoiNzQ4IiwiVG9wIjowLjAsIkxlZnQiOjAuMCwiUmlnaHQiOjAuMCwiQm90dG9tIjowLjB9LCJQYWRkaW5nIjp7IiRpZCI6Ijc0OSIsIlRvcCI6MC4wLCJMZWZ0IjowLjAsIlJpZ2h0IjowLjAsIkJvdHRvbSI6MC4wfSwiSXNWaXNpYmxlIjp0cnVlLCJXaWR0aCI6MC4wLCJIZWlnaHQiOjAuMCwiQm9yZGVyU3R5bGUiOnsiJGlkIjoiNzUwIiwiTGluZUNvbG9yIjpudWxsLCJMaW5lV2VpZ2h0IjowLjAsIkxpbmVUeXBlIjowLCJQYXJlbnRTdHlsZSI6bnVsbH0sIlBhcmVudFN0eWxlIjpudWxsfSwiTWFyZ2luIjp7IiRpZCI6Ijc1MSIsIlRvcCI6MC4wLCJMZWZ0IjowLjAsIlJpZ2h0IjowLjAsIkJvdHRvbSI6MC4wfSwiUGFkZGluZyI6eyIkaWQiOiI3NTIiLCJUb3AiOjAuMCwiTGVmdCI6MC4wLCJSaWdodCI6MC4wLCJCb3R0b20iOjAuMH0sIklzVmlzaWJsZSI6ZmFsc2UsIldpZHRoIjowLjAsIkhlaWdodCI6MC4wLCJCb3JkZXJTdHlsZSI6eyIkaWQiOiI3NTMiLCJMaW5lQ29sb3IiOm51bGwsIkxpbmVXZWlnaHQiOjAuMCwiTGluZVR5cGUiOjAsIlBhcmVudFN0eWxlIjpudWxsfSwiUGFyZW50U3R5bGUiOm51bGx9fV0sIkN1bHR1cmVJbmZvTmFtZSI6ImVuLVVTIiwiU3R5bGVOYW1lIjpudWxsLCJWZXJzaW9uIjp7IiRpZCI6Ijc1NCIsIlZlcnNpb24iOiI0LjIuMCIsIk9yaWdpbmFsQXNzZW1ibHlWZXJzaW9uIjoiNy4wMy4wMy4wMCIsIkVkaXRpb24iOm51bGwsIkxhc3RTYXZlZEVkaXRpb24iOjIsIklzUGx1c0VkaXRpb24iOmZhbHNlLCJJc1Byb0VkaXRpb24iOmZhbHNlfSwiRWZmZWN0IjowLCJTdHlsZSI6eyIkaWQiOiI3NTUiLCJEZWZhdWx0RGVwZW5kZW5jeVN0eWxlIjp7IiRpZCI6Ijc1NiIsIkxpbmVTdHlsZSI6eyIkaWQiOiI3NTciLCJMaW5lQ29sb3IiOnsiJGlkIjoiNzU4IiwiJHR5cGUiOiJOTFJFLkNvbW1vbi5Eb20uU29saWRDb2xvckJydXNoLCBOTFJFLkNvbW1vbiIsIkNvbG9yIjp7IiRpZCI6Ijc1OSIsIkEiOjI1NSwiUiI6MCwiRyI6MCwiQiI6MH19LCJMaW5lV2VpZ2h0IjoxLjAsIkxpbmVUeXBlIjowLCJQYXJlbnRTdHlsZSI6bnVsbH0sIkVuZEFycm93aGVhZExpbmVTdHlsZSI6eyIkaWQiOiI3NjAiLCJLaW5kIjoxLCJXaWR0aCI6MSwiTGVuZ3RoIjowLCJQYXJlbnRTdHlsZSI6bnVsbH0sIkJyaW5nVG9Gcm9udCI6dHJ1ZSwiRWxib3dSYWRpdXMiOjAuMCwiTWFyZ2luIjp7IiRpZCI6Ijc2MSIsIlRvcCI6MC4wLCJMZWZ0IjowLjAsIlJpZ2h0IjowLjAsIkJvdHRvbSI6MC4wfSwiUGFkZGluZyI6eyIkaWQiOiI3NjIiLCJUb3AiOjAuMCwiTGVmdCI6MC4wLCJSaWdodCI6MC4wLCJCb3R0b20iOjAuMH0sIkJhY2tncm91bmQiOm51bGwsIklzVmlzaWJsZSI6dHJ1ZSwiV2lkdGgiOjAuMCwiSGVpZ2h0IjowLjAsIkJvcmRlclN0eWxlIjpudWxsLCJQYXJlbnRTdHlsZSI6bnVsbH0sIkNyaXRpY2FsUGF0aFN0eWxlIjp7IiRpZCI6Ijc2MyIsIkNyaXRpY2FsUGF0aFN0eWxlT3B0aW9ucyI6MTUsIkxpbmVTdHlsZSI6eyIkaWQiOiI3NjQiLCJMaW5lQ29sb3IiOnsiJGlkIjoiNzY1IiwiJHR5cGUiOiJOTFJFLkNvbW1vbi5Eb20uU29saWRDb2xvckJydXNoLCBOTFJFLkNvbW1vbiIsIkNvbG9yIjp7IiRpZCI6Ijc2NiIsIkEiOjI1NSwiUiI6MjIyLCJHIjo1MCwiQiI6NTB9fSwiTGluZVdlaWdodCI6MS4wLCJMaW5lVHlwZSI6MCwiUGFyZW50U3R5bGUiOm51bGx9LCJUaXRsZUZvcmVncm91bmQiOnsiJGlkIjoiNzY3IiwiQ29sb3IiOnsiJGlkIjoiNzY4IiwiQSI6MjU1LCJSIjoxNzYsIkciOjE5LCJCIjoyNX19LCJTaGFwZXNCYWNrZ3JvdW5kIjp7IiRpZCI6Ijc2OSIsIkNvbG9yIjp7IiRpZCI6Ijc3MCIsIkEiOjI1NSwiUiI6MjUzLCJHIjoyMDMsIkIiOjIwOH19LCJTaGFwZXNCb3JkZXJTdHlsZSI6eyIkaWQiOiI3NzEiLCJMaW5lQ29sb3IiOnsiJGlkIjoiNzcyIiwiJHR5cGUiOiJOTFJFLkNvbW1vbi5Eb20uU29saWRDb2xvckJydXNoLCBOTFJFLkNvbW1vbiIsIkNvbG9yIjp7IiRpZCI6Ijc3MyIsIkEiOjI1NSwiUiI6MjIyLCJHIjo1MCwiQiI6NTB9fSwiTGluZVdlaWdodCI6MS41LCJMaW5lVHlwZSI6MCwiUGFyZW50U3R5bGUiOm51bGx9LCJNYXJnaW4iOnsiJGlkIjoiNzc0IiwiVG9wIjowLjAsIkxlZnQiOjAuMCwiUmlnaHQiOjAuMCwiQm90dG9tIjowLjB9LCJQYWRkaW5nIjp7IiRpZCI6Ijc3NSIsIlRvcCI6MC4wLCJMZWZ0IjowLjAsIlJpZ2h0IjowLjAsIkJvdHRvbSI6MC4wfSwiQmFja2dyb3VuZCI6bnVsbCwiSXNWaXNpYmxlIjpmYWxzZSwiV2lkdGgiOjAuMCwiSGVpZ2h0IjowLjAsIkJvcmRlclN0eWxlIjpudWxsLCJQYXJlbnRTdHlsZSI6bnVsbH0sIlBhbmVsc1NwYWNpbmdEZWZpbml0aW9uIjp7IiRpZCI6Ijc3NiIsIlNwYWNpbmdBYm92ZVRpbWViYW5kIjo1LCJTcGFjaW5nQmVsb3dUaW1lYmFuZCI6NSwiU3BhY2luZ0Fib3ZlQmV0d2VlblN3aW1sYW5lc0FuZFRhc2tzIjo1LCJTcGFjaW5nQmVsb3dCZXR3ZWVuU3dpbWxhbmVzQW5kVGFza3MiOjV9LCJUaW1lYmFuZFN0eWxlIjp7IiRpZCI6Ijc3NyIsIlNjYWxlTWFya2luZyI6MCwiU2hhcGUiOjAsIlNoYXBlU3R5bGUiOnsiJGlkIjoiNzc4IiwiTWFyZ2luIjp7IiRpZCI6Ijc3OSIsIlRvcCI6MC4wLCJMZWZ0IjoxMC4wLCJSaWdodCI6MTAuMCwiQm90dG9tIjowLjB9LCJQYWRkaW5nIjp7IiRpZCI6Ijc4MCIsIlRvcCI6MC4wLCJMZWZ0IjoxMy4wLCJSaWdodCI6MTMuMCwiQm90dG9tIjowLjB9LCJCYWNrZ3JvdW5kIjp7IiRpZCI6Ijc4MSIsIkNvbG9yIjp7IiRpZCI6Ijc4MiIsIkEiOjI1NSwiUiI6NjgsIkciOjg0LCJCIjoxMDZ9fSwiSXNWaXNpYmxlIjp0cnVlLCJXaWR0aCI6ODU4LjAsIkhlaWdodCI6MzAuMCwiQm9yZGVyU3R5bGUiOnsiJGlkIjoiNzgzIiwiTGluZUNvbG9yIjp7IiRpZCI6Ijc4NCIsIiR0eXBlIjoiTkxSRS5Db21tb24uRG9tLlNvbGlkQ29sb3JCcnVzaCwgTkxSRS5Db21tb24iLCJDb2xvciI6eyIkaWQiOiI3ODUiLCJBIjoyNTUsIlIiOjI1NSwiRyI6MCwiQiI6MH19LCJMaW5lV2VpZ2h0IjowLjAsIkxpbmVUeXBlIjowLCJQYXJlbnRTdHlsZSI6bnVsbH0sIlBhcmVudFN0eWxlIjpudWxsfSwiTWlkZGxlVGllclNoYXBlU3R5bGUiOnsiJGlkIjoiNzg2IiwiTWFyZ2luIjp7IiRpZCI6Ijc4NyIsIlRvcCI6MC4wLCJMZWZ0IjoxMC4wLCJSaWdodCI6MTAuMCwiQm90dG9tIjowLjB9LCJQYWRkaW5nIjp7IiRpZCI6Ijc4OCIsIlRvcCI6MC4wLCJMZWZ0IjoxMy4wLCJSaWdodCI6MTMuMCwiQm90dG9tIjowLjB9LCJCYWNrZ3JvdW5kIjp7IiRpZCI6Ijc4OSIsIkNvbG9yIjp7IiRpZCI6Ijc5MCIsIkEiOjI1NSwiUiI6NjgsIkciOjg0LCJCIjoxMDZ9fSwiSXNWaXNpYmxlIjp0cnVlLCJXaWR0aCI6ODU4LjAsIkhlaWdodCI6MzAuMCwiQm9yZGVyU3R5bGUiOnsiJGlkIjoiNzkxIiwiTGluZUNvbG9yIjp7IiRpZCI6Ijc5MiIsIiR0eXBlIjoiTkxSRS5Db21tb24uRG9tLlNvbGlkQ29sb3JCcnVzaCwgTkxSRS5Db21tb24iLCJDb2xvciI6eyIkaWQiOiI3OTMiLCJBIjoyNTUsIlIiOjI1NSwiRyI6MCwiQiI6MH19LCJMaW5lV2VpZ2h0IjowLjAsIkxpbmVUeXBlIjowLCJQYXJlbnRTdHlsZSI6bnVsbH0sIlBhcmVudFN0eWxlIjpudWxsfSwiQm90dG9tVGllclNoYXBlU3R5bGUiOnsiJGlkIjoiNzk0IiwiTWFyZ2luIjp7IiRpZCI6Ijc5NSIsIlRvcCI6MC4wLCJMZWZ0IjoxMC4wLCJSaWdodCI6MTAuMCwiQm90dG9tIjowLjB9LCJQYWRkaW5nIjp7IiRpZCI6Ijc5NiIsIlRvcCI6MC4wLCJMZWZ0IjoxMy4wLCJSaWdodCI6MTMuMCwiQm90dG9tIjowLjB9LCJCYWNrZ3JvdW5kIjp7IiRpZCI6Ijc5NyIsIkNvbG9yIjp7IiRpZCI6Ijc5OCIsIkEiOjI1NSwiUiI6NjgsIkciOjg0LCJCIjoxMDZ9fSwiSXNWaXNpYmxlIjp0cnVlLCJXaWR0aCI6ODU4LjAsIkhlaWdodCI6MzAuMCwiQm9yZGVyU3R5bGUiOnsiJGlkIjoiNzk5IiwiTGluZUNvbG9yIjp7IiRpZCI6IjgwMCIsIiR0eXBlIjoiTkxSRS5Db21tb24uRG9tLlNvbGlkQ29sb3JCcnVzaCwgTkxSRS5Db21tb24iLCJDb2xvciI6eyIkaWQiOiI4MDEiLCJBIjoyNTUsIlIiOjI1NSwiRyI6MCwiQiI6MH19LCJMaW5lV2VpZ2h0IjowLjAsIkxpbmVUeXBlIjowLCJQYXJlbnRTdHlsZSI6bnVsbH0sIlBhcmVudFN0eWxlIjpudWxsfSwiUmlnaHRFbmRDYXBzU3R5bGUiOnsiJGlkIjoiODAyIiwiRm9udFNldHRpbmdzIjp7IiRpZCI6IjgwMyIsIkZvbnRTaXplIjoxOCwiRm9udE5hbWUiOiJDYWxpYnJpIiwiSXNCb2xkIjp0cnVlLCJJc0l0YWxpYyI6ZmFsc2UsIklzVW5kZXJsaW5lZCI6ZmFsc2UsIlBhcmVudFN0eWxlIjpudWxsfSwiQXV0b1NpemUiOjAsIkZvcmVncm91bmQiOnsiJGlkIjoiODA0IiwiQ29sb3IiOnsiJGlkIjoiODA1IiwiQSI6MjU1LCJSIjoxMjEsIkciOjE2OCwiQiI6MTY0fX0sIk1heFdpZHRoIjoiSW5maW5pdHkiLCJNYXhIZWlnaHQiOiJJbmZpbml0eSIsIlNtYXJ0Rm9yZWdyb3VuZElzQWN0aXZlIjpmYWxzZSwiSG9yaXpvbnRhbEFsaWdubWVudCI6MCwiVmVydGljYWxBbGlnbm1lbnQiOjAsIlNtYXJ0Rm9yZWdyb3VuZCI6bnVsbCwiQmFja2dyb3VuZEZpbGxUeXBlIjowLCJNYXJnaW4iOnsiJGlkIjoiODA2IiwiVG9wIjowLjAsIkxlZnQiOjAuMCwiUmlnaHQiOjIwLjAsIkJvdHRvbSI6MC4wfSwiUGFkZGluZyI6eyIkaWQiOiI4MDciLCJUb3AiOjAuMCwiTGVmdCI6MC4wLCJSaWdodCI6MC4wLCJCb3R0b20iOjAuMH0sIkJhY2tncm91bmQiOnsiJGlkIjoiODA4IiwiQ29sb3IiOnsiJGlkIjoiODA5IiwiQSI6ODksIlIiOjAsIkciOjAsIkIiOjB9fSwiSXNWaXNpYmxlIjpmYWxzZSwiV2lkdGgiOjAuMCwiSGVpZ2h0IjowLjAsIkJvcmRlclN0eWxlIjpudWxsLCJQYXJlbnRTdHlsZSI6bnVsbH0sIkxlZnRFbmRDYXBzU3R5bGUiOnsiJGlkIjoiODEwIiwiRm9udFNldHRpbmdzIjp7IiRpZCI6IjgxMSIsIkZvbnRTaXplIjozMiwiRm9udE5hbWUiOiJDYWxpYnJpIiwiSXNCb2xkIjp0cnVlLCJJc0l0YWxpYyI6ZmFsc2UsIklzVW5kZXJsaW5lZCI6ZmFsc2UsIlBhcmVudFN0eWxlIjpudWxsfSwiQXV0b1NpemUiOjAsIkZvcmVncm91bmQiOnsiJGlkIjoiODEyIiwiQ29sb3IiOnsiJGlkIjoiODEzIiwiQSI6MjU1LCJSIjoxMjEsIkciOjE2OCwiQiI6MTY0fX0sIk1heFdpZHRoIjoiSW5maW5pdHkiLCJNYXhIZWlnaHQiOiJJbmZpbml0eSIsIlNtYXJ0Rm9yZWdyb3VuZElzQWN0aXZlIjpmYWxzZSwiSG9yaXpvbnRhbEFsaWdubWVudCI6MCwiVmVydGljYWxBbGlnbm1lbnQiOjAsIlNtYXJ0Rm9yZWdyb3VuZCI6bnVsbCwiQmFja2dyb3VuZEZpbGxUeXBlIjowLCJNYXJnaW4iOnsiJGlkIjoiODE0IiwiVG9wIjowLjAsIkxlZnQiOjIwLjAsIlJpZ2h0IjowLjAsIkJvdHRvbSI6MC4wfSwiUGFkZGluZyI6eyIkaWQiOiI4MTUiLCJUb3AiOjAuMCwiTGVmdCI6MC4wLCJSaWdodCI6MC4wLCJCb3R0b20iOjAuMH0sIkJhY2tncm91bmQiOnsiJGlkIjoiODE2IiwiQ29sb3IiOnsiJGlkIjoiODE3IiwiQSI6ODksIlIiOjAsIkciOjAsIkIiOjB9fSwiSXNWaXNpYmxlIjpmYWxzZSwiV2lkdGgiOjAuMCwiSGVpZ2h0IjowLjAsIkJvcmRlclN0eWxlIjpudWxsLCJQYXJlbnRTdHlsZSI6bnVsbH0sIlRvZGF5VGV4dFN0eWxlIjp7IiRpZCI6IjgxOCIsIkZvbnRTZXR0aW5ncyI6eyIkaWQiOiI4MTkiLCJGb250U2l6ZSI6MTIsIkZvbnROYW1lIjoiQ2FsaWJyaSIsIklzQm9sZCI6ZmFsc2UsIklzSXRhbGljIjpmYWxzZSwiSXNVbmRlcmxpbmVkIjpmYWxzZSwiUGFyZW50U3R5bGUiOm51bGx9LCJBdXRvU2l6ZSI6MCwiRm9yZWdyb3VuZCI6eyIkaWQiOiI4MjAiLCJDb2xvciI6eyIkaWQiOiI4Mj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ODIyIiwiVG9wIjowLjAsIkxlZnQiOjAuMCwiUmlnaHQiOjAuMCwiQm90dG9tIjowLjB9LCJQYWRkaW5nIjp7IiRpZCI6IjgyMyIsIlRvcCI6MC4wLCJMZWZ0IjowLjAsIlJpZ2h0IjowLjAsIkJvdHRvbSI6MC4wfSwiQmFja2dyb3VuZCI6eyIkaWQiOiI4MjQiLCJDb2xvciI6eyIkaWQiOiI4MjUiLCJBIjo4OSwiUiI6MCwiRyI6MCwiQiI6MH19LCJJc1Zpc2libGUiOnRydWUsIldpZHRoIjowLjAsIkhlaWdodCI6MC4wLCJCb3JkZXJTdHlsZSI6bnVsbCwiUGFyZW50U3R5bGUiOm51bGx9LCJUb2RheU1hcmtlclN0eWxlIjp7IiRpZCI6IjgyNiIsIk1hcmdpbiI6eyIkaWQiOiI4MjciLCJUb3AiOjAuMCwiTGVmdCI6MC4wLCJSaWdodCI6MC4wLCJCb3R0b20iOjAuMH0sIlBhZGRpbmciOnsiJGlkIjoiODI4IiwiVG9wIjowLjAsIkxlZnQiOjAuMCwiUmlnaHQiOjAuMCwiQm90dG9tIjowLjB9LCJCYWNrZ3JvdW5kIjp7IiRpZCI6IjgyOSIsIkNvbG9yIjp7IiRpZCI6IjgzMCIsIkEiOjI1NSwiUiI6MjU1LCJHIjowLCJCIjowfX0sIklzVmlzaWJsZSI6dHJ1ZSwiV2lkdGgiOjAuMCwiSGVpZ2h0IjowLjAsIkJvcmRlclN0eWxlIjpudWxsLCJQYXJlbnRTdHlsZSI6bnVsbH0sIlNjYWxlU3R5bGUiOnsiJGlkIjoiODMxIiwiU2hhcGUiOjUsIlNob3dTZWdtZW50U2VwYXJhdG9ycyI6dHJ1ZSwiU2VnbWVudFNlcGFyYXRvck9wYWNpdHkiOjMwLCJIYXNCZWVuVmlzaWJsZUJlZm9yZSI6dHJ1ZSwiRm9udFNldHRpbmdzIjp7IiRpZCI6IjgzMiIsIkZvbnRTaXplIjoxOCwiRm9udE5hbWUiOiJDYWxpYnJpIiwiSXNCb2xkIjpmYWxzZSwiSXNJdGFsaWMiOmZhbHNlLCJJc1VuZGVybGluZWQiOmZhbHNlLCJQYXJlbnRTdHlsZSI6bnVsbH0sIkF1dG9TaXplIjowLCJGb3JlZ3JvdW5kIjp7IiRpZCI6IjgzMyIsIkNvbG9yIjp7IiRpZCI6IjgzN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4MzUiLCJUb3AiOjAuMCwiTGVmdCI6NC4wLCJSaWdodCI6NC4wLCJCb3R0b20iOjAuMH0sIlBhZGRpbmciOnsiJGlkIjoiODM2IiwiVG9wIjowLjAsIkxlZnQiOjAuMCwiUmlnaHQiOjAuMCwiQm90dG9tIjowLjB9LCJCYWNrZ3JvdW5kIjp7IiRpZCI6IjgzNyIsIkNvbG9yIjp7IiRpZCI6IjgzOCIsIkEiOjg5LCJSIjowLCJHIjowLCJCIjowfX0sIklzVmlzaWJsZSI6dHJ1ZSwiV2lkdGgiOjAuMCwiSGVpZ2h0IjowLjAsIkJvcmRlclN0eWxlIjpudWxsLCJQYXJlbnRTdHlsZSI6bnVsbH0sIlNpbmdsZVNjYWxlU2hhcGVTdHlsZSI6eyIkaWQiOiI4MzkiLCJTaGFwZSI6MCwiSGVpZ2h0IjowLjB9LCJNaWRkbGVUaWVyU2NhbGVTdHlsZSI6eyIkaWQiOiI4NDAiLCJTaGFwZSI6NSwiU2hvd1NlZ21lbnRTZXBhcmF0b3JzIjp0cnVlLCJTZWdtZW50U2VwYXJhdG9yT3BhY2l0eSI6MzAsIkhhc0JlZW5WaXNpYmxlQmVmb3JlIjpmYWxzZSwiRm9udFNldHRpbmdzIjp7IiRpZCI6Ijg0MSIsIkZvbnRTaXplIjoxOCwiRm9udE5hbWUiOiJDYWxpYnJpIiwiSXNCb2xkIjpmYWxzZSwiSXNJdGFsaWMiOmZhbHNlLCJJc1VuZGVybGluZWQiOmZhbHNlLCJQYXJlbnRTdHlsZSI6bnVsbH0sIkF1dG9TaXplIjowLCJGb3JlZ3JvdW5kIjp7IiRpZCI6Ijg0MiIsIkNvbG9yIjp7IiRpZCI6Ijg0M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4NDQiLCJUb3AiOjAuMCwiTGVmdCI6NC4wLCJSaWdodCI6NC4wLCJCb3R0b20iOjAuMH0sIlBhZGRpbmciOnsiJGlkIjoiODQ1IiwiVG9wIjowLjAsIkxlZnQiOjAuMCwiUmlnaHQiOjAuMCwiQm90dG9tIjowLjB9LCJCYWNrZ3JvdW5kIjp7IiRpZCI6Ijg0NiIsIkNvbG9yIjp7IiRpZCI6Ijg0NyIsIkEiOjg5LCJSIjowLCJHIjowLCJCIjowfX0sIklzVmlzaWJsZSI6ZmFsc2UsIldpZHRoIjowLjAsIkhlaWdodCI6MC4wLCJCb3JkZXJTdHlsZSI6bnVsbCwiUGFyZW50U3R5bGUiOm51bGx9LCJCb3R0b21UaWVyU2NhbGVTdHlsZSI6eyIkaWQiOiI4NDgiLCJTaGFwZSI6NSwiU2hvd1NlZ21lbnRTZXBhcmF0b3JzIjp0cnVlLCJTZWdtZW50U2VwYXJhdG9yT3BhY2l0eSI6MzAsIkhhc0JlZW5WaXNpYmxlQmVmb3JlIjpmYWxzZSwiRm9udFNldHRpbmdzIjp7IiRpZCI6Ijg0OSIsIkZvbnRTaXplIjoxOCwiRm9udE5hbWUiOiJDYWxpYnJpIiwiSXNCb2xkIjpmYWxzZSwiSXNJdGFsaWMiOmZhbHNlLCJJc1VuZGVybGluZWQiOmZhbHNlLCJQYXJlbnRTdHlsZSI6bnVsbH0sIkF1dG9TaXplIjowLCJGb3JlZ3JvdW5kIjp7IiRpZCI6Ijg1MCIsIkNvbG9yIjp7IiRpZCI6Ijg1M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4NTIiLCJUb3AiOjAuMCwiTGVmdCI6NC4wLCJSaWdodCI6NC4wLCJCb3R0b20iOjAuMH0sIlBhZGRpbmciOnsiJGlkIjoiODUzIiwiVG9wIjowLjAsIkxlZnQiOjAuMCwiUmlnaHQiOjAuMCwiQm90dG9tIjowLjB9LCJCYWNrZ3JvdW5kIjp7IiRpZCI6Ijg1NCIsIkNvbG9yIjp7IiRpZCI6Ijg1NSIsIkEiOjg5LCJSIjowLCJHIjowLCJCIjowfX0sIklzVmlzaWJsZSI6ZmFsc2UsIldpZHRoIjowLjAsIkhlaWdodCI6MC4wLCJCb3JkZXJTdHlsZSI6bnVsbCwiUGFyZW50U3R5bGUiOm51bGx9LCJFbGFwc2VkVGltZUJhY2tncm91bmQiOnsiJGlkIjoiODU2IiwiQ29sb3IiOnsiJGlkIjoiODU3IiwiQSI6NzcsIlIiOjI1NSwiRyI6MCwiQiI6MH19LCJBcHBlbmRZZWFyT25ZZWFyQ2hhbmdlIjp0cnVlLCJFbGFwc2VkVGltZUZvcm1hdCI6MCwiVG9kYXlNYXJrZXJQb3NpdGlvbiI6MCwiUXVpY2tQb3NpdGlvbiI6MywiQWJzb2x1dGVQb3NpdGlvbiI6NzUuMjkyNjgsIk1hcmdpbiI6eyIkaWQiOiI4NTgiLCJUb3AiOjAuMCwiTGVmdCI6MTAuMCwiUmlnaHQiOjEwLjAsIkJvdHRvbSI6MC4wfSwiUGFkZGluZyI6eyIkaWQiOiI4NTkiLCJUb3AiOjAuMCwiTGVmdCI6MC4wLCJSaWdodCI6MC4wLCJCb3R0b20iOjAuMH0sIkJhY2tncm91bmQiOnsiJGlkIjoiODYwIiwiQ29sb3IiOnsiJGlkIjoiODYxIiwiQSI6MjU1LCJSIjo0NywiRyI6NTQsIkIiOjE1M319LCJJc1Zpc2libGUiOnRydWUsIldpZHRoIjowLjAsIkhlaWdodCI6MC4wLCJCb3JkZXJTdHlsZSI6bnVsbCwiUGFyZW50U3R5bGUiOm51bGx9LCJEZWZhdWx0TWlsZXN0b25lU3R5bGUiOnsiJGlkIjoiODYyIiwiU2hhcGUiOjksIkNvbm5lY3Rvck1hcmdpbiI6eyIkaWQiOiI4NjMiLCJUb3AiOjAuMCwiTGVmdCI6Mi4wLCJSaWdodCI6Mi4wLCJCb3R0b20iOjAuMH0sIkNvbm5lY3RvclN0eWxlIjp7IiRpZCI6Ijg2NCIsIkxpbmVDb2xvciI6eyIkaWQiOiI4NjUiLCIkdHlwZSI6Ik5MUkUuQ29tbW9uLkRvbS5Tb2xpZENvbG9yQnJ1c2gsIE5MUkUuQ29tbW9uIiwiQ29sb3IiOnsiJGlkIjoiODY2IiwiQSI6MTI3LCJSIjo3OSwiRyI6MTI5LCJCIjoxODl9fSwiTGluZVdlaWdodCI6MS4wLCJMaW5lVHlwZSI6MCwiUGFyZW50U3R5bGUiOm51bGx9LCJJc0JlbG93VGltZWJhbmQiOmZhbHNlLCJQb3NpdGlvbk9uVGFzayI6MCwiSGlkZURhdGUiOmZhbHNlLCJTaGFwZVNpemUiOjEsIlNwYWNpbmciOjAuMCwiUGFkZGluZyI6eyIkaWQiOiI4NjciLCJUb3AiOjUuMCwiTGVmdCI6My4wLCJSaWdodCI6MC4wLCJCb3R0b20iOjIuMH0sIlNoYXBlU3R5bGUiOnsiJGlkIjoiODY4IiwiTWFyZ2luIjp7IiRpZCI6Ijg2OSIsIlRvcCI6MC4wLCJMZWZ0IjowLjAsIlJpZ2h0IjowLjAsIkJvdHRvbSI6MC4wfSwiUGFkZGluZyI6eyIkaWQiOiI4NzAiLCJUb3AiOjAuMCwiTGVmdCI6MC4wLCJSaWdodCI6MC4wLCJCb3R0b20iOjAuMH0sIkJhY2tncm91bmQiOnsiJGlkIjoiODcxIiwiQ29sb3IiOnsiJGlkIjoiODcyIiwiQSI6MjU1LCJSIjoyLCJHIjoxNzgsIkIiOjIzOH19LCJJc1Zpc2libGUiOnRydWUsIldpZHRoIjoxOC4wLCJIZWlnaHQiOjIwLjAsIkJvcmRlclN0eWxlIjp7IiRpZCI6Ijg3MyIsIkxpbmVDb2xvciI6eyIkaWQiOiI4NzQiLCIkdHlwZSI6Ik5MUkUuQ29tbW9uLkRvbS5Tb2xpZENvbG9yQnJ1c2gsIE5MUkUuQ29tbW9uIiwiQ29sb3IiOnsiJGlkIjoiODc1IiwiQSI6MjU1LCJSIjoyMzQsIkciOjIyLCJCIjozMH19LCJMaW5lV2VpZ2h0IjowLjAsIkxpbmVUeXBlIjowLCJQYXJlbnRTdHlsZSI6bnVsbH0sIlBhcmVudFN0eWxlIjpudWxsfSwiVGl0bGVTdHlsZSI6eyIkaWQiOiI4NzYiLCJGb250U2V0dGluZ3MiOnsiJGlkIjoiODc3IiwiRm9udFNpemUiOjExLCJGb250TmFtZSI6IkNhbGlicmkiLCJJc0JvbGQiOnRydWUsIklzSXRhbGljIjpmYWxzZSwiSXNVbmRlcmxpbmVkIjpmYWxzZSwiUGFyZW50U3R5bGUiOm51bGx9LCJBdXRvU2l6ZSI6MCwiRm9yZWdyb3VuZCI6eyIkaWQiOiI4NzgiLCJDb2xvciI6eyIkaWQiOiI4Nzk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ODgwIiwiVG9wIjowLjAsIkxlZnQiOjAuMCwiUmlnaHQiOjAuMCwiQm90dG9tIjowLjB9LCJQYWRkaW5nIjp7IiRpZCI6Ijg4MSIsIlRvcCI6MC4wLCJMZWZ0IjowLjAsIlJpZ2h0IjowLjAsIkJvdHRvbSI6MC4wfSwiQmFja2dyb3VuZCI6eyIkaWQiOiI4ODIiLCJDb2xvciI6eyIkaWQiOiI4ODMiLCJBIjo4OSwiUiI6MCwiRyI6MCwiQiI6MH19LCJJc1Zpc2libGUiOnRydWUsIldpZHRoIjowLjAsIkhlaWdodCI6MC4wLCJCb3JkZXJTdHlsZSI6bnVsbCwiUGFyZW50U3R5bGUiOm51bGx9LCJEYXRlU3R5bGUiOnsiJGlkIjoiODg0IiwiRm9udFNldHRpbmdzIjp7IiRpZCI6Ijg4NSIsIkZvbnRTaXplIjoxMCwiRm9udE5hbWUiOiJDYWxpYnJpIiwiSXNCb2xkIjpmYWxzZSwiSXNJdGFsaWMiOmZhbHNlLCJJc1VuZGVybGluZWQiOmZhbHNlLCJQYXJlbnRTdHlsZSI6bnVsbH0sIkF1dG9TaXplIjowLCJGb3JlZ3JvdW5kIjp7IiRpZCI6Ijg4NiIsIkNvbG9yIjp7IiRpZCI6Ijg4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g4IiwiVG9wIjowLjAsIkxlZnQiOjAuMCwiUmlnaHQiOjAuMCwiQm90dG9tIjowLjB9LCJQYWRkaW5nIjp7IiRpZCI6Ijg4OSIsIlRvcCI6MC4wLCJMZWZ0IjowLjAsIlJpZ2h0IjowLjAsIkJvdHRvbSI6MC4wfSwiQmFja2dyb3VuZCI6eyIkaWQiOiI4OTAiLCJDb2xvciI6eyIkaWQiOiI4OTEiLCJBIjo4OSwiUiI6MCwiRyI6MCwiQiI6MH19LCJJc1Zpc2libGUiOnRydWUsIldpZHRoIjowLjAsIkhlaWdodCI6MC4wLCJCb3JkZXJTdHlsZSI6bnVsbCwiUGFyZW50U3R5bGUiOm51bGx9LCJEYXRlRm9ybWF0Ijp7IiRpZCI6Ijg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OTMiLCJGb3JtYXQiOjAsIklzVmlzaWJsZSI6ZmFsc2UsIkxhc3RLbm93blZpc2liaWxpdHlTdGF0ZSI6ZmFsc2V9LCJJc1Zpc2libGUiOnRydWUsIlBhcmVudFN0eWxlIjpudWxsfSwiRGVmYXVsdE1vdFN0eWxlIjp7IiRpZCI6Ijg5NCIsIlNoYXBlIjo5LCJDb25uZWN0b3JNYXJnaW4iOnsiJGlkIjoiODk1IiwiVG9wIjowLjAsIkxlZnQiOjIuMCwiUmlnaHQiOjIuMCwiQm90dG9tIjowLjB9LCJDb25uZWN0b3JTdHlsZSI6eyIkaWQiOiI4OTYiLCJMaW5lQ29sb3IiOnsiJGlkIjoiODk3IiwiJHR5cGUiOiJOTFJFLkNvbW1vbi5Eb20uU29saWRDb2xvckJydXNoLCBOTFJFLkNvbW1vbiIsIkNvbG9yIjp7IiRpZCI6Ijg5OCIsIkEiOjEyNywiUiI6NzksIkciOjEyOSwiQiI6MTg5fX0sIkxpbmVXZWlnaHQiOjEuMCwiTGluZVR5cGUiOjAsIlBhcmVudFN0eWxlIjpudWxsfSwiSXNCZWxvd1RpbWViYW5kIjpmYWxzZSwiUG9zaXRpb25PblRhc2siOjEsIkhpZGVEYXRlIjpmYWxzZSwiU2hhcGVTaXplIjoxLCJTcGFjaW5nIjowLjAsIlBhZGRpbmciOnsiJGlkIjoiODk5IiwiVG9wIjo1LjAsIkxlZnQiOjMuMCwiUmlnaHQiOjAuMCwiQm90dG9tIjoyLjB9LCJTaGFwZVN0eWxlIjp7IiRpZCI6IjkwMCIsIk1hcmdpbiI6eyIkaWQiOiI5MDEiLCJUb3AiOjAuMCwiTGVmdCI6MC4wLCJSaWdodCI6MC4wLCJCb3R0b20iOjAuMH0sIlBhZGRpbmciOnsiJGlkIjoiOTAyIiwiVG9wIjowLjAsIkxlZnQiOjAuMCwiUmlnaHQiOjAuMCwiQm90dG9tIjowLjB9LCJCYWNrZ3JvdW5kIjp7IiRpZCI6IjkwMyIsIkNvbG9yIjp7IiRpZCI6IjkwNCIsIkEiOjI1NSwiUiI6MiwiRyI6MTc4LCJCIjoyMzh9fSwiSXNWaXNpYmxlIjp0cnVlLCJXaWR0aCI6MTguMCwiSGVpZ2h0IjoyMC4wLCJCb3JkZXJTdHlsZSI6eyIkaWQiOiI5MDUiLCJMaW5lQ29sb3IiOnsiJGlkIjoiOTA2IiwiJHR5cGUiOiJOTFJFLkNvbW1vbi5Eb20uU29saWRDb2xvckJydXNoLCBOTFJFLkNvbW1vbiIsIkNvbG9yIjp7IiRpZCI6IjkwNyIsIkEiOjI1NSwiUiI6MjM0LCJHIjoyMiwiQiI6MzB9fSwiTGluZVdlaWdodCI6MC4wLCJMaW5lVHlwZSI6MCwiUGFyZW50U3R5bGUiOm51bGx9LCJQYXJlbnRTdHlsZSI6bnVsbH0sIlRpdGxlU3R5bGUiOnsiJGlkIjoiOTA4IiwiRm9udFNldHRpbmdzIjp7IiRpZCI6IjkwOSIsIkZvbnRTaXplIjoxMSwiRm9udE5hbWUiOiJDYWxpYnJpIiwiSXNCb2xkIjp0cnVlLCJJc0l0YWxpYyI6ZmFsc2UsIklzVW5kZXJsaW5lZCI6ZmFsc2UsIlBhcmVudFN0eWxlIjpudWxsfSwiQXV0b1NpemUiOjAsIkZvcmVncm91bmQiOnsiJGlkIjoiOTEwIiwiQ29sb3IiOnsiJGlkIjoiOTE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kxMiIsIlRvcCI6MC4wLCJMZWZ0IjowLjAsIlJpZ2h0IjowLjAsIkJvdHRvbSI6MC4wfSwiUGFkZGluZyI6eyIkaWQiOiI5MTMiLCJUb3AiOjAuMCwiTGVmdCI6MC4wLCJSaWdodCI6MC4wLCJCb3R0b20iOjAuMH0sIkJhY2tncm91bmQiOnsiJGlkIjoiOTE0IiwiQ29sb3IiOnsiJGlkIjoiOTE1IiwiQSI6ODksIlIiOjAsIkciOjAsIkIiOjB9fSwiSXNWaXNpYmxlIjp0cnVlLCJXaWR0aCI6MC4wLCJIZWlnaHQiOjAuMCwiQm9yZGVyU3R5bGUiOm51bGwsIlBhcmVudFN0eWxlIjpudWxsfSwiRGF0ZVN0eWxlIjp7IiRpZCI6IjkxNiIsIkZvbnRTZXR0aW5ncyI6eyIkaWQiOiI5MTciLCJGb250U2l6ZSI6MTAsIkZvbnROYW1lIjoiQ2FsaWJyaSIsIklzQm9sZCI6ZmFsc2UsIklzSXRhbGljIjpmYWxzZSwiSXNVbmRlcmxpbmVkIjpmYWxzZSwiUGFyZW50U3R5bGUiOm51bGx9LCJBdXRvU2l6ZSI6MCwiRm9yZWdyb3VuZCI6eyIkaWQiOiI5MTgiLCJDb2xvciI6eyIkaWQiOiI5MT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yMCIsIlRvcCI6MC4wLCJMZWZ0IjowLjAsIlJpZ2h0IjowLjAsIkJvdHRvbSI6MC4wfSwiUGFkZGluZyI6eyIkaWQiOiI5MjEiLCJUb3AiOjAuMCwiTGVmdCI6MC4wLCJSaWdodCI6MC4wLCJCb3R0b20iOjAuMH0sIkJhY2tncm91bmQiOnsiJGlkIjoiOTIyIiwiQ29sb3IiOnsiJGlkIjoiOTIzIiwiQSI6ODksIlIiOjAsIkciOjAsIkIiOjB9fSwiSXNWaXNpYmxlIjp0cnVlLCJXaWR0aCI6MC4wLCJIZWlnaHQiOjAuMCwiQm9yZGVyU3R5bGUiOm51bGwsIlBhcmVudFN0eWxlIjpudWxsfSwiRGF0ZUZvcm1hdCI6eyIkaWQiOiI5Mj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I1IiwiRm9ybWF0IjowLCJJc1Zpc2libGUiOmZhbHNlLCJMYXN0S25vd25WaXNpYmlsaXR5U3RhdGUiOmZhbHNlfSwiSXNWaXNpYmxlIjp0cnVlLCJQYXJlbnRTdHlsZSI6bnVsbH0sIkRlZmF1bHRUYXNrU3R5bGUiOnsiJGlkIjoiOTI2IiwiU2hhcGUiOjgsIlNoYXBlVGhpY2tuZXNzIjoxLCJEdXJhdGlvbkZvcm1hdCI6MCwiSW5jbHVkZU5vbldvcmtpbmdEYXlzSW5EdXJhdGlvbiI6ZmFsc2UsIlBlcmNlbnRhZ2VDb21wbGV0ZVN0eWxlIjp7IiRpZCI6IjkyNyIsIkZvbnRTZXR0aW5ncyI6eyIkaWQiOiI5MjgiLCJGb250U2l6ZSI6MTAsIkZvbnROYW1lIjoiQ2FsaWJyaSIsIklzQm9sZCI6ZmFsc2UsIklzSXRhbGljIjpmYWxzZSwiSXNVbmRlcmxpbmVkIjpmYWxzZSwiUGFyZW50U3R5bGUiOm51bGx9LCJBdXRvU2l6ZSI6MCwiRm9yZWdyb3VuZCI6eyIkaWQiOiI5MjkiLCJDb2xvciI6eyIkaWQiOiI5Mz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MzEiLCJUb3AiOjAuMCwiTGVmdCI6MC4wLCJSaWdodCI6MC4wLCJCb3R0b20iOjAuMH0sIlBhZGRpbmciOnsiJGlkIjoiOTMyIiwiVG9wIjowLjAsIkxlZnQiOjAuMCwiUmlnaHQiOjAuMCwiQm90dG9tIjowLjB9LCJCYWNrZ3JvdW5kIjp7IiRpZCI6IjkzMyIsIkNvbG9yIjp7IiRpZCI6IjkzNCIsIkEiOjg5LCJSIjowLCJHIjowLCJCIjowfX0sIklzVmlzaWJsZSI6dHJ1ZSwiV2lkdGgiOjAuMCwiSGVpZ2h0IjowLjAsIkJvcmRlclN0eWxlIjpudWxsLCJQYXJlbnRTdHlsZSI6bnVsbH0sIkR1cmF0aW9uU3R5bGUiOnsiJGlkIjoiOTM1IiwiRm9udFNldHRpbmdzIjp7IiRpZCI6IjkzNiIsIkZvbnRTaXplIjoxMCwiRm9udE5hbWUiOiJDYWxpYnJpIiwiSXNCb2xkIjpmYWxzZSwiSXNJdGFsaWMiOmZhbHNlLCJJc1VuZGVybGluZWQiOmZhbHNlLCJQYXJlbnRTdHlsZSI6bnVsbH0sIkF1dG9TaXplIjowLCJGb3JlZ3JvdW5kIjp7IiRpZCI6IjkzNyIsIkNvbG9yIjp7IiRpZCI6Ijkz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zOSIsIlRvcCI6MC4wLCJMZWZ0IjowLjAsIlJpZ2h0IjowLjAsIkJvdHRvbSI6MC4wfSwiUGFkZGluZyI6eyIkaWQiOiI5NDAiLCJUb3AiOjAuMCwiTGVmdCI6MC4wLCJSaWdodCI6MC4wLCJCb3R0b20iOjAuMH0sIkJhY2tncm91bmQiOnsiJGlkIjoiOTQxIiwiQ29sb3IiOnsiJGlkIjoiOTQyIiwiQSI6ODksIlIiOjAsIkciOjAsIkIiOjB9fSwiSXNWaXNpYmxlIjp0cnVlLCJXaWR0aCI6MC4wLCJIZWlnaHQiOjAuMCwiQm9yZGVyU3R5bGUiOm51bGwsIlBhcmVudFN0eWxlIjpudWxsfSwiSG9yaXpvbnRhbENvbm5lY3RvclN0eWxlIjp7IiRpZCI6Ijk0MyIsIkxpbmVDb2xvciI6eyIkaWQiOiI5NDQiLCIkdHlwZSI6Ik5MUkUuQ29tbW9uLkRvbS5Tb2xpZENvbG9yQnJ1c2gsIE5MUkUuQ29tbW9uIiwiQ29sb3IiOnsiJGlkIjoiOTQ1IiwiQSI6MjU1LCJSIjoyMDQsIkciOjIwNCwiQiI6MjA0fX0sIkxpbmVXZWlnaHQiOjEuMCwiTGluZVR5cGUiOjAsIlBhcmVudFN0eWxlIjpudWxsfSwiVmVydGljYWxDb25uZWN0b3JTdHlsZSI6eyIkaWQiOiI5NDYiLCJMaW5lQ29sb3IiOnsiJGlkIjoiOTQ3IiwiJHR5cGUiOiJOTFJFLkNvbW1vbi5Eb20uU29saWRDb2xvckJydXNoLCBOTFJFLkNvbW1vbiIsIkNvbG9yIjp7IiRpZCI6Ijk0OC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OTQ5IiwiTWFyZ2luIjp7IiRpZCI6Ijk1MCIsIlRvcCI6MC4wLCJMZWZ0Ijo0LjAsIlJpZ2h0Ijo0LjAsIkJvdHRvbSI6MC4wfSwiUGFkZGluZyI6eyIkaWQiOiI5NTEiLCJUb3AiOjAuMCwiTGVmdCI6MC4wLCJSaWdodCI6MC4wLCJCb3R0b20iOjAuMH0sIkJhY2tncm91bmQiOnsiJGlkIjoiOTUyIiwiQ29sb3IiOnsiJGlkIjoiOTUzIiwiQSI6MjU1LCJSIjoyLCJHIjoxNzgsIkIiOjIzOH19LCJJc1Zpc2libGUiOnRydWUsIldpZHRoIjowLjAsIkhlaWdodCI6MTYuMCwiQm9yZGVyU3R5bGUiOnsiJGlkIjoiOTU0IiwiTGluZUNvbG9yIjp7IiRpZCI6Ijk1NSIsIiR0eXBlIjoiTkxSRS5Db21tb24uRG9tLlNvbGlkQ29sb3JCcnVzaCwgTkxSRS5Db21tb24iLCJDb2xvciI6eyIkaWQiOiI5NTYiLCJBIjoyNTUsIlIiOjIzNCwiRyI6MjIsIkIiOjMwfX0sIkxpbmVXZWlnaHQiOjAuMCwiTGluZVR5cGUiOjAsIlBhcmVudFN0eWxlIjpudWxsfSwiUGFyZW50U3R5bGUiOm51bGx9LCJUaXRsZVN0eWxlIjp7IiRpZCI6Ijk1NyIsIkZvbnRTZXR0aW5ncyI6eyIkaWQiOiI5NTgiLCJGb250U2l6ZSI6MTEsIkZvbnROYW1lIjoiQ2FsaWJyaSIsIklzQm9sZCI6dHJ1ZSwiSXNJdGFsaWMiOmZhbHNlLCJJc1VuZGVybGluZWQiOmZhbHNlLCJQYXJlbnRTdHlsZSI6bnVsbH0sIkF1dG9TaXplIjowLCJGb3JlZ3JvdW5kIjp7IiRpZCI6Ijk1OSIsIkNvbG9yIjp7IiRpZCI6Ijk2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5NjEiLCJUb3AiOjAuMCwiTGVmdCI6MC4wLCJSaWdodCI6MC4wLCJCb3R0b20iOjAuMH0sIlBhZGRpbmciOnsiJGlkIjoiOTYyIiwiVG9wIjowLjAsIkxlZnQiOjAuMCwiUmlnaHQiOjAuMCwiQm90dG9tIjowLjB9LCJCYWNrZ3JvdW5kIjp7IiRpZCI6Ijk2MyIsIkNvbG9yIjp7IiRpZCI6Ijk2NCIsIkEiOjg5LCJSIjowLCJHIjowLCJCIjowfX0sIklzVmlzaWJsZSI6dHJ1ZSwiV2lkdGgiOjAuMCwiSGVpZ2h0IjowLjAsIkJvcmRlclN0eWxlIjpudWxsLCJQYXJlbnRTdHlsZSI6bnVsbH0sIkRhdGVTdHlsZSI6eyIkaWQiOiI5NjUiLCJGb250U2V0dGluZ3MiOnsiJGlkIjoiOTY2IiwiRm9udFNpemUiOjEwLCJGb250TmFtZSI6IkNhbGlicmkiLCJJc0JvbGQiOmZhbHNlLCJJc0l0YWxpYyI6ZmFsc2UsIklzVW5kZXJsaW5lZCI6ZmFsc2UsIlBhcmVudFN0eWxlIjpudWxsfSwiQXV0b1NpemUiOjAsIkZvcmVncm91bmQiOnsiJGlkIjoiOTY3IiwiQ29sb3IiOnsiJGlkIjoiOTY4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5NjkiLCJUb3AiOjAuMCwiTGVmdCI6MC4wLCJSaWdodCI6MC4wLCJCb3R0b20iOjAuMH0sIlBhZGRpbmciOnsiJGlkIjoiOTcwIiwiVG9wIjowLjAsIkxlZnQiOjAuMCwiUmlnaHQiOjAuMCwiQm90dG9tIjowLjB9LCJCYWNrZ3JvdW5kIjp7IiRpZCI6Ijk3MSIsIkNvbG9yIjp7IiRpZCI6Ijk3MiIsIkEiOjg5LCJSIjowLCJHIjowLCJCIjowfX0sIklzVmlzaWJsZSI6dHJ1ZSwiV2lkdGgiOjAuMCwiSGVpZ2h0IjowLjAsIkJvcmRlclN0eWxlIjpudWxsLCJQYXJlbnRTdHlsZSI6bnVsbH0sIkRhdGVGb3JtYXQiOnsiJGlkIjoiOTc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3NCIsIkZvcm1hdCI6MCwiSXNWaXNpYmxlIjpmYWxzZSwiTGFzdEtub3duVmlzaWJpbGl0eVN0YXRlIjpmYWxzZX0sIklzVmlzaWJsZSI6dHJ1ZSwiUGFyZW50U3R5bGUiOm51bGwsIl9leHBsaWNpdGx5U2V0Ijp7IiRpZCI6Ijk3N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aWxlc3RvbmVTdHlsZSI6eyIkaWQiOiI5NzYiLCJUaXRsZVBvc2l0aW9uIjoiUmlnaHQiLCJEYXRlUG9zaXRpb24iOiJMZWZ0IiwiU2hhcGVUeXBlIjo5LCJTaGFwZVNpemUiOjEsIlNwYWNpbmciOjUsIlNoYXBlU3R5bGUiOnsiJGlkIjoiOTc3IiwiTWFyZ2luIjp7IiRpZCI6Ijk3OCIsIlRvcCI6MC4wLCJMZWZ0IjowLjAsIlJpZ2h0IjowLjAsIkJvdHRvbSI6MC4wfSwiUGFkZGluZyI6eyIkaWQiOiI5NzkiLCJUb3AiOjAuMCwiTGVmdCI6MC4wLCJSaWdodCI6MC4wLCJCb3R0b20iOjAuMH0sIkJhY2tncm91bmQiOnsiJGlkIjoiOTgwIiwiQ29sb3IiOnsiJGlkIjoiOTgxIiwiQSI6MjU1LCJSIjo5MSwiRyI6MTU1LCJCIjoyMTN9fSwiSXNWaXNpYmxlIjp0cnVlLCJXaWR0aCI6MTguMCwiSGVpZ2h0IjoyMC4wLCJCb3JkZXJTdHlsZSI6eyIkaWQiOiI5ODIiLCJMaW5lQ29sb3IiOnsiJGlkIjoiOTgzIiwiJHR5cGUiOiJOTFJFLkNvbW1vbi5Eb20uU29saWRDb2xvckJydXNoLCBOTFJFLkNvbW1vbiIsIkNvbG9yIjp7IiRpZCI6Ijk4NCIsIkEiOjI1NSwiUiI6MjU1LCJHIjowLCJCIjowfX0sIkxpbmVXZWlnaHQiOjAuMCwiTGluZVR5cGUiOjAsIlBhcmVudFN0eWxlIjpudWxsfSwiUGFyZW50U3R5bGUiOm51bGx9LCJUaXRsZVN0eWxlIjp7IiRpZCI6Ijk4NSIsIkZvbnRTZXR0aW5ncyI6eyIkaWQiOiI5ODYiLCJGb250U2l6ZSI6MTEsIkZvbnROYW1lIjoiQ2FsaWJyaSIsIklzQm9sZCI6dHJ1ZSwiSXNJdGFsaWMiOmZhbHNlLCJJc1VuZGVybGluZWQiOmZhbHNlLCJQYXJlbnRTdHlsZSI6bnVsbH0sIkF1dG9TaXplIjowLCJGb3JlZ3JvdW5kIjp7IiRpZCI6Ijk4NyIsIkNvbG9yIjp7IiRpZCI6Ijk4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5ODkiLCJUb3AiOjAuMCwiTGVmdCI6MC4wLCJSaWdodCI6MC4wLCJCb3R0b20iOjAuMH0sIlBhZGRpbmciOnsiJGlkIjoiOTkwIiwiVG9wIjowLjAsIkxlZnQiOjAuMCwiUmlnaHQiOjAuMCwiQm90dG9tIjowLjB9LCJCYWNrZ3JvdW5kIjp7IiRpZCI6Ijk5MSIsIkNvbG9yIjp7IiRpZCI6Ijk5MiIsIkEiOjg5LCJSIjowLCJHIjowLCJCIjowfX0sIklzVmlzaWJsZSI6dHJ1ZSwiV2lkdGgiOjAuMCwiSGVpZ2h0IjowLjAsIkJvcmRlclN0eWxlIjpudWxsLCJQYXJlbnRTdHlsZSI6bnVsbH0sIkRhdGVTdHlsZSI6eyIkaWQiOiI5OTMiLCJGb250U2V0dGluZ3MiOnsiJGlkIjoiOTk0IiwiRm9udFNpemUiOjEwLCJGb250TmFtZSI6IkNhbGlicmkiLCJJc0JvbGQiOmZhbHNlLCJJc0l0YWxpYyI6ZmFsc2UsIklzVW5kZXJsaW5lZCI6ZmFsc2UsIlBhcmVudFN0eWxlIjpudWxsfSwiQXV0b1NpemUiOjAsIkZvcmVncm91bmQiOnsiJGlkIjoiOTk1IiwiQ29sb3IiOnsiJGlkIjoiOTk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5OTciLCJUb3AiOjAuMCwiTGVmdCI6MC4wLCJSaWdodCI6MC4wLCJCb3R0b20iOjAuMH0sIlBhZGRpbmciOnsiJGlkIjoiOTk4IiwiVG9wIjowLjAsIkxlZnQiOjAuMCwiUmlnaHQiOjAuMCwiQm90dG9tIjowLjB9LCJCYWNrZ3JvdW5kIjp7IiRpZCI6Ijk5OSIsIkNvbG9yIjp7IiRpZCI6IjEwMDAiLCJBIjo4OSwiUiI6MCwiRyI6MCwiQiI6MH19LCJJc1Zpc2libGUiOnRydWUsIldpZHRoIjowLjAsIkhlaWdodCI6MC4wLCJCb3JkZXJTdHlsZSI6bnVsbCwiUGFyZW50U3R5bGUiOm51bGx9LCJEYXRlRm9ybWF0Ijp7IiRpZCI6IjEw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wMiIsIkZvcm1hdCI6MCwiSXNWaXNpYmxlIjpmYWxzZSwiTGFzdEtub3duVmlzaWJpbGl0eVN0YXRlIjpmYWxzZX0sIklzVmlzaWJsZSI6dHJ1ZSwiUGFyZW50U3R5bGUiOm51bGx9LCJHcmlkbGluZVBhbmVsU3R5bGUiOnsiJGlkIjoiMTAwMyIsIkdyaWRsaW5lU3R5bGUiOnsiJGlkIjoiMTAwNCIsIkxpbmVDb2xvciI6eyIkaWQiOiIxMDA1IiwiJHR5cGUiOiJOTFJFLkNvbW1vbi5Eb20uU29saWRDb2xvckJydXNoLCBOTFJFLkNvbW1vbiIsIkNvbG9yIjp7IiRpZCI6IjEwMDYiLCJBIjoyNTUsIlIiOjIwOCwiRyI6MjA2LCJCIjoyMDZ9fSwiTGluZVdlaWdodCI6MS4wLCJMaW5lVHlwZSI6MCwiUGFyZW50U3R5bGUiOm51bGx9LCJNYXJnaW4iOnsiJGlkIjoiMTAwNyIsIlRvcCI6MC4wLCJMZWZ0IjowLjAsIlJpZ2h0IjowLjAsIkJvdHRvbSI6MC4wfSwiUGFkZGluZyI6eyIkaWQiOiIxMDA4IiwiVG9wIjowLjAsIkxlZnQiOjAuMCwiUmlnaHQiOjAuMCwiQm90dG9tIjowLjB9LCJCYWNrZ3JvdW5kIjpudWxsLCJJc1Zpc2libGUiOmZhbHNlLCJXaWR0aCI6MC4wLCJIZWlnaHQiOjAuMCwiQm9yZGVyU3R5bGUiOnsiJGlkIjoiMTAwOSIsIkxpbmVDb2xvciI6bnVsbCwiTGluZVdlaWdodCI6MC4wLCJMaW5lVHlwZSI6MCwiUGFyZW50U3R5bGUiOm51bGx9LCJQYXJlbnRTdHlsZSI6bnVsbH0sIkFjdGl2aXR5TGluZVBhbmVsU3R5bGUiOnsiJGlkIjoiMTAxMCIsIkFjdGl2aXR5TGluZVN0eWxlIjp7IiRpZCI6IjEwMTEiLCJMaW5lQ29sb3IiOnsiJGlkIjoiMTAxMiIsIiR0eXBlIjoiTkxSRS5Db21tb24uRG9tLlNvbGlkQ29sb3JCcnVzaCwgTkxSRS5Db21tb24iLCJDb2xvciI6eyIkaWQiOiIxMDEzIiwiQSI6MzgsIlIiOjY4LCJHIjoxMTQsIkIiOjE5Nn19LCJMaW5lV2VpZ2h0IjoxLjAsIkxpbmVUeXBlIjowLCJQYXJlbnRTdHlsZSI6bnVsbH0sIk1hcmdpbiI6eyIkaWQiOiIxMDE0IiwiVG9wIjowLjAsIkxlZnQiOjAuMCwiUmlnaHQiOjAuMCwiQm90dG9tIjowLjB9LCJQYWRkaW5nIjp7IiRpZCI6IjEwMTUiLCJUb3AiOjAuMCwiTGVmdCI6MC4wLCJSaWdodCI6MC4wLCJCb3R0b20iOjAuMH0sIkJhY2tncm91bmQiOm51bGwsIklzVmlzaWJsZSI6dHJ1ZSwiV2lkdGgiOjAuMCwiSGVpZ2h0IjowLjAsIkJvcmRlclN0eWxlIjp7IiRpZCI6IjEwMTYiLCJMaW5lQ29sb3IiOm51bGwsIkxpbmVXZWlnaHQiOjAuMCwiTGluZVR5cGUiOjAsIlBhcmVudFN0eWxlIjpudWxsfSwiUGFyZW50U3R5bGUiOm51bGx9LCJfc2VsZWN0ZWRUaGVtZVByZXNldENvbG9ycyI6eyIkaWQiOiIxMDE3IiwiVGV4dExpZ2h0Ijp7IiRpZCI6IjEwMTgiLCJBIjoyNTUsIlIiOjI1NSwiRyI6MjU1LCJCIjoyNTV9LCJUZXh0RGFyayI6eyIkaWQiOiIxMDE5IiwiQSI6MjU1LCJSIjowLCJHIjowLCJCIjowfSwiQWNjZW50MSI6eyIkcmVmIjoiODM0In0sIkFjY2VudDIiOnsiJHJlZiI6Ijc4MiJ9LCJBY2NlbnQzIjp7IiRpZCI6IjEwMjAiLCJBIjoyNTUsIlIiOjIsIkciOjE3OCwiQiI6MjM4fSwiQWNjZW50NCI6eyIkaWQiOiIxMDIxIiwiQSI6MjU1LCJSIjoyMzcsIkciOjEyNSwiQiI6NDl9LCJBY2NlbnQ1Ijp7IiRpZCI6IjEwMjIiLCJBIjoyNTUsIlIiOjI1LCJHIjoxMDcsIkIiOjM2fSwiQWNjZW50NiI6eyIkaWQiOiIxMDIzIiwiQSI6MjU1LCJSIjoxNSwiRyI6MTU4LCJCIjoyMTN9LCJBY2NlbnQ3Ijp7IiRpZCI6IjEwMjQiLCJBIjoyNTUsIlIiOjE2MCwiRyI6NDMsIkIiOjE0N30sIkFjY2VudDgiOnsiJGlkIjoiMTAyNSIsIkEiOjI1NSwiUiI6NzgsIkciOjE2NywiQiI6NDZ9fSwiU2hvd0VsYXBzZWRUaW1lR3JhZGllbnRTdHlsZSI6ZmFsc2UsIlRpbWViYW5kUmVzZXJ2ZWRMZWZ0QXJlYVN0eWxlIjp7IiRpZCI6IjEwMjYiLCJBY3Rpdml0eUhlYWRlcldpZHRoIjowLjAsIklzU2V0IjpmYWxzZX0sIkRlZmF1bHRTd2ltbGFuZVN0eWxlIjpudWxsLCJEZWZhdWx0U3dpbWxhbmVWMlN0eWxlIjp7IiRpZCI6IjEwMjciLCJTdHlsZUlkIjoiMDAwMDAwMDAtMDAwMC0wMDAwLTAwMDAtMDAwMDAwMDAwMDAwIiwiSGVhZGVyU3R5bGUiOnsiJGlkIjoiMTAyOCIsIlRleHRJc1ZlcnRpY2FsIjpmYWxzZSwiVGV4dFN0eWxlIjp7IiRpZCI6IjEwMjkiLCJGb250U2V0dGluZ3MiOnsiJGlkIjoiMTAzMCIsIkZvbnRTaXplIjoxMCwiRm9udE5hbWUiOiJNb250c2VycmF0IiwiSXNCb2xkIjpmYWxzZSwiSXNJdGFsaWMiOmZhbHNlLCJJc1VuZGVybGluZWQiOmZhbHNlLCJQYXJlbnRTdHlsZSI6bnVsbH0sIkF1dG9TaXplIjoyLCJGb3JlZ3JvdW5kIjp7IiRpZCI6IjEwMzEiLCJDb2xvciI6eyIkaWQiOiIxMDMyIiwiQSI6MjU1LCJSIjo2MCwiRyI6NTQsIkIiOjQ5fX0sIk1heFdpZHRoIjoiSW5maW5pdHkiLCJNYXhIZWlnaHQiOjAuMCwiU21hcnRGb3JlZ3JvdW5kSXNBY3RpdmUiOmZhbHNlLCJIb3Jpem9udGFsQWxpZ25tZW50IjowLCJWZXJ0aWNhbEFsaWdubWVudCI6MCwiU21hcnRGb3JlZ3JvdW5kIjpudWxsLCJCYWNrZ3JvdW5kRmlsbFR5cGUiOjAsIk1hcmdpbiI6eyIkaWQiOiIxMDMzIiwiVG9wIjowLjAsIkxlZnQiOjAuMCwiUmlnaHQiOjAuMCwiQm90dG9tIjowLjB9LCJQYWRkaW5nIjp7IiRpZCI6IjEwMzQiLCJUb3AiOjAuMCwiTGVmdCI6MC4wLCJSaWdodCI6MC4wLCJCb3R0b20iOjAuMH0sIkJhY2tncm91bmQiOm51bGwsIklzVmlzaWJsZSI6ZmFsc2UsIldpZHRoIjowLjAsIkhlaWdodCI6MC4wLCJCb3JkZXJTdHlsZSI6bnVsbCwiUGFyZW50U3R5bGUiOm51bGx9LCJSZWN0YW5nbGVTdHlsZSI6eyIkaWQiOiIxMDM1IiwiTWFyZ2luIjp7IiRpZCI6IjEwMzYiLCJUb3AiOjAuMCwiTGVmdCI6MC4wLCJSaWdodCI6MC4wLCJCb3R0b20iOjAuMH0sIlBhZGRpbmciOnsiJGlkIjoiMTAzNyIsIlRvcCI6MC4wLCJMZWZ0IjowLjAsIlJpZ2h0IjowLjAsIkJvdHRvbSI6MC4wfSwiQmFja2dyb3VuZCI6eyIkaWQiOiIxMDM4IiwiQ29sb3IiOnsiJGlkIjoiMTAzOSIsIkEiOjI1NSwiUiI6MiwiRyI6MTc4LCJCIjoyMzh9fSwiSXNWaXNpYmxlIjp0cnVlLCJXaWR0aCI6MC4wLCJIZWlnaHQiOjAuMCwiQm9yZGVyU3R5bGUiOnsiJGlkIjoiMTA0MCIsIkxpbmVDb2xvciI6eyIkaWQiOiIxMDQxIiwiJHR5cGUiOiJOTFJFLkNvbW1vbi5Eb20uU29saWRDb2xvckJydXNoLCBOTFJFLkNvbW1vbiIsIkNvbG9yIjp7IiRpZCI6IjEwNDIiLCJBIjoyNTUsIlIiOjYwLCJHIjo1NCwiQiI6NDl9fSwiTGluZVdlaWdodCI6MC4wLCJMaW5lVHlwZSI6MCwiUGFyZW50U3R5bGUiOm51bGx9LCJQYXJlbnRTdHlsZSI6bnVsbH0sIk1hcmdpbiI6eyIkaWQiOiIxMDQzIiwiVG9wIjowLjAsIkxlZnQiOjAuMCwiUmlnaHQiOjAuMCwiQm90dG9tIjowLjB9LCJQYWRkaW5nIjp7IiRpZCI6IjEwNDQiLCJUb3AiOjAuMCwiTGVmdCI6MC4wLCJSaWdodCI6MC4wLCJCb3R0b20iOjAuMH0sIkJhY2tncm91bmQiOm51bGwsIklzVmlzaWJsZSI6dHJ1ZSwiV2lkdGgiOjAuMCwiSGVpZ2h0IjowLjAsIkJvcmRlclN0eWxlIjpudWxsLCJQYXJlbnRTdHlsZSI6bnVsbH0sIkJhY2tncm91bmRTdHlsZSI6eyIkaWQiOiIxMDQ1IiwiTWFyZ2luIjp7IiRpZCI6IjEwNDYiLCJUb3AiOjAuMCwiTGVmdCI6MC4wLCJSaWdodCI6MC4wLCJCb3R0b20iOjAuMH0sIlBhZGRpbmciOnsiJGlkIjoiMTA0NyIsIlRvcCI6MC4wLCJMZWZ0IjowLjAsIlJpZ2h0IjowLjAsIkJvdHRvbSI6MC4wfSwiQmFja2dyb3VuZCI6eyIkaWQiOiIxMDQ4IiwiQ29sb3IiOnsiJGlkIjoiMTA0OSIsIkEiOjM4LCJSIjo5MSwiRyI6MTU1LCJCIjoyMTN9fSwiSXNWaXNpYmxlIjp0cnVlLCJXaWR0aCI6MC4wLCJIZWlnaHQiOjAuMCwiQm9yZGVyU3R5bGUiOnsiJGlkIjoiMTA1MCIsIkxpbmVDb2xvciI6eyIkaWQiOiIxMDUxIiwiJHR5cGUiOiJOTFJFLkNvbW1vbi5Eb20uU29saWRDb2xvckJydXNoLCBOTFJFLkNvbW1vbiIsIkNvbG9yIjp7IiRpZCI6IjEwNTIiLCJBIjoyNTUsIlIiOjIzNCwiRyI6MjIsIkIiOjMwfX0sIkxpbmVXZWlnaHQiOjAuMCwiTGluZVR5cGUiOjAsIlBhcmVudFN0eWxlIjpudWxsfSwiUGFyZW50U3R5bGUiOm51bGx9LCJJc0Fib3ZlVGltZWJhbmQiOmZhbHNlLCJTcGFjaW5nIjoyLCJEZWZhdWx0U3dpbWxhbmVUYXNrU3R5bGUiOnsiJGlkIjoiMTA1MyIsIiR0eXBlIjoiTkxSRS5Db21tb24uRG9tLlN0eWxlcy5FeHBsaWNpdFNldGFibGVUYXNrU3R5bGUsIE5MUkUuQ29tbW9uIiwiU2hhcGUiOjgsIlNoYXBlVGhpY2tuZXNzIjoxLCJEdXJhdGlvbkZvcm1hdCI6MCwiSW5jbHVkZU5vbldvcmtpbmdEYXlzSW5EdXJhdGlvbiI6ZmFsc2UsIlBlcmNlbnRhZ2VDb21wbGV0ZVN0eWxlIjp7IiRpZCI6IjEwNTQiLCJGb250U2V0dGluZ3MiOnsiJGlkIjoiMTA1NSIsIkZvbnRTaXplIjoxMCwiRm9udE5hbWUiOiJDYWxpYnJpIiwiSXNCb2xkIjpmYWxzZSwiSXNJdGFsaWMiOmZhbHNlLCJJc1VuZGVybGluZWQiOmZhbHNlLCJQYXJlbnRTdHlsZSI6bnVsbH0sIkF1dG9TaXplIjowLCJGb3JlZ3JvdW5kIjp7IiRpZCI6IjEwNTYiLCJDb2xvciI6eyIkaWQiOiIxMDU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1OCIsIlRvcCI6MC4wLCJMZWZ0IjowLjAsIlJpZ2h0IjowLjAsIkJvdHRvbSI6MC4wfSwiUGFkZGluZyI6eyIkaWQiOiIxMDU5IiwiVG9wIjowLjAsIkxlZnQiOjAuMCwiUmlnaHQiOjAuMCwiQm90dG9tIjowLjB9LCJCYWNrZ3JvdW5kIjp7IiRpZCI6IjEwNjAiLCJDb2xvciI6eyIkaWQiOiIxMDYxIiwiQSI6ODksIlIiOjAsIkciOjAsIkIiOjB9fSwiSXNWaXNpYmxlIjp0cnVlLCJXaWR0aCI6MC4wLCJIZWlnaHQiOjAuMCwiQm9yZGVyU3R5bGUiOm51bGwsIlBhcmVudFN0eWxlIjpudWxsfSwiRHVyYXRpb25TdHlsZSI6eyIkaWQiOiIxMDYyIiwiRm9udFNldHRpbmdzIjp7IiRpZCI6IjEwNjMiLCJGb250U2l6ZSI6MTAsIkZvbnROYW1lIjoiQ2FsaWJyaSIsIklzQm9sZCI6ZmFsc2UsIklzSXRhbGljIjpmYWxzZSwiSXNVbmRlcmxpbmVkIjpmYWxzZSwiUGFyZW50U3R5bGUiOm51bGx9LCJBdXRvU2l6ZSI6MCwiRm9yZWdyb3VuZCI6eyIkaWQiOiIxMDY0IiwiQ29sb3IiOnsiJGlkIjoiMTA2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wNjYiLCJUb3AiOjAuMCwiTGVmdCI6MC4wLCJSaWdodCI6MC4wLCJCb3R0b20iOjAuMH0sIlBhZGRpbmciOnsiJGlkIjoiMTA2NyIsIlRvcCI6MC4wLCJMZWZ0IjowLjAsIlJpZ2h0IjowLjAsIkJvdHRvbSI6MC4wfSwiQmFja2dyb3VuZCI6eyIkaWQiOiIxMDY4IiwiQ29sb3IiOnsiJGlkIjoiMTA2OSIsIkEiOjg5LCJSIjowLCJHIjowLCJCIjowfX0sIklzVmlzaWJsZSI6dHJ1ZSwiV2lkdGgiOjAuMCwiSGVpZ2h0IjowLjAsIkJvcmRlclN0eWxlIjpudWxsLCJQYXJlbnRTdHlsZSI6bnVsbH0sIkhvcml6b250YWxDb25uZWN0b3JTdHlsZSI6eyIkaWQiOiIxMDcwIiwiTGluZUNvbG9yIjp7IiRpZCI6IjEwNzEiLCIkdHlwZSI6Ik5MUkUuQ29tbW9uLkRvbS5Tb2xpZENvbG9yQnJ1c2gsIE5MUkUuQ29tbW9uIiwiQ29sb3IiOnsiJGlkIjoiMTA3MiIsIkEiOjI1NSwiUiI6MjA0LCJHIjoyMDQsIkIiOjIwNH19LCJMaW5lV2VpZ2h0IjoxLjAsIkxpbmVUeXBlIjowLCJQYXJlbnRTdHlsZSI6bnVsbH0sIlZlcnRpY2FsQ29ubmVjdG9yU3R5bGUiOnsiJGlkIjoiMTA3MyIsIkxpbmVDb2xvciI6eyIkaWQiOiIxMDc0IiwiJHR5cGUiOiJOTFJFLkNvbW1vbi5Eb20uU29saWRDb2xvckJydXNoLCBOTFJFLkNvbW1vbiIsIkNvbG9yIjp7IiRpZCI6IjEwNzUiLCJBIjoyNTUsIlIiOjIwNCwiRyI6MjA0LCJCIjoyMDR9fSwiTGluZVdlaWdodCI6MS4wLCJMaW5lVHlwZSI6MCwiUGFyZW50U3R5bGUiOm51bGx9LCJNYXJnaW4iOm51bGwsIlN0YXJ0RGF0ZVBvc2l0aW9uIjozLCJFbmREYXRlUG9zaXRpb24iOjQsIkRhdGVJc1Zpc2libGUiOnRydWUsIlRpdGxlUG9zaXRpb24iOjIsIkR1cmF0aW9uUG9zaXRpb24iOjYsIlBlcmNlbnRhZ2VDb21wbGV0ZWRQb3NpdGlvbiI6NiwiU3BhY2luZyI6NSwiSXNCZWxvd1RpbWViYW5kIjp0cnVlLCJQZXJjZW50YWdlQ29tcGxldGVTaGFwZU9wYWNpdHkiOjM1LCJTaGFwZVN0eWxlIjp7IiRpZCI6IjEwNzYiLCJNYXJnaW4iOnsiJGlkIjoiMTA3NyIsIlRvcCI6MC4wLCJMZWZ0Ijo0LjAsIlJpZ2h0Ijo0LjAsIkJvdHRvbSI6MC4wfSwiUGFkZGluZyI6eyIkaWQiOiIxMDc4IiwiVG9wIjowLjAsIkxlZnQiOjAuMCwiUmlnaHQiOjAuMCwiQm90dG9tIjowLjB9LCJCYWNrZ3JvdW5kIjp7IiRpZCI6IjEwNzkiLCJDb2xvciI6eyIkaWQiOiIxMDgwIiwiQSI6MjU1LCJSIjoyLCJHIjoxNzgsIkIiOjIzOH19LCJJc1Zpc2libGUiOnRydWUsIldpZHRoIjowLjAsIkhlaWdodCI6MTYuMCwiQm9yZGVyU3R5bGUiOnsiJGlkIjoiMTA4MSIsIkxpbmVDb2xvciI6eyIkaWQiOiIxMDgyIiwiJHR5cGUiOiJOTFJFLkNvbW1vbi5Eb20uU29saWRDb2xvckJydXNoLCBOTFJFLkNvbW1vbiIsIkNvbG9yIjp7IiRpZCI6IjEwODMiLCJBIjoyNTUsIlIiOjIzNCwiRyI6MjIsIkIiOjMwfX0sIkxpbmVXZWlnaHQiOjAuMCwiTGluZVR5cGUiOjAsIlBhcmVudFN0eWxlIjpudWxsfSwiUGFyZW50U3R5bGUiOm51bGx9LCJUaXRsZVN0eWxlIjp7IiRpZCI6IjEwODQiLCJGb250U2V0dGluZ3MiOnsiJGlkIjoiMTA4NSIsIkZvbnRTaXplIjoxMSwiRm9udE5hbWUiOiJDYWxpYnJpIiwiSXNCb2xkIjp0cnVlLCJJc0l0YWxpYyI6ZmFsc2UsIklzVW5kZXJsaW5lZCI6ZmFsc2UsIlBhcmVudFN0eWxlIjpudWxsfSwiQXV0b1NpemUiOjAsIkZvcmVncm91bmQiOnsiJGlkIjoiMTA4NiIsIkNvbG9yIjp7IiRpZCI6IjEwODc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TA4OCIsIlRvcCI6MC4wLCJMZWZ0IjowLjAsIlJpZ2h0IjowLjAsIkJvdHRvbSI6MC4wfSwiUGFkZGluZyI6eyIkaWQiOiIxMDg5IiwiVG9wIjowLjAsIkxlZnQiOjAuMCwiUmlnaHQiOjAuMCwiQm90dG9tIjowLjB9LCJCYWNrZ3JvdW5kIjp7IiRpZCI6IjEwOTAiLCJDb2xvciI6eyIkaWQiOiIxMDkxIiwiQSI6ODksIlIiOjAsIkciOjAsIkIiOjB9fSwiSXNWaXNpYmxlIjp0cnVlLCJXaWR0aCI6MC4wLCJIZWlnaHQiOjAuMCwiQm9yZGVyU3R5bGUiOm51bGwsIlBhcmVudFN0eWxlIjpudWxsfSwiRGF0ZVN0eWxlIjp7IiRpZCI6IjEwOTIiLCJGb250U2V0dGluZ3MiOnsiJGlkIjoiMTA5MyIsIkZvbnRTaXplIjoxMCwiRm9udE5hbWUiOiJDYWxpYnJpIiwiSXNCb2xkIjpmYWxzZSwiSXNJdGFsaWMiOmZhbHNlLCJJc1VuZGVybGluZWQiOmZhbHNlLCJQYXJlbnRTdHlsZSI6bnVsbH0sIkF1dG9TaXplIjowLCJGb3JlZ3JvdW5kIjp7IiRpZCI6IjEwOTQiLCJDb2xvciI6eyIkaWQiOiIxMDk1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Dk2IiwiVG9wIjowLjAsIkxlZnQiOjAuMCwiUmlnaHQiOjAuMCwiQm90dG9tIjowLjB9LCJQYWRkaW5nIjp7IiRpZCI6IjEwOTciLCJUb3AiOjAuMCwiTGVmdCI6MC4wLCJSaWdodCI6MC4wLCJCb3R0b20iOjAuMH0sIkJhY2tncm91bmQiOnsiJGlkIjoiMTA5OCIsIkNvbG9yIjp7IiRpZCI6IjEwOTkiLCJBIjo4OSwiUiI6MCwiRyI6MCwiQiI6MH19LCJJc1Zpc2libGUiOnRydWUsIldpZHRoIjowLjAsIkhlaWdodCI6MC4wLCJCb3JkZXJTdHlsZSI6bnVsbCwiUGFyZW50U3R5bGUiOm51bGx9LCJEYXRlRm9ybWF0Ijp7IiRpZCI6IjExM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wMSIsIkZvcm1hdCI6MCwiSXNWaXNpYmxlIjpmYWxzZSwiTGFzdEtub3duVmlzaWJpbGl0eVN0YXRlIjpmYWxzZX0sIklzVmlzaWJsZSI6dHJ1ZSwiUGFyZW50U3R5bGUiOm51bGwsIl9leHBsaWNpdGx5U2V0Ijp7IiRpZCI6IjExMDI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TEwMyIsIlNoYXBlIjo5LCJDb25uZWN0b3JNYXJnaW4iOnsiJGlkIjoiMTEwNCIsIlRvcCI6MC4wLCJMZWZ0IjoyLjAsIlJpZ2h0IjoyLjAsIkJvdHRvbSI6MC4wfSwiQ29ubmVjdG9yU3R5bGUiOnsiJGlkIjoiMTEwNSIsIkxpbmVDb2xvciI6eyIkaWQiOiIxMTA2IiwiJHR5cGUiOiJOTFJFLkNvbW1vbi5Eb20uU29saWRDb2xvckJydXNoLCBOTFJFLkNvbW1vbiIsIkNvbG9yIjp7IiRpZCI6IjExMDciLCJBIjoxMjcsIlIiOjc5LCJHIjoxMjksIkIiOjE4OX19LCJMaW5lV2VpZ2h0IjoxLjAsIkxpbmVUeXBlIjowLCJQYXJlbnRTdHlsZSI6bnVsbH0sIklzQmVsb3dUaW1lYmFuZCI6ZmFsc2UsIlBvc2l0aW9uT25UYXNrIjoxLCJIaWRlRGF0ZSI6ZmFsc2UsIlNoYXBlU2l6ZSI6MSwiU3BhY2luZyI6MC4wLCJQYWRkaW5nIjp7IiRpZCI6IjExMDgiLCJUb3AiOjUuMCwiTGVmdCI6My4wLCJSaWdodCI6MC4wLCJCb3R0b20iOjIuMH0sIlNoYXBlU3R5bGUiOnsiJGlkIjoiMTEwOSIsIk1hcmdpbiI6eyIkaWQiOiIxMTEwIiwiVG9wIjowLjAsIkxlZnQiOjAuMCwiUmlnaHQiOjAuMCwiQm90dG9tIjowLjB9LCJQYWRkaW5nIjp7IiRpZCI6IjExMTEiLCJUb3AiOjAuMCwiTGVmdCI6MC4wLCJSaWdodCI6MC4wLCJCb3R0b20iOjAuMH0sIkJhY2tncm91bmQiOnsiJGlkIjoiMTExMiIsIkNvbG9yIjp7IiRpZCI6IjExMTMiLCJBIjoyNTUsIlIiOjIsIkciOjE3OCwiQiI6MjM4fX0sIklzVmlzaWJsZSI6dHJ1ZSwiV2lkdGgiOjE4LjAsIkhlaWdodCI6MjAuMCwiQm9yZGVyU3R5bGUiOnsiJGlkIjoiMTExNCIsIkxpbmVDb2xvciI6eyIkaWQiOiIxMTE1IiwiJHR5cGUiOiJOTFJFLkNvbW1vbi5Eb20uU29saWRDb2xvckJydXNoLCBOTFJFLkNvbW1vbiIsIkNvbG9yIjp7IiRpZCI6IjExMTYiLCJBIjoyNTUsIlIiOjIzNCwiRyI6MjIsIkIiOjMwfX0sIkxpbmVXZWlnaHQiOjAuMCwiTGluZVR5cGUiOjAsIlBhcmVudFN0eWxlIjpudWxsfSwiUGFyZW50U3R5bGUiOm51bGx9LCJUaXRsZVN0eWxlIjp7IiRpZCI6IjExMTciLCJGb250U2V0dGluZ3MiOnsiJGlkIjoiMTExOCIsIkZvbnRTaXplIjoxMSwiRm9udE5hbWUiOiJDYWxpYnJpIiwiSXNCb2xkIjp0cnVlLCJJc0l0YWxpYyI6ZmFsc2UsIklzVW5kZXJsaW5lZCI6ZmFsc2UsIlBhcmVudFN0eWxlIjpudWxsfSwiQXV0b1NpemUiOjAsIkZvcmVncm91bmQiOnsiJGlkIjoiMTExOSIsIkNvbG9yIjp7IiRpZCI6IjExMj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EyMSIsIlRvcCI6MC4wLCJMZWZ0IjowLjAsIlJpZ2h0IjowLjAsIkJvdHRvbSI6MC4wfSwiUGFkZGluZyI6eyIkaWQiOiIxMTIyIiwiVG9wIjowLjAsIkxlZnQiOjAuMCwiUmlnaHQiOjAuMCwiQm90dG9tIjowLjB9LCJCYWNrZ3JvdW5kIjp7IiRpZCI6IjExMjMiLCJDb2xvciI6eyIkaWQiOiIxMTI0IiwiQSI6ODksIlIiOjAsIkciOjAsIkIiOjB9fSwiSXNWaXNpYmxlIjp0cnVlLCJXaWR0aCI6MC4wLCJIZWlnaHQiOjAuMCwiQm9yZGVyU3R5bGUiOm51bGwsIlBhcmVudFN0eWxlIjpudWxsfSwiRGF0ZVN0eWxlIjp7IiRpZCI6IjExMjUiLCJGb250U2V0dGluZ3MiOnsiJGlkIjoiMTEyNiIsIkZvbnRTaXplIjoxMCwiRm9udE5hbWUiOiJDYWxpYnJpIiwiSXNCb2xkIjpmYWxzZSwiSXNJdGFsaWMiOmZhbHNlLCJJc1VuZGVybGluZWQiOmZhbHNlLCJQYXJlbnRTdHlsZSI6bnVsbH0sIkF1dG9TaXplIjowLCJGb3JlZ3JvdW5kIjp7IiRpZCI6IjExMjciLCJDb2xvciI6eyIkaWQiOiIxMTI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I5IiwiVG9wIjowLjAsIkxlZnQiOjAuMCwiUmlnaHQiOjAuMCwiQm90dG9tIjowLjB9LCJQYWRkaW5nIjp7IiRpZCI6IjExMzAiLCJUb3AiOjAuMCwiTGVmdCI6MC4wLCJSaWdodCI6MC4wLCJCb3R0b20iOjAuMH0sIkJhY2tncm91bmQiOnsiJGlkIjoiMTEzMSIsIkNvbG9yIjp7IiRpZCI6IjExMzIiLCJBIjo4OSwiUiI6MCwiRyI6MCwiQiI6MH19LCJJc1Zpc2libGUiOnRydWUsIldpZHRoIjowLjAsIkhlaWdodCI6MC4wLCJCb3JkZXJTdHlsZSI6bnVsbCwiUGFyZW50U3R5bGUiOm51bGx9LCJEYXRlRm9ybWF0Ijp7IiRpZCI6IjEx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zNCIsIkZvcm1hdCI6MCwiSXNWaXNpYmxlIjpmYWxzZSwiTGFzdEtub3duVmlzaWJpbGl0eVN0YXRlIjpmYWxzZX0sIklzVmlzaWJsZSI6dHJ1ZSwiUGFyZW50U3R5bGUiOm51bGx9LCJEZWZhdWx0U3dpbWxhbmVNaWxlc3RvbmVTdHlsZSI6eyIkaWQiOiIxMTM1IiwiVGl0bGVQb3NpdGlvbiI6IkxlZnQiLCJEYXRlUG9zaXRpb24iOiJMZWZ0IiwiU2hhcGVUeXBlIjoxMywiU2hhcGVTaXplIjoxLCJTcGFjaW5nIjo1LCJTaGFwZVN0eWxlIjp7IiRpZCI6IjExMzYiLCJNYXJnaW4iOnsiJGlkIjoiMTEzNyIsIlRvcCI6MC4wLCJMZWZ0IjowLjAsIlJpZ2h0IjowLjAsIkJvdHRvbSI6MC4wfSwiUGFkZGluZyI6eyIkaWQiOiIxMTM4IiwiVG9wIjowLjAsIkxlZnQiOjAuMCwiUmlnaHQiOjAuMCwiQm90dG9tIjowLjB9LCJCYWNrZ3JvdW5kIjp7IiRpZCI6IjExMzkiLCJDb2xvciI6eyIkaWQiOiIxMTQwIiwiQSI6MjU1LCJSIjoyMzcsIkciOjEyNSwiQiI6NDl9fSwiSXNWaXNpYmxlIjp0cnVlLCJXaWR0aCI6MTguMCwiSGVpZ2h0IjoyMC4wLCJCb3JkZXJTdHlsZSI6eyIkaWQiOiIxMTQxIiwiTGluZUNvbG9yIjp7IiRpZCI6IjExNDIiLCIkdHlwZSI6Ik5MUkUuQ29tbW9uLkRvbS5Tb2xpZENvbG9yQnJ1c2gsIE5MUkUuQ29tbW9uIiwiQ29sb3IiOnsiJGlkIjoiMTE0MyIsIkEiOjI1NSwiUiI6MjM0LCJHIjoyMiwiQiI6MzB9fSwiTGluZVdlaWdodCI6MC4wLCJMaW5lVHlwZSI6MCwiUGFyZW50U3R5bGUiOm51bGx9LCJQYXJlbnRTdHlsZSI6bnVsbH0sIlRpdGxlU3R5bGUiOnsiJGlkIjoiMTE0NCIsIkZvbnRTZXR0aW5ncyI6eyIkaWQiOiIxMTQ1IiwiRm9udFNpemUiOjEwLCJGb250TmFtZSI6Ik1vbnRzZXJyYXQiLCJJc0JvbGQiOmZhbHNlLCJJc0l0YWxpYyI6ZmFsc2UsIklzVW5kZXJsaW5lZCI6ZmFsc2UsIlBhcmVudFN0eWxlIjpudWxsfSwiQXV0b1NpemUiOjAsIkZvcmVncm91bmQiOnsiJGlkIjoiMTE0NiIsIkNvbG9yIjp7IiRpZCI6IjExNDc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E0OCIsIlRvcCI6MC4wLCJMZWZ0IjowLjAsIlJpZ2h0IjowLjAsIkJvdHRvbSI6MC4wfSwiUGFkZGluZyI6eyIkaWQiOiIxMTQ5IiwiVG9wIjowLjAsIkxlZnQiOjAuMCwiUmlnaHQiOjAuMCwiQm90dG9tIjowLjB9LCJCYWNrZ3JvdW5kIjp7IiRpZCI6IjExNTAiLCJDb2xvciI6eyIkaWQiOiIxMTUxIiwiQSI6ODksIlIiOjAsIkciOjAsIkIiOjB9fSwiSXNWaXNpYmxlIjp0cnVlLCJXaWR0aCI6MC4wLCJIZWlnaHQiOjAuMCwiQm9yZGVyU3R5bGUiOm51bGwsIlBhcmVudFN0eWxlIjpudWxsfSwiRGF0ZVN0eWxlIjp7IiRpZCI6IjExNTIiLCJGb250U2V0dGluZ3MiOnsiJGlkIjoiMTE1MyIsIkZvbnRTaXplIjoxMCwiRm9udE5hbWUiOiJDYWxpYnJpIiwiSXNCb2xkIjpmYWxzZSwiSXNJdGFsaWMiOmZhbHNlLCJJc1VuZGVybGluZWQiOmZhbHNlLCJQYXJlbnRTdHlsZSI6bnVsbH0sIkF1dG9TaXplIjowLCJGb3JlZ3JvdW5kIjp7IiRpZCI6IjExNTQiLCJDb2xvciI6eyIkaWQiOiIxMTU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TU2IiwiVG9wIjowLjAsIkxlZnQiOjAuMCwiUmlnaHQiOjAuMCwiQm90dG9tIjowLjB9LCJQYWRkaW5nIjp7IiRpZCI6IjExNTciLCJUb3AiOjAuMCwiTGVmdCI6MC4wLCJSaWdodCI6MC4wLCJCb3R0b20iOjAuMH0sIkJhY2tncm91bmQiOnsiJGlkIjoiMTE1OCIsIkNvbG9yIjp7IiRpZCI6IjExNTkiLCJBIjo4OSwiUiI6MCwiRyI6MCwiQiI6MH19LCJJc1Zpc2libGUiOmZhbHNlLCJXaWR0aCI6MC4wLCJIZWlnaHQiOjAuMCwiQm9yZGVyU3R5bGUiOm51bGwsIlBhcmVudFN0eWxlIjpudWxsfSwiRGF0ZUZvcm1hdCI6eyIkaWQiOiIxMTY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jEiLCJGb3JtYXQiOjAsIklzVmlzaWJsZSI6ZmFsc2UsIkxhc3RLbm93blZpc2liaWxpdHlTdGF0ZSI6ZmFsc2V9LCJJc1Zpc2libGUiOnRydWUsIlBhcmVudFN0eWxlIjpudWxsfSwiRGVmYXVsdFN3aW1sYW5lQWN0aXZpdHlTdHlsZSI6eyIkaWQiOiIxMTYyIiwiSGVhZGVyU3R5bGUiOnsiJGlkIjoiMTE2MyIsIlRleHRTdHlsZSI6eyIkaWQiOiIxMTY0IiwiRm9udFNldHRpbmdzIjp7IiRpZCI6IjExNjUiLCJGb250U2l6ZSI6MTIsIkZvbnROYW1lIjoiQ2FsaWJyaSIsIklzQm9sZCI6ZmFsc2UsIklzSXRhbGljIjpmYWxzZSwiSXNVbmRlcmxpbmVkIjpmYWxzZSwiUGFyZW50U3R5bGUiOm51bGx9LCJBdXRvU2l6ZSI6MCwiRm9yZWdyb3VuZCI6eyIkaWQiOiIxMTY2IiwiQ29sb3IiOnsiJGlkIjoiMTE2NyIsIkEiOjI1NSwiUiI6MCwiRyI6MCwiQiI6MH19LCJNYXhXaWR0aCI6MC4wLCJNYXhIZWlnaHQiOjAuMCwiU21hcnRGb3JlZ3JvdW5kSXNBY3RpdmUiOmZhbHNlLCJIb3Jpem9udGFsQWxpZ25tZW50IjowLCJWZXJ0aWNhbEFsaWdubWVudCI6MCwiU21hcnRGb3JlZ3JvdW5kIjpudWxsLCJCYWNrZ3JvdW5kRmlsbFR5cGUiOjAsIk1hcmdpbiI6eyIkaWQiOiIxMTY4IiwiVG9wIjowLjAsIkxlZnQiOjAuMCwiUmlnaHQiOjAuMCwiQm90dG9tIjowLjB9LCJQYWRkaW5nIjp7IiRpZCI6IjExNjkiLCJUb3AiOjAuMCwiTGVmdCI6MC4wLCJSaWdodCI6MC4wLCJCb3R0b20iOjAuMH0sIkJhY2tncm91bmQiOm51bGwsIklzVmlzaWJsZSI6ZmFsc2UsIldpZHRoIjowLjAsIkhlaWdodCI6MC4wLCJCb3JkZXJTdHlsZSI6bnVsbCwiUGFyZW50U3R5bGUiOm51bGx9LCJSZWN0YW5nbGVTdHlsZSI6eyIkaWQiOiIxMTcwIiwiTWFyZ2luIjp7IiRpZCI6IjExNzEiLCJUb3AiOjAuMCwiTGVmdCI6MC4wLCJSaWdodCI6MC4wLCJCb3R0b20iOjAuMH0sIlBhZGRpbmciOnsiJGlkIjoiMTE3MiIsIlRvcCI6MC4wLCJMZWZ0IjowLjAsIlJpZ2h0IjowLjAsIkJvdHRvbSI6MC4wfSwiQmFja2dyb3VuZCI6eyIkaWQiOiIxMTczIiwiQ29sb3IiOnsiJGlkIjoiMTE3NCIsIkEiOjYzLCJSIjoyLCJHIjoxNzgsIkIiOjIzOH19LCJJc1Zpc2libGUiOmZhbHNlLCJXaWR0aCI6MC4wLCJIZWlnaHQiOjAuMCwiQm9yZGVyU3R5bGUiOnsiJGlkIjoiMTE3NSIsIkxpbmVDb2xvciI6eyIkaWQiOiIxMTc2IiwiJHR5cGUiOiJOTFJFLkNvbW1vbi5Eb20uU29saWRDb2xvckJydXNoLCBOTFJFLkNvbW1vbiIsIkNvbG9yIjp7IiRpZCI6IjExNzciLCJBIjoyNTUsIlIiOjI1NSwiRyI6MCwiQiI6MH19LCJMaW5lV2VpZ2h0IjowLjAsIkxpbmVUeXBlIjowLCJQYXJlbnRTdHlsZSI6bnVsbH0sIlBhcmVudFN0eWxlIjpudWxsfSwiTWFyZ2luIjp7IiRpZCI6IjExNzgiLCJUb3AiOjAuMCwiTGVmdCI6MC4wLCJSaWdodCI6MC4wLCJCb3R0b20iOjAuMH0sIlBhZGRpbmciOnsiJGlkIjoiMTE3OSIsIlRvcCI6MC4wLCJMZWZ0IjowLjAsIlJpZ2h0IjowLjAsIkJvdHRvbSI6MC4wfSwiQmFja2dyb3VuZCI6bnVsbCwiSXNWaXNpYmxlIjp0cnVlLCJXaWR0aCI6MC4wLCJIZWlnaHQiOjAuMCwiQm9yZGVyU3R5bGUiOm51bGwsIlBhcmVudFN0eWxlIjpudWxsfSwiQmFja2dyb3VuZFN0eWxlIjp7IiRpZCI6IjExODAiLCJNYXJnaW4iOnsiJGlkIjoiMTE4MSIsIlRvcCI6MC4wLCJMZWZ0IjowLjAsIlJpZ2h0IjowLjAsIkJvdHRvbSI6MC4wfSwiUGFkZGluZyI6eyIkaWQiOiIxMTgyIiwiVG9wIjowLjAsIkxlZnQiOjAuMCwiUmlnaHQiOjAuMCwiQm90dG9tIjowLjB9LCJCYWNrZ3JvdW5kIjp7IiRpZCI6IjExODMiLCJDb2xvciI6eyIkaWQiOiIxMTg0IiwiQSI6MzgsIlIiOjkxLCJHIjoxNTUsIkIiOjIxM319LCJJc1Zpc2libGUiOnRydWUsIldpZHRoIjowLjAsIkhlaWdodCI6MC4wLCJCb3JkZXJTdHlsZSI6eyIkaWQiOiIxMTg1IiwiTGluZUNvbG9yIjp7IiRpZCI6IjExODYiLCIkdHlwZSI6Ik5MUkUuQ29tbW9uLkRvbS5Tb2xpZENvbG9yQnJ1c2gsIE5MUkUuQ29tbW9uIiwiQ29sb3IiOnsiJGlkIjoiMTE4NyIsIkEiOjI1NSwiUiI6MjM0LCJHIjoyMiwiQiI6MzB9fSwiTGluZVdlaWdodCI6MC4wLCJMaW5lVHlwZSI6MCwiUGFyZW50U3R5bGUiOm51bGx9LCJQYXJlbnRTdHlsZSI6bnVsbH0sIk1hcmdpbiI6eyIkaWQiOiIxMTg4IiwiVG9wIjowLjAsIkxlZnQiOjAuMCwiUmlnaHQiOjAuMCwiQm90dG9tIjowLjB9LCJQYWRkaW5nIjp7IiRpZCI6IjExODkiLCJUb3AiOjAuMCwiTGVmdCI6MC4wLCJSaWdodCI6MC4wLCJCb3R0b20iOjAuMH0sIklzVmlzaWJsZSI6dHJ1ZSwiV2lkdGgiOjAuMCwiSGVpZ2h0IjowLjAsIkJvcmRlclN0eWxlIjpudWxsLCJQYXJlbnRTdHlsZSI6bnVsbH0sIk1hcmdpbiI6eyIkaWQiOiIxMTkwIiwiVG9wIjowLjAsIkxlZnQiOjAuMCwiUmlnaHQiOjAuMCwiQm90dG9tIjowLjB9LCJQYWRkaW5nIjp7IiRpZCI6IjExOTEiLCJUb3AiOjAuMCwiTGVmdCI6MC4wLCJSaWdodCI6MC4wLCJCb3R0b20iOjAuMH0sIklzVmlzaWJsZSI6dHJ1ZSwiV2lkdGgiOjAuMCwiSGVpZ2h0IjowLjAsIkJvcmRlclN0eWxlIjp7IiRpZCI6IjExOTIiLCJMaW5lQ29sb3IiOm51bGwsIkxpbmVXZWlnaHQiOjAuMCwiTGluZVR5cGUiOjAsIlBhcmVudFN0eWxlIjpudWxsfSwiUGFyZW50U3R5bGUiOm51bGx9LCJfYWRkaXRpb25hbFN3aW1sYW5lVjJTdHlsZXMiOlt7IiRpZCI6IjExOTMiLCJTdHlsZUlkIjoiMDAwMDAwMDAtMDAwMC0wMDAwLTAwMDAtMDAwMDAwMDAwMDAwIiwiSGVhZGVyU3R5bGUiOnsiJGlkIjoiMTE5NCIsIlRleHRJc1ZlcnRpY2FsIjpmYWxzZSwiVGV4dFN0eWxlIjp7IiRpZCI6IjExOTUiLCJGb250U2V0dGluZ3MiOnsiJGlkIjoiMTE5NiIsIkZvbnRTaXplIjoxMCwiRm9udE5hbWUiOiJNb250c2VycmF0IiwiSXNCb2xkIjpmYWxzZSwiSXNJdGFsaWMiOmZhbHNlLCJJc1VuZGVybGluZWQiOmZhbHNlLCJQYXJlbnRTdHlsZSI6bnVsbH0sIkF1dG9TaXplIjoyLCJGb3JlZ3JvdW5kIjp7IiRpZCI6IjExOTciLCJDb2xvciI6eyIkaWQiOiIxMTk4IiwiQSI6MjU1LCJSIjo2MCwiRyI6NTQsIkIiOjQ5fX0sIk1heFdpZHRoIjoiSW5maW5pdHkiLCJNYXhIZWlnaHQiOiJJbmZpbml0eSIsIlNtYXJ0Rm9yZWdyb3VuZElzQWN0aXZlIjpmYWxzZSwiSG9yaXpvbnRhbEFsaWdubWVudCI6MCwiVmVydGljYWxBbGlnbm1lbnQiOjAsIlNtYXJ0Rm9yZWdyb3VuZCI6bnVsbCwiQmFja2dyb3VuZEZpbGxUeXBlIjowLCJNYXJnaW4iOnsiJGlkIjoiMTE5OSIsIlRvcCI6MC4wLCJMZWZ0IjowLjAsIlJpZ2h0IjowLjAsIkJvdHRvbSI6MC4wfSwiUGFkZGluZyI6eyIkaWQiOiIxMjAwIiwiVG9wIjowLjAsIkxlZnQiOjAuMCwiUmlnaHQiOjAuMCwiQm90dG9tIjowLjB9LCJCYWNrZ3JvdW5kIjpudWxsLCJJc1Zpc2libGUiOmZhbHNlLCJXaWR0aCI6MC4wLCJIZWlnaHQiOjAuMCwiQm9yZGVyU3R5bGUiOm51bGwsIlBhcmVudFN0eWxlIjpudWxsfSwiUmVjdGFuZ2xlU3R5bGUiOnsiJGlkIjoiMTIwMSIsIk1hcmdpbiI6eyIkaWQiOiIxMjAyIiwiVG9wIjowLjAsIkxlZnQiOjAuMCwiUmlnaHQiOjAuMCwiQm90dG9tIjowLjB9LCJQYWRkaW5nIjp7IiRpZCI6IjEyMDMiLCJUb3AiOjAuMCwiTGVmdCI6MC4wLCJSaWdodCI6MC4wLCJCb3R0b20iOjAuMH0sIkJhY2tncm91bmQiOnsiJGlkIjoiMTIwNCIsIkNvbG9yIjp7IiRpZCI6IjEyMDUiLCJBIjoyNTUsIlIiOjIzNywiRyI6MTI1LCJCIjo0OX19LCJJc1Zpc2libGUiOnRydWUsIldpZHRoIjowLjAsIkhlaWdodCI6MC4wLCJCb3JkZXJTdHlsZSI6eyIkaWQiOiIxMjA2IiwiTGluZUNvbG9yIjp7IiRpZCI6IjEyMDciLCIkdHlwZSI6Ik5MUkUuQ29tbW9uLkRvbS5Tb2xpZENvbG9yQnJ1c2gsIE5MUkUuQ29tbW9uIiwiQ29sb3IiOnsiJGlkIjoiMTIwOCIsIkEiOjI1NSwiUiI6NjAsIkciOjU0LCJCIjo0OX19LCJMaW5lV2VpZ2h0IjowLjAsIkxpbmVUeXBlIjowLCJQYXJlbnRTdHlsZSI6bnVsbH0sIlBhcmVudFN0eWxlIjpudWxsfSwiTWFyZ2luIjp7IiRpZCI6IjEyMDkiLCJUb3AiOjAuMCwiTGVmdCI6MC4wLCJSaWdodCI6MC4wLCJCb3R0b20iOjAuMH0sIlBhZGRpbmciOnsiJGlkIjoiMTIxMCIsIlRvcCI6MC4wLCJMZWZ0IjowLjAsIlJpZ2h0IjowLjAsIkJvdHRvbSI6MC4wfSwiQmFja2dyb3VuZCI6bnVsbCwiSXNWaXNpYmxlIjp0cnVlLCJXaWR0aCI6MC4wLCJIZWlnaHQiOjAuMCwiQm9yZGVyU3R5bGUiOm51bGwsIlBhcmVudFN0eWxlIjpudWxsfSwiQmFja2dyb3VuZFN0eWxlIjp7IiRpZCI6IjEyMTEiLCJNYXJnaW4iOnsiJGlkIjoiMTIxMiIsIlRvcCI6MC4wLCJMZWZ0IjowLjAsIlJpZ2h0IjowLjAsIkJvdHRvbSI6MC4wfSwiUGFkZGluZyI6eyIkaWQiOiIxMjEzIiwiVG9wIjowLjAsIkxlZnQiOjAuMCwiUmlnaHQiOjAuMCwiQm90dG9tIjowLjB9LCJCYWNrZ3JvdW5kIjp7IiRpZCI6IjEyMTQiLCJDb2xvciI6eyIkaWQiOiIxMjE1IiwiQSI6MzgsIlIiOjIzNywiRyI6MTI1LCJCIjo0OX19LCJJc1Zpc2libGUiOnRydWUsIldpZHRoIjowLjAsIkhlaWdodCI6MC4wLCJCb3JkZXJTdHlsZSI6eyIkaWQiOiIxMjE2IiwiTGluZUNvbG9yIjp7IiRpZCI6IjEyMTciLCIkdHlwZSI6Ik5MUkUuQ29tbW9uLkRvbS5Tb2xpZENvbG9yQnJ1c2gsIE5MUkUuQ29tbW9uIiwiQ29sb3IiOnsiJGlkIjoiMTIxOCIsIkEiOjI1NSwiUiI6MjM0LCJHIjoyMiwiQiI6MzB9fSwiTGluZVdlaWdodCI6MC4wLCJMaW5lVHlwZSI6MCwiUGFyZW50U3R5bGUiOm51bGx9LCJQYXJlbnRTdHlsZSI6bnVsbH0sIklzQWJvdmVUaW1lYmFuZCI6ZmFsc2UsIlNwYWNpbmciOjIsIkRlZmF1bHRTd2ltbGFuZVRhc2tTdHlsZSI6eyIkaWQiOiIxMjE5IiwiJHR5cGUiOiJOTFJFLkNvbW1vbi5Eb20uU3R5bGVzLkV4cGxpY2l0U2V0YWJsZVRhc2tTdHlsZSwgTkxSRS5Db21tb24iLCJTaGFwZSI6OCwiU2hhcGVUaGlja25lc3MiOjEsIkR1cmF0aW9uRm9ybWF0IjowLCJJbmNsdWRlTm9uV29ya2luZ0RheXNJbkR1cmF0aW9uIjpmYWxzZSwiUGVyY2VudGFnZUNvbXBsZXRlU3R5bGUiOnsiJGlkIjoiMTIyMCIsIkZvbnRTZXR0aW5ncyI6eyIkaWQiOiIxMjIxIiwiRm9udFNpemUiOjEwLCJGb250TmFtZSI6IkNhbGlicmkiLCJJc0JvbGQiOmZhbHNlLCJJc0l0YWxpYyI6ZmFsc2UsIklzVW5kZXJsaW5lZCI6ZmFsc2UsIlBhcmVudFN0eWxlIjpudWxsfSwiQXV0b1NpemUiOjAsIkZvcmVncm91bmQiOnsiJGlkIjoiMTIyMiIsIkNvbG9yIjp7IiRpZCI6IjEyMj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jI0IiwiVG9wIjowLjAsIkxlZnQiOjAuMCwiUmlnaHQiOjAuMCwiQm90dG9tIjowLjB9LCJQYWRkaW5nIjp7IiRpZCI6IjEyMjUiLCJUb3AiOjAuMCwiTGVmdCI6MC4wLCJSaWdodCI6MC4wLCJCb3R0b20iOjAuMH0sIkJhY2tncm91bmQiOnsiJGlkIjoiMTIyNiIsIkNvbG9yIjp7IiRpZCI6IjEyMjciLCJBIjo4OSwiUiI6MCwiRyI6MCwiQiI6MH19LCJJc1Zpc2libGUiOnRydWUsIldpZHRoIjowLjAsIkhlaWdodCI6MC4wLCJCb3JkZXJTdHlsZSI6bnVsbCwiUGFyZW50U3R5bGUiOm51bGx9LCJEdXJhdGlvblN0eWxlIjp7IiRpZCI6IjEyMjgiLCJGb250U2V0dGluZ3MiOnsiJGlkIjoiMTIyOSIsIkZvbnRTaXplIjoxMCwiRm9udE5hbWUiOiJDYWxpYnJpIiwiSXNCb2xkIjpmYWxzZSwiSXNJdGFsaWMiOmZhbHNlLCJJc1VuZGVybGluZWQiOmZhbHNlLCJQYXJlbnRTdHlsZSI6bnVsbH0sIkF1dG9TaXplIjowLCJGb3JlZ3JvdW5kIjp7IiRpZCI6IjEyMzAiLCJDb2xvciI6eyIkaWQiOiIxMjM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zMiIsIlRvcCI6MC4wLCJMZWZ0IjowLjAsIlJpZ2h0IjowLjAsIkJvdHRvbSI6MC4wfSwiUGFkZGluZyI6eyIkaWQiOiIxMjMzIiwiVG9wIjowLjAsIkxlZnQiOjAuMCwiUmlnaHQiOjAuMCwiQm90dG9tIjowLjB9LCJCYWNrZ3JvdW5kIjp7IiRpZCI6IjEyMzQiLCJDb2xvciI6eyIkaWQiOiIxMjM1IiwiQSI6ODksIlIiOjAsIkciOjAsIkIiOjB9fSwiSXNWaXNpYmxlIjp0cnVlLCJXaWR0aCI6MC4wLCJIZWlnaHQiOjAuMCwiQm9yZGVyU3R5bGUiOm51bGwsIlBhcmVudFN0eWxlIjpudWxsfSwiSG9yaXpvbnRhbENvbm5lY3RvclN0eWxlIjp7IiRpZCI6IjEyMzYiLCJMaW5lQ29sb3IiOnsiJGlkIjoiMTIzNyIsIiR0eXBlIjoiTkxSRS5Db21tb24uRG9tLlNvbGlkQ29sb3JCcnVzaCwgTkxSRS5Db21tb24iLCJDb2xvciI6eyIkaWQiOiIxMjM4IiwiQSI6MjU1LCJSIjoyMDQsIkciOjIwNCwiQiI6MjA0fX0sIkxpbmVXZWlnaHQiOjEuMCwiTGluZVR5cGUiOjAsIlBhcmVudFN0eWxlIjpudWxsfSwiVmVydGljYWxDb25uZWN0b3JTdHlsZSI6eyIkaWQiOiIxMjM5IiwiTGluZUNvbG9yIjp7IiRpZCI6IjEyNDAiLCIkdHlwZSI6Ik5MUkUuQ29tbW9uLkRvbS5Tb2xpZENvbG9yQnJ1c2gsIE5MUkUuQ29tbW9uIiwiQ29sb3IiOnsiJGlkIjoiMTI0MSIsIkEiOjI1NSwiUiI6MjA0LCJHIjoyMDQsIkIiOjIwNH19LCJMaW5lV2VpZ2h0IjoxLjAsIkxpbmVUeXBlIjowLCJQYXJlbnRTdHlsZSI6bnVsbH0sIk1hcmdpbiI6bnVsbCwiU3RhcnREYXRlUG9zaXRpb24iOjMsIkVuZERhdGVQb3NpdGlvbiI6NCwiRGF0ZUlzVmlzaWJsZSI6dHJ1ZSwiVGl0bGVQb3NpdGlvbiI6MiwiRHVyYXRpb25Qb3NpdGlvbiI6NiwiUGVyY2VudGFnZUNvbXBsZXRlZFBvc2l0aW9uIjo2LCJTcGFjaW5nIjo1LCJJc0JlbG93VGltZWJhbmQiOnRydWUsIlBlcmNlbnRhZ2VDb21wbGV0ZVNoYXBlT3BhY2l0eSI6MzUsIlNoYXBlU3R5bGUiOnsiJGlkIjoiMTI0MiIsIk1hcmdpbiI6eyIkaWQiOiIxMjQzIiwiVG9wIjowLjAsIkxlZnQiOjQuMCwiUmlnaHQiOjQuMCwiQm90dG9tIjowLjB9LCJQYWRkaW5nIjp7IiRpZCI6IjEyNDQiLCJUb3AiOjAuMCwiTGVmdCI6MC4wLCJSaWdodCI6MC4wLCJCb3R0b20iOjAuMH0sIkJhY2tncm91bmQiOnsiJGlkIjoiMTI0NSIsIkNvbG9yIjp7IiRpZCI6IjEyNDYiLCJBIjoyNTUsIlIiOjIzNywiRyI6MTI1LCJCIjo0OX19LCJJc1Zpc2libGUiOnRydWUsIldpZHRoIjowLjAsIkhlaWdodCI6MTYuMCwiQm9yZGVyU3R5bGUiOnsiJGlkIjoiMTI0NyIsIkxpbmVDb2xvciI6eyIkaWQiOiIxMjQ4IiwiJHR5cGUiOiJOTFJFLkNvbW1vbi5Eb20uU29saWRDb2xvckJydXNoLCBOTFJFLkNvbW1vbiIsIkNvbG9yIjp7IiRpZCI6IjEyNDkiLCJBIjoyNTUsIlIiOjIzNCwiRyI6MjIsIkIiOjMwfX0sIkxpbmVXZWlnaHQiOjAuMCwiTGluZVR5cGUiOjAsIlBhcmVudFN0eWxlIjpudWxsfSwiUGFyZW50U3R5bGUiOm51bGx9LCJUaXRsZVN0eWxlIjp7IiRpZCI6IjEyNTAiLCJGb250U2V0dGluZ3MiOnsiJGlkIjoiMTI1MSIsIkZvbnRTaXplIjoxMSwiRm9udE5hbWUiOiJDYWxpYnJpIiwiSXNCb2xkIjp0cnVlLCJJc0l0YWxpYyI6ZmFsc2UsIklzVW5kZXJsaW5lZCI6ZmFsc2UsIlBhcmVudFN0eWxlIjpudWxsfSwiQXV0b1NpemUiOjAsIkZvcmVncm91bmQiOnsiJGlkIjoiMTI1MiIsIkNvbG9yIjp7IiRpZCI6IjEyNTMiLCJBIjoyNTUsIlIiOjAsIkciOjAsIkIiOjB9fSwiTWF4V2lkdGgiOjk2MC4wLCJNYXhIZWlnaHQiOiJJbmZpbml0eSIsIlNtYXJ0Rm9yZWdyb3VuZElzQWN0aXZlIjpmYWxzZSwiSG9yaXpvbnRhbEFsaWdubWVudCI6MSwiVmVydGljYWxBbGlnbm1lbnQiOjAsIlNtYXJ0Rm9yZWdyb3VuZCI6bnVsbCwiQmFja2dyb3VuZEZpbGxUeXBlIjowLCJNYXJnaW4iOnsiJGlkIjoiMTI1NCIsIlRvcCI6MC4wLCJMZWZ0IjowLjAsIlJpZ2h0IjowLjAsIkJvdHRvbSI6MC4wfSwiUGFkZGluZyI6eyIkaWQiOiIxMjU1IiwiVG9wIjowLjAsIkxlZnQiOjAuMCwiUmlnaHQiOjAuMCwiQm90dG9tIjowLjB9LCJCYWNrZ3JvdW5kIjp7IiRpZCI6IjEyNTYiLCJDb2xvciI6eyIkaWQiOiIxMjU3IiwiQSI6ODksIlIiOjAsIkciOjAsIkIiOjB9fSwiSXNWaXNpYmxlIjp0cnVlLCJXaWR0aCI6MC4wLCJIZWlnaHQiOjAuMCwiQm9yZGVyU3R5bGUiOm51bGwsIlBhcmVudFN0eWxlIjpudWxsfSwiRGF0ZVN0eWxlIjp7IiRpZCI6IjEyNTgiLCJGb250U2V0dGluZ3MiOnsiJGlkIjoiMTI1OSIsIkZvbnRTaXplIjoxMCwiRm9udE5hbWUiOiJDYWxpYnJpIiwiSXNCb2xkIjpmYWxzZSwiSXNJdGFsaWMiOmZhbHNlLCJJc1VuZGVybGluZWQiOmZhbHNlLCJQYXJlbnRTdHlsZSI6bnVsbH0sIkF1dG9TaXplIjowLCJGb3JlZ3JvdW5kIjp7IiRpZCI6IjEyNjAiLCJDb2xvciI6eyIkaWQiOiIxMjYx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jYyIiwiVG9wIjowLjAsIkxlZnQiOjAuMCwiUmlnaHQiOjAuMCwiQm90dG9tIjowLjB9LCJQYWRkaW5nIjp7IiRpZCI6IjEyNjMiLCJUb3AiOjAuMCwiTGVmdCI6MC4wLCJSaWdodCI6MC4wLCJCb3R0b20iOjAuMH0sIkJhY2tncm91bmQiOnsiJGlkIjoiMTI2NCIsIkNvbG9yIjp7IiRpZCI6IjEyNjUiLCJBIjo4OSwiUiI6MCwiRyI6MCwiQiI6MH19LCJJc1Zpc2libGUiOnRydWUsIldpZHRoIjowLjAsIkhlaWdodCI6MC4wLCJCb3JkZXJTdHlsZSI6bnVsbCwiUGFyZW50U3R5bGUiOm51bGx9LCJEYXRlRm9ybWF0Ijp7IiRpZCI6IjEy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2NyIsIkZvcm1hdCI6MCwiSXNWaXNpYmxlIjpmYWxzZSwiTGFzdEtub3duVmlzaWJpbGl0eVN0YXRlIjpmYWxzZX0sIklzVmlzaWJsZSI6dHJ1ZSwiUGFyZW50U3R5bGUiOm51bGwsIl9leHBsaWNpdGx5U2V0Ijp7IiRpZCI6IjEyNjg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TI2OSIsIlNoYXBlIjo5LCJDb25uZWN0b3JNYXJnaW4iOnsiJGlkIjoiMTI3MCIsIlRvcCI6MC4wLCJMZWZ0IjoyLjAsIlJpZ2h0IjoyLjAsIkJvdHRvbSI6MC4wfSwiQ29ubmVjdG9yU3R5bGUiOnsiJGlkIjoiMTI3MSIsIkxpbmVDb2xvciI6eyIkaWQiOiIxMjcyIiwiJHR5cGUiOiJOTFJFLkNvbW1vbi5Eb20uU29saWRDb2xvckJydXNoLCBOTFJFLkNvbW1vbiIsIkNvbG9yIjp7IiRpZCI6IjEyNzMiLCJBIjoxMjcsIlIiOjc5LCJHIjoxMjksIkIiOjE4OX19LCJMaW5lV2VpZ2h0IjoxLjAsIkxpbmVUeXBlIjowLCJQYXJlbnRTdHlsZSI6bnVsbH0sIklzQmVsb3dUaW1lYmFuZCI6ZmFsc2UsIlBvc2l0aW9uT25UYXNrIjoxLCJIaWRlRGF0ZSI6ZmFsc2UsIlNoYXBlU2l6ZSI6MSwiU3BhY2luZyI6MC4wLCJQYWRkaW5nIjp7IiRpZCI6IjEyNzQiLCJUb3AiOjUuMCwiTGVmdCI6My4wLCJSaWdodCI6MC4wLCJCb3R0b20iOjIuMH0sIlNoYXBlU3R5bGUiOnsiJGlkIjoiMTI3NSIsIk1hcmdpbiI6eyIkaWQiOiIxMjc2IiwiVG9wIjowLjAsIkxlZnQiOjAuMCwiUmlnaHQiOjAuMCwiQm90dG9tIjowLjB9LCJQYWRkaW5nIjp7IiRpZCI6IjEyNzciLCJUb3AiOjAuMCwiTGVmdCI6MC4wLCJSaWdodCI6MC4wLCJCb3R0b20iOjAuMH0sIkJhY2tncm91bmQiOnsiJGlkIjoiMTI3OCIsIkNvbG9yIjp7IiRpZCI6IjEyNzkiLCJBIjoyNTUsIlIiOjIzNywiRyI6MTI1LCJCIjo0OX19LCJJc1Zpc2libGUiOnRydWUsIldpZHRoIjoxOC4wLCJIZWlnaHQiOjIwLjAsIkJvcmRlclN0eWxlIjp7IiRpZCI6IjEyODAiLCJMaW5lQ29sb3IiOnsiJGlkIjoiMTI4MSIsIiR0eXBlIjoiTkxSRS5Db21tb24uRG9tLlNvbGlkQ29sb3JCcnVzaCwgTkxSRS5Db21tb24iLCJDb2xvciI6eyIkaWQiOiIxMjgyIiwiQSI6MjU1LCJSIjoyMzQsIkciOjIyLCJCIjozMH19LCJMaW5lV2VpZ2h0IjowLjAsIkxpbmVUeXBlIjowLCJQYXJlbnRTdHlsZSI6bnVsbH0sIlBhcmVudFN0eWxlIjpudWxsfSwiVGl0bGVTdHlsZSI6eyIkaWQiOiIxMjgzIiwiRm9udFNldHRpbmdzIjp7IiRpZCI6IjEyODQiLCJGb250U2l6ZSI6MTEsIkZvbnROYW1lIjoiQ2FsaWJyaSIsIklzQm9sZCI6dHJ1ZSwiSXNJdGFsaWMiOmZhbHNlLCJJc1VuZGVybGluZWQiOmZhbHNlLCJQYXJlbnRTdHlsZSI6bnVsbH0sIkF1dG9TaXplIjowLCJGb3JlZ3JvdW5kIjp7IiRpZCI6IjEyODUiLCJDb2xvciI6eyIkaWQiOiIxMjg2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ODciLCJUb3AiOjAuMCwiTGVmdCI6MC4wLCJSaWdodCI6MC4wLCJCb3R0b20iOjAuMH0sIlBhZGRpbmciOnsiJGlkIjoiMTI4OCIsIlRvcCI6MC4wLCJMZWZ0IjowLjAsIlJpZ2h0IjowLjAsIkJvdHRvbSI6MC4wfSwiQmFja2dyb3VuZCI6eyIkaWQiOiIxMjg5IiwiQ29sb3IiOnsiJGlkIjoiMTI5MCIsIkEiOjg5LCJSIjowLCJHIjowLCJCIjowfX0sIklzVmlzaWJsZSI6dHJ1ZSwiV2lkdGgiOjAuMCwiSGVpZ2h0IjowLjAsIkJvcmRlclN0eWxlIjpudWxsLCJQYXJlbnRTdHlsZSI6bnVsbH0sIkRhdGVTdHlsZSI6eyIkaWQiOiIxMjkxIiwiRm9udFNldHRpbmdzIjp7IiRpZCI6IjEyOTIiLCJGb250U2l6ZSI6MTAsIkZvbnROYW1lIjoiQ2FsaWJyaSIsIklzQm9sZCI6ZmFsc2UsIklzSXRhbGljIjpmYWxzZSwiSXNVbmRlcmxpbmVkIjpmYWxzZSwiUGFyZW50U3R5bGUiOm51bGx9LCJBdXRvU2l6ZSI6MCwiRm9yZWdyb3VuZCI6eyIkaWQiOiIxMjkzIiwiQ29sb3IiOnsiJGlkIjoiMTI5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5NSIsIlRvcCI6MC4wLCJMZWZ0IjowLjAsIlJpZ2h0IjowLjAsIkJvdHRvbSI6MC4wfSwiUGFkZGluZyI6eyIkaWQiOiIxMjk2IiwiVG9wIjowLjAsIkxlZnQiOjAuMCwiUmlnaHQiOjAuMCwiQm90dG9tIjowLjB9LCJCYWNrZ3JvdW5kIjp7IiRpZCI6IjEyOTciLCJDb2xvciI6eyIkaWQiOiIxMjk4IiwiQSI6ODksIlIiOjAsIkciOjAsIkIiOjB9fSwiSXNWaXNpYmxlIjp0cnVlLCJXaWR0aCI6MC4wLCJIZWlnaHQiOjAuMCwiQm9yZGVyU3R5bGUiOm51bGwsIlBhcmVudFN0eWxlIjpudWxsfSwiRGF0ZUZvcm1hdCI6eyIkaWQiOiIxMjk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AiLCJGb3JtYXQiOjAsIklzVmlzaWJsZSI6ZmFsc2UsIkxhc3RLbm93blZpc2liaWxpdHlTdGF0ZSI6ZmFsc2V9LCJJc1Zpc2libGUiOnRydWUsIlBhcmVudFN0eWxlIjpudWxsfSwiRGVmYXVsdFN3aW1sYW5lTWlsZXN0b25lU3R5bGUiOnsiJGlkIjoiMTMwMSIsIlRpdGxlUG9zaXRpb24iOiJBYm92ZSIsIkRhdGVQb3NpdGlvbiI6IkxlZnQiLCJTaGFwZVR5cGUiOjE3LCJTaGFwZVNpemUiOjAsIlNwYWNpbmciOjUsIlNoYXBlU3R5bGUiOnsiJGlkIjoiMTMwMiIsIk1hcmdpbiI6eyIkaWQiOiIxMzAzIiwiVG9wIjowLjAsIkxlZnQiOjAuMCwiUmlnaHQiOjAuMCwiQm90dG9tIjowLjB9LCJQYWRkaW5nIjp7IiRpZCI6IjEzMDQiLCJUb3AiOjAuMCwiTGVmdCI6MC4wLCJSaWdodCI6MC4wLCJCb3R0b20iOjAuMH0sIkJhY2tncm91bmQiOnsiJGlkIjoiMTMwNSIsIkNvbG9yIjp7IiRpZCI6IjEzMDYiLCJBIjoyNTUsIlIiOjkxLCJHIjoxNTUsIkIiOjIxM319LCJJc1Zpc2libGUiOnRydWUsIldpZHRoIjoxNC4wLCJIZWlnaHQiOjE0LjAsIkJvcmRlclN0eWxlIjp7IiRpZCI6IjEzMDciLCJMaW5lQ29sb3IiOnsiJGlkIjoiMTMwOCIsIiR0eXBlIjoiTkxSRS5Db21tb24uRG9tLlNvbGlkQ29sb3JCcnVzaCwgTkxSRS5Db21tb24iLCJDb2xvciI6eyIkaWQiOiIxMzA5IiwiQSI6MjU1LCJSIjoyMzQsIkciOjIyLCJCIjozMH19LCJMaW5lV2VpZ2h0IjowLjAsIkxpbmVUeXBlIjowLCJQYXJlbnRTdHlsZSI6bnVsbH0sIlBhcmVudFN0eWxlIjpudWxsfSwiVGl0bGVTdHlsZSI6eyIkaWQiOiIxMzEwIiwiRm9udFNldHRpbmdzIjp7IiRpZCI6IjEzMTEiLCJGb250U2l6ZSI6MTAsIkZvbnROYW1lIjoiTW9udHNlcnJhdCIsIklzQm9sZCI6ZmFsc2UsIklzSXRhbGljIjpmYWxzZSwiSXNVbmRlcmxpbmVkIjpmYWxzZSwiUGFyZW50U3R5bGUiOm51bGx9LCJBdXRvU2l6ZSI6MCwiRm9yZWdyb3VuZCI6eyIkaWQiOiIxMzEyIiwiQ29sb3IiOnsiJGlkIjoiMTMxM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zE0IiwiVG9wIjowLjAsIkxlZnQiOjAuMCwiUmlnaHQiOjAuMCwiQm90dG9tIjowLjB9LCJQYWRkaW5nIjp7IiRpZCI6IjEzMTUiLCJUb3AiOjAuMCwiTGVmdCI6MC4wLCJSaWdodCI6MC4wLCJCb3R0b20iOjAuMH0sIkJhY2tncm91bmQiOnsiJGlkIjoiMTMxNiIsIkNvbG9yIjp7IiRpZCI6IjEzMTciLCJBIjo4OSwiUiI6MCwiRyI6MCwiQiI6MH19LCJJc1Zpc2libGUiOnRydWUsIldpZHRoIjowLjAsIkhlaWdodCI6MC4wLCJCb3JkZXJTdHlsZSI6bnVsbCwiUGFyZW50U3R5bGUiOm51bGx9LCJEYXRlU3R5bGUiOnsiJGlkIjoiMTMxOCIsIkZvbnRTZXR0aW5ncyI6eyIkaWQiOiIxMzE5IiwiRm9udFNpemUiOjEwLCJGb250TmFtZSI6IkNhbGlicmkiLCJJc0JvbGQiOmZhbHNlLCJJc0l0YWxpYyI6ZmFsc2UsIklzVW5kZXJsaW5lZCI6ZmFsc2UsIlBhcmVudFN0eWxlIjpudWxsfSwiQXV0b1NpemUiOjAsIkZvcmVncm91bmQiOnsiJGlkIjoiMTMyMCIsIkNvbG9yIjp7IiRpZCI6IjEzMj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zMjIiLCJUb3AiOjAuMCwiTGVmdCI6MC4wLCJSaWdodCI6MC4wLCJCb3R0b20iOjAuMH0sIlBhZGRpbmciOnsiJGlkIjoiMTMyMyIsIlRvcCI6MC4wLCJMZWZ0IjowLjAsIlJpZ2h0IjowLjAsIkJvdHRvbSI6MC4wfSwiQmFja2dyb3VuZCI6eyIkaWQiOiIxMzI0IiwiQ29sb3IiOnsiJGlkIjoiMTMyNSIsIkEiOjg5LCJSIjowLCJHIjowLCJCIjowfX0sIklzVmlzaWJsZSI6ZmFsc2UsIldpZHRoIjowLjAsIkhlaWdodCI6MC4wLCJCb3JkZXJTdHlsZSI6bnVsbCwiUGFyZW50U3R5bGUiOm51bGx9LCJEYXRlRm9ybWF0Ijp7IiRpZCI6IjEzMjYiLCJGb3JtYXRTdHJpbmciOiJNTU0gZCIsIlNlcGFyYXRvciI6Ii8iLCJVc2VJbnRlcm5hdGlvbmFsRGF0ZUZvcm1hdCI6ZmFsc2UsIkRhdGVJc1Zpc2libGUiOmZhbHNlLCJUaW1lSXNWaXNpYmxlIjpmYWxzZSwiSG91ckRpZ2l0cyI6MSwiQW1QbURlc2lnbmF0b3IiOjIsIlRyaW0wME1pbnV0ZXMiOmZhbHNlLCJMYXN0S25vd25WaXNpYmlsaXR5U3RhdGUiOnsiJGlkIjoiMTMyNyIsIkRhdGVQYXJ0SXNWaXNpYmxlIjp0cnVlLCJUaW1lUGFydElzVmlzaWJsZSI6ZmFsc2V9fSwiV2Vla051bWJlcmluZyI6eyIkaWQiOiIxMzI4IiwiRm9ybWF0IjowLCJJc1Zpc2libGUiOmZhbHNlLCJMYXN0S25vd25WaXNpYmlsaXR5U3RhdGUiOmZhbHNlfSwiSXNWaXNpYmxlIjp0cnVlLCJQYXJlbnRTdHlsZSI6bnVsbH0sIkRlZmF1bHRTd2ltbGFuZUFjdGl2aXR5U3R5bGUiOnsiJGlkIjoiMTMyOSIsIkhlYWRlclN0eWxlIjp7IiRpZCI6IjEzMzAiLCJUZXh0U3R5bGUiOnsiJGlkIjoiMTMzMSIsIkZvbnRTZXR0aW5ncyI6eyIkaWQiOiIxMzMyIiwiRm9udFNpemUiOjExLCJGb250TmFtZSI6IkNhbGlicmkiLCJJc0JvbGQiOmZhbHNlLCJJc0l0YWxpYyI6ZmFsc2UsIklzVW5kZXJsaW5lZCI6ZmFsc2UsIlBhcmVudFN0eWxlIjpudWxsfSwiQXV0b1NpemUiOjIsIkZvcmVncm91bmQiOnsiJGlkIjoiMTMzMyIsIkNvbG9yIjp7IiRpZCI6IjEzMzQ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MzM1IiwiVG9wIjowLjAsIkxlZnQiOjAuMCwiUmlnaHQiOjAuMCwiQm90dG9tIjowLjB9LCJQYWRkaW5nIjp7IiRpZCI6IjEzMzYiLCJUb3AiOjAuMCwiTGVmdCI6MC4wLCJSaWdodCI6MC4wLCJCb3R0b20iOjAuMH0sIkJhY2tncm91bmQiOm51bGwsIklzVmlzaWJsZSI6dHJ1ZSwiV2lkdGgiOjAuMCwiSGVpZ2h0IjowLjAsIkJvcmRlclN0eWxlIjpudWxsLCJQYXJlbnRTdHlsZSI6bnVsbH0sIlJlY3RhbmdsZVN0eWxlIjp7IiRpZCI6IjEzMzciLCJNYXJnaW4iOnsiJGlkIjoiMTMzOCIsIlRvcCI6MC4wLCJMZWZ0IjowLjAsIlJpZ2h0IjowLjAsIkJvdHRvbSI6MC4wfSwiUGFkZGluZyI6eyIkaWQiOiIxMzM5IiwiVG9wIjowLjAsIkxlZnQiOjAuMCwiUmlnaHQiOjAuMCwiQm90dG9tIjowLjB9LCJCYWNrZ3JvdW5kIjp7IiRpZCI6IjEzNDAiLCJDb2xvciI6eyIkaWQiOiIxMzQxIiwiQSI6NjMsIlIiOjIzNywiRyI6MTI1LCJCIjo0OX19LCJJc1Zpc2libGUiOnRydWUsIldpZHRoIjowLjAsIkhlaWdodCI6MC4wLCJCb3JkZXJTdHlsZSI6eyIkaWQiOiIxMzQyIiwiTGluZUNvbG9yIjp7IiRpZCI6IjEzNDMiLCIkdHlwZSI6Ik5MUkUuQ29tbW9uLkRvbS5Tb2xpZENvbG9yQnJ1c2gsIE5MUkUuQ29tbW9uIiwiQ29sb3IiOnsiJGlkIjoiMTM0NCIsIkEiOjI1NSwiUiI6MjU1LCJHIjowLCJCIjowfX0sIkxpbmVXZWlnaHQiOjAuMCwiTGluZVR5cGUiOjAsIlBhcmVudFN0eWxlIjpudWxsfSwiUGFyZW50U3R5bGUiOm51bGx9LCJNYXJnaW4iOnsiJGlkIjoiMTM0NSIsIlRvcCI6MC4wLCJMZWZ0IjowLjAsIlJpZ2h0IjowLjAsIkJvdHRvbSI6MC4wfSwiUGFkZGluZyI6eyIkaWQiOiIxMzQ2IiwiVG9wIjowLjAsIkxlZnQiOjAuMCwiUmlnaHQiOjAuMCwiQm90dG9tIjowLjB9LCJCYWNrZ3JvdW5kIjpudWxsLCJJc1Zpc2libGUiOnRydWUsIldpZHRoIjowLjAsIkhlaWdodCI6MC4wLCJCb3JkZXJTdHlsZSI6bnVsbCwiUGFyZW50U3R5bGUiOm51bGx9LCJCYWNrZ3JvdW5kU3R5bGUiOnsiJGlkIjoiMTM0NyIsIk1hcmdpbiI6eyIkaWQiOiIxMzQ4IiwiVG9wIjowLjAsIkxlZnQiOjAuMCwiUmlnaHQiOjAuMCwiQm90dG9tIjowLjB9LCJQYWRkaW5nIjp7IiRpZCI6IjEzNDkiLCJUb3AiOjAuMCwiTGVmdCI6MC4wLCJSaWdodCI6MC4wLCJCb3R0b20iOjAuMH0sIkJhY2tncm91bmQiOnsiJGlkIjoiMTM1MCIsIkNvbG9yIjp7IiRpZCI6IjEzNTEiLCJBIjozOCwiUiI6MjM3LCJHIjoxMjUsIkIiOjQ5fX0sIklzVmlzaWJsZSI6dHJ1ZSwiV2lkdGgiOjAuMCwiSGVpZ2h0IjowLjAsIkJvcmRlclN0eWxlIjp7IiRpZCI6IjEzNTIiLCJMaW5lQ29sb3IiOnsiJGlkIjoiMTM1MyIsIiR0eXBlIjoiTkxSRS5Db21tb24uRG9tLlNvbGlkQ29sb3JCcnVzaCwgTkxSRS5Db21tb24iLCJDb2xvciI6eyIkaWQiOiIxMzU0IiwiQSI6MjU1LCJSIjoyMzQsIkciOjIyLCJCIjozMH19LCJMaW5lV2VpZ2h0IjowLjAsIkxpbmVUeXBlIjowLCJQYXJlbnRTdHlsZSI6bnVsbH0sIlBhcmVudFN0eWxlIjpudWxsfSwiTWFyZ2luIjp7IiRpZCI6IjEzNTUiLCJUb3AiOjAuMCwiTGVmdCI6MC4wLCJSaWdodCI6MC4wLCJCb3R0b20iOjAuMH0sIlBhZGRpbmciOnsiJGlkIjoiMTM1NiIsIlRvcCI6MC4wLCJMZWZ0IjowLjAsIlJpZ2h0IjowLjAsIkJvdHRvbSI6MC4wfSwiSXNWaXNpYmxlIjp0cnVlLCJXaWR0aCI6MC4wLCJIZWlnaHQiOjAuMCwiQm9yZGVyU3R5bGUiOm51bGwsIlBhcmVudFN0eWxlIjpudWxsfSwiTWFyZ2luIjp7IiRpZCI6IjEzNTciLCJUb3AiOjAuMCwiTGVmdCI6MC4wLCJSaWdodCI6MC4wLCJCb3R0b20iOjAuMH0sIlBhZGRpbmciOnsiJGlkIjoiMTM1OCIsIlRvcCI6MC4wLCJMZWZ0IjowLjAsIlJpZ2h0IjowLjAsIkJvdHRvbSI6MC4wfSwiSXNWaXNpYmxlIjp0cnVlLCJXaWR0aCI6ODc2LjAsIkhlaWdodCI6ODIuMzc5OTk3MjUzNDE3OTY5LCJCb3JkZXJTdHlsZSI6eyIkaWQiOiIxMzU5IiwiTGluZUNvbG9yIjpudWxsLCJMaW5lV2VpZ2h0IjowLjAsIkxpbmVUeXBlIjowLCJQYXJlbnRTdHlsZSI6bnVsbH0sIlBhcmVudFN0eWxlIjpudWxsfV19LCJTY2FsZSI6bnVsbCwiU2NhbGVWMiI6eyIkaWQiOiIxMzYwIiwiU3RhcnREYXRlIjoiMDAwMS0wMS0wMVQwMDowMDowMCIsIkVuZERhdGUiOiIyMDI2LTA1LTE0VDIzOjU5OjAwIiwiQXV0b0RhdGVSYW5nZSI6dHJ1ZSwiV29ya2luZ0RheXMiOjMxLCJGaXNjYWxZZWFyIjp7IiRpZCI6IjEzNjEiLCJTdGFydE1vbnRoIjoxLCJVc2VTdGFydGluZ1llYXJGb3JOdW1iZXJpbmciOnRydWUsIlNob3dGaXNjYWxZZWFyTGFiZWwiOnRydWV9LCJUb2RheU1hcmtlclRleHQiOiJUb2RheSIsIkF1dG9TY2FsZVR5cGUiOmZhbHNlLCJUaW1lYmFuZFNjYWxlcyI6eyIkaWQiOiIxMzYyIiwiVG9wU2NhbGVMYXllciI6eyIkaWQiOiIxMzYzIiwiRm9ybWF0IjoiTU1NIiwiVHlwZSI6MywiR3JvdXBpbmdJbnRlcnZhbHMiOnsiJGlkIjoiMTM2NCIsIklzU2V0IjpmYWxzZSwiR3JvdXBpbmdTdGVwQ291bnQiOjF9fSwiTWlkZGxlU2NhbGVMYXllciI6eyIkaWQiOiIxMzY1IiwiRm9ybWF0IjpudWxsLCJUeXBlIjowLCJHcm91cGluZ0ludGVydmFscyI6eyIkaWQiOiIxMzY2IiwiSXNTZXQiOmZhbHNlLCJHcm91cGluZ1N0ZXBDb3VudCI6MX19LCJCb3R0b21TY2FsZUxheWVyIjp7IiRpZCI6IjEzNjciLCJGb3JtYXQiOm51bGwsIlR5cGUiOjAsIkdyb3VwaW5nSW50ZXJ2YWxzIjp7IiRpZCI6IjEzNjgiLCJJc1NldCI6ZmFsc2UsIkdyb3VwaW5nU3RlcENvdW50IjoxfX19fSwiTWlsZXN0b25lcyI6W10sIlRhc2tzIjpbXSwiU3dpbWxhbmVzIjpbXSwiTXNQcm9qZWN0SXRlbXNUcmVlIjp7IiRpZCI6IjEzNjkiLCJSb290Ijp7IkltcG9ydElkIjpudWxsLCJJc0ltcG9ydGVkIjpmYWxzZSwiQ2hpbGRyZW4iOltdfX0sIk1ldGFkYXRhIjp7IiRpZCI6IjEzNzAiLCJSZWNlbnRDb2xvcnNDb2xsZWN0aW9uIjoiW1wiI0ZGNzBBRDQ3XCIsXCIjRkZGRkMwMDBcIixcIiNGRjVCOUJENVwiLFwiI0ZGRUQ3RDMxXCIsXCIjRkZBNUE1QTVcIl0iLCJTb3VyY2VUZW1wbGF0ZSI6IntcIiRpZFwiOlwiMVwiLFwiSWRcIjpcIjk2NTNlZjc2LTRiYTctNDYwNi1hOTk2LWVjZDhhMzFmNzY3MlwiLFwiQ3VsdHVyZUluZm9OYW1lXCI6XCJlbi1VU1wiLFwiVmVyc2lvblwiOntcIiRpZFwiOlwiMlwiLFwiVGVtcGxhdGVEb21WZXJzaW9uXCI6XCIxLjQuMFwifSxcIkVmZmVjdFwiOjAsXCJTdHlsZVwiOntcIiRpZFwiOlwiM1wiLFwiVGltZWJhbmRTdHlsZVwiOntcIiRpZFwiOlwiNFwiLFwiU2NhbGVNYXJraW5nXCI6MCxcIlNoYXBlXCI6MTcsXCJTaGFwZVN0eWxlXCI6e1wiJGlkXCI6XCI1XCIsXCJNYXJnaW5cIjp7XCIkaWRcIjpcIjZcIixcIlRvcFwiOjAuMCxcIkxlZnRcIjoxMC4wLFwiUmlnaHRcIjoxMC4wLFwiQm90dG9tXCI6MC4wfSxcIlBhZGRpbmdcIjp7XCIkaWRcIjpcIjdcIixcIlRvcFwiOjUuMCxcIkxlZnRcIjoxMy4wLFwiUmlnaHRcIjoxMy4wLFwiQm90dG9tXCI6NS4wfSxcIkJhY2tncm91bmRcIjp7XCIkaWRcIjpcIjhcIixcIkNvbG9yXCI6e1wiJGlkXCI6XCI5XCIsXCJBXCI6MjU1LFwiUlwiOjY4LFwiR1wiOjg0LFwiQlwiOjEwNn19LFwiSXNWaXNpYmxlXCI6dHJ1ZSxcIldpZHRoXCI6ODU4LjAsXCJIZWlnaHRcIjozMC4wLFwiQm9yZGVyU3R5bGVcIjp7XCIkaWRcIjpcIjEwXCIsXCJMaW5lQ29sb3JcIjp7XCIkaWRcIjpcIjExXCIsXCIkdHlwZVwiOlwiTkxSRS5Db21tb24uRG9tLlNvbGlkQ29sb3JCcnVzaCwgTkxSRS5Db21tb25cIixcIkNvbG9yXCI6e1wiJGlkXCI6XCIxMlwiLFwiQVwiOjI1NSxcIlJcIjoyNTUsXCJHXCI6MCxcIkJcIjowfX0sXCJMaW5lV2VpZ2h0XCI6MC4wLFwiTGluZVR5cGVcIjowfX0sXCJNaWRkbGVUaWVyU2hhcGVTdHlsZVwiOntcIiRpZFwiOlwiMTNcIixcIk1hcmdpblwiOntcIiRpZFwiOlwiMTRcIixcIlRvcFwiOjAuMCxcIkxlZnRcIjoxMC4wLFwiUmlnaHRcIjoxMC4wLFwiQm90dG9tXCI6MC4wfSxcIlBhZGRpbmdcIjp7XCIkaWRcIjpcIjE1XCIsXCJUb3BcIjo1LjAsXCJMZWZ0XCI6MTMuMCxcIlJpZ2h0XCI6MTMuMCxcIkJvdHRvbVwiOjUuMH0sXCJCYWNrZ3JvdW5kXCI6e1wiJGlkXCI6XCIxNlwiLFwiQ29sb3JcIjp7XCIkaWRcIjpcIjE3XCIsXCJBXCI6MjU1LFwiUlwiOjY4LFwiR1wiOjg0LFwiQlwiOjEwNn19LFwiSXNWaXNpYmxlXCI6dHJ1ZSxcIldpZHRoXCI6ODU4LjAsXCJIZWlnaHRcIjozMC4wLFwiQm9yZGVyU3R5bGVcIjp7XCIkaWRcIjpcIjE4XCIsXCJMaW5lQ29sb3JcIjp7XCIkaWRcIjpcIjE5XCIsXCIkdHlwZVwiOlwiTkxSRS5Db21tb24uRG9tLlNvbGlkQ29sb3JCcnVzaCwgTkxSRS5Db21tb25cIixcIkNvbG9yXCI6e1wiJGlkXCI6XCIyMFwiLFwiQVwiOjI1NSxcIlJcIjoyNTUsXCJHXCI6MCxcIkJcIjowfX0sXCJMaW5lV2VpZ2h0XCI6MC4wLFwiTGluZVR5cGVcIjowfX0sXCJCb3R0b21UaWVyU2hhcGVTdHlsZVwiOntcIiRpZFwiOlwiMjFcIixcIk1hcmdpblwiOntcIiRpZFwiOlwiMjJcIixcIlRvcFwiOjAuMCxcIkxlZnRcIjoxMC4wLFwiUmlnaHRcIjoxMC4wLFwiQm90dG9tXCI6MC4wfSxcIlBhZGRpbmdcIjp7XCIkaWRcIjpcIjIzXCIsXCJUb3BcIjo1LjAsXCJMZWZ0XCI6MTMuMCxcIlJpZ2h0XCI6MTMuMCxcIkJvdHRvbVwiOjUuMH0sXCJCYWNrZ3JvdW5kXCI6e1wiJGlkXCI6XCIyNFwiLFwiQ29sb3JcIjp7XCIkaWRcIjpcIjI1XCIsXCJBXCI6MjU1LFwiUlwiOjY4LFwiR1wiOjg0LFwiQlwiOjEwNn19LFwiSXNWaXNpYmxlXCI6dHJ1ZSxcIldpZHRoXCI6ODU4LjAsXCJIZWlnaHRcIjoz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EyMSxcIkdcIjoxNjgsXCJCXCI6MTY0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zM1wiLFwiVG9wXCI6MC4wLFwiTGVmdFwiOjAuMCxcIlJpZ2h0XCI6MjAuMCxcIkJvdHRvbVwiOjAuMH0sXCJQYWRkaW5nXCI6e1wiJGlkXCI6XCIzNFwiLFwiVG9wXCI6MC4wLFwiTGVmdFwiOjAuMCxcIlJpZ2h0XCI6MC4wLFwiQm90dG9tXCI6MC4wfSxcIkJhY2tncm91bmRcIjp7XCIkaWRcIjpcIjM1XCIsXCJDb2xvclwiOntcIiRpZFwiOlwiMzZcIixcIkFcIjo4OSxcIlJcIjowLFwiR1wiOjAsXCJCXCI6MH19LFwiSXNWaXNpYmxlXCI6dHJ1ZSxcIldpZHRoXCI6MC4wLFwiSGVpZ2h0XCI6MC4wLFwiQm9yZGVyU3R5bGVcIjpudWxsfSxcIkxlZnRFbmRDYXBzU3R5bGVcIjp7XCIkaWRcIjpcIjM3XCIsXCJGb250U2V0dGluZ3NcIjp7XCIkaWRcIjpcIjM4XCIsXCJGb250U2l6ZVwiOjMyLFwiRm9udE5hbWVcIjpcIkNhbGlicmlcIixcIklzQm9sZFwiOnRydWUsXCJJc0l0YWxpY1wiOmZhbHNlLFwiSXNVbmRlcmxpbmVkXCI6ZmFsc2V9LFwiQXV0b1NpemVcIjowLFwiRm9yZWdyb3VuZFwiOntcIiRpZFwiOlwiMzlcIixcIkNvbG9yXCI6e1wiJGlkXCI6XCI0MFwiLFwiQVwiOjI1NSxcIlJcIjoxMjEsXCJHXCI6MTY4LFwiQlwiOjE2NH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NSxcIkhhc0JlZW5WaXNpYmxlQmVmb3JlXCI6dHJ1ZSxcIkZvbnRTZXR0aW5nc1wiOntcIiRpZFwiOlwiNTdcIixcIkZvbnRTaXplXCI6MTg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UsXCJIYXNCZWVuVmlzaWJsZUJlZm9yZVwiOmZhbHNlLFwiRm9udFNldHRpbmdzXCI6e1wiJGlkXCI6XCI2NFwiLFwiRm9udFNpemVcIjoxOC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ODksXCJSXCI6MCxcIkdcIjowLFwiQlwiOjB9fSxcIklzVmlzaWJsZVwiOmZhbHNlLFwiV2lkdGhcIjowLjAsXCJIZWlnaHRcIjowLjAsXCJCb3JkZXJTdHlsZVwiOm51bGx9LFwiQm90dG9tVGllclNjYWxlU3R5bGVcIjp7XCIkaWRcIjpcIjcxXCIsXCJTaG93U2VnbWVudFNlcGFyYXRvcnNcIjp0cnVlLFwiU2VnbWVudFNlcGFyYXRvck9wYWNpdHlcIjozMCxcIlNoYXBlXCI6NSxcIkhhc0JlZW5WaXNpYmxlQmVmb3JlXCI6ZmFsc2UsXCJGb250U2V0dGluZ3NcIjp7XCIkaWRcIjpcIjcyXCIsXCJGb250U2l6ZVwiOjE4LFwiRm9udE5hbWVcIjpcIkNhbGlicmlcIixcIklzQm9sZFwiOmZhbHNlLFwiSXNJdGFsaWNcIjpmYWxzZSxcIklzVW5kZXJsaW5lZFwiOmZhbHNlfSxcIkF1dG9TaXplXCI6MCxcIkZvcmVncm91bmRcIjp7XCIkaWRcIjpcIjczXCIsXCJDb2xvclwiOntcIiRpZFwiOlwiNzR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VcIixcIlRvcFwiOjAuMCxcIkxlZnRcIjo1LjAsXCJSaWdodFwiOjAuMCxcIkJvdHRvbVwiOjAuMH0sXCJQYWRkaW5nXCI6e1wiJGlkXCI6XCI3NlwiLFwiVG9wXCI6MC4wLFwiTGVmdFwiOjAuMCxcIlJpZ2h0XCI6MC4wLFwiQm90dG9tXCI6MC4wfSxcIkJhY2tncm91bmRcIjp7XCIkaWRcIjpcIjc3XCIsXCJDb2xvclwiOntcIiRpZFwiOlwiNzhcIixcIkFcIjo4OSxcIlJcIjowLFwiR1wiOjAsXCJCXCI6MH19LFwiSXNWaXNpYmxlXCI6ZmFsc2UsXCJXaWR0aFwiOjAuMCxcIkhlaWdodFwiOjAuMCxcIkJvcmRlclN0eWxlXCI6bnVsbH0sXCJTaW5nbGVTY2FsZVNoYXBlU3R5bGVcIjpudWxsLFwiRWxhcHNlZFRpbWVCYWNrZ3JvdW5kXCI6e1wiJGlkXCI6XCI3OVwiLFwiQ29sb3JcIjp7XCIkaWRcIjpcIjgwXCIsXCJBXCI6NzcsXCJSXCI6MjU1LFwiR1wiOjAsXCJCXCI6MH19LFwiQXBwZW5kWWVhck9uWWVhckNoYW5nZVwiOnRydWUsXCJFbGFwc2VkVGltZUZvcm1hdFwiOjAsXCJUb2RheU1hcmtlclBvc2l0aW9uXCI6MCxcIlF1aWNrUG9zaXRpb25cIjowLFwiQWJzb2x1dGVQb3NpdGlvblwiOjEz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OS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wLjAsXCJQYWRkaW5nXCI6e1wiJGlkXCI6XCI5MFwiLFwiVG9wXCI6NS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kxLFwiR1wiOjE1NSxcIkJcIjoyMTN9fSxcIklzVmlzaWJsZVwiOnRydWUsXCJXaWR0aFwiOjE4LjAsXCJIZWlnaHRcIjoyMC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x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U3dpbWxhbmVNaWxlc3RvbmVTdHlsZVwiOntcIiRpZFwiOlwiMTE0XCIsXCJUaXRsZVN0eWxlXCI6e1wiJGlkXCI6XCIxMTVcIixcIkZvbnRTZXR0aW5nc1wiOntcIiRpZFwiOlwiMTE2XCIsXCJGb250U2l6ZVwiOjExLFwiRm9udE5hbWVcIjpcIkNhbGlicmlcIixcIklzQm9sZFwiOnRydWUsXCJJc0l0YWxpY1wiOmZhbHNlLFwiSXNVbmRlcmxpbmVkXCI6ZmFsc2V9LFwiQXV0b1NpemVcIjowLFwiRm9yZWdyb3VuZFwiOntcIiRpZFwiOlwiMTE3XCIsXCJDb2xvclwiOntcIiRpZFwiOlwiMTE4XCIsXCJBXCI6MjU1LFwiUlwiOjAsXCJHXCI6MCxcIkJcIjowfX0sXCJCYWNrZ3JvdW5kRmlsbFR5cGVcIjowLFwiTWF4V2lkdGhcIjoyMDAuMCxcIk1heEhlaWdodFwiOlwiSW5maW5pdHlcIixcIlNtYXJ0Rm9yZWdyb3VuZElzQWN0aXZlXCI6ZmFsc2UsXCJIb3Jpem9udGFsQWxpZ25tZW50XCI6MS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aWRcIjpcIjEyMlwiLFwiQVwiOjg5LFwiUlwiOjAsXCJHXCI6MCxcIkJcIjowfX0sXCJJc1Zpc2libGVcIjp0cnVlLFwiV2lkdGhcIjowLjAsXCJIZWlnaHRcIjowLjAsXCJCb3JkZXJTdHlsZVwiOm51bGx9LFwiRGF0ZVN0eWxlXCI6e1wiJGlkXCI6XCIxMjNcIixcIkZvbnRTZXR0aW5nc1wiOntcIiRpZFwiOlwiMTI0XCIsXCJGb250U2l6ZVwiOjEwLFwiRm9udE5hbWVcIjpcIkNhbGlicmlcIixcIklzQm9sZFwiOmZhbHNlLFwiSXNJdGFsaWNcIjpmYWxzZSxcIklzVW5kZXJsaW5lZFwiOmZhbHNlfSxcIkF1dG9TaXplXCI6MCxcIkZvcmVncm91bmRcIjp7XCIkaWRcIjpcIjEyNVwiLFwiQ29sb3JcIjp7XCIkaWRcIjpcIjEyNl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I3XCIsXCJUb3BcIjowLjAsXCJMZWZ0XCI6MC4wLFwiUmlnaHRcIjowLjAsXCJCb3R0b21cIjowLjB9LFwiUGFkZGluZ1wiOntcIiRpZFwiOlwiMTI4XCIsXCJUb3BcIjowLjAsXCJMZWZ0XCI6MC4wLFwiUmlnaHRcIjowLjAsXCJCb3R0b21cIjowLjB9LFwiQmFja2dyb3VuZFwiOntcIiRpZFwiOlwiMTI5XCIsXCJDb2xvclwiOntcIiRpZFwiOlwiMTMwXCIsXCJBXCI6ODksXCJSXCI6MCxcIkdcIjowLFwiQlwiOjB9fSxcIklzVmlzaWJsZVwiOnRydWUsXCJXaWR0aFwiOjAuMCxcIkhlaWdodFwiOjAuMCxcIkJvcmRlclN0eWxlXCI6bnVsbH0sXCJUaXRsZVBvc2l0aW9uXCI6MixcIkRhdGVQb3NpdGlvblwiOlwiTGVmdFwiLFwiU2hhcGVUeXBlXCI6OSxcIlNoYXBlU2l6ZVwiOjEsXCJTaGFwZVN0eWxlXCI6e1wiJGlkXCI6XCIxMzFcIixcIk1hcmdpblwiOntcIiRpZFwiOlwiMTMyXCIsXCJUb3BcIjowLjAsXCJMZWZ0XCI6MC4wLFwiUmlnaHRcIjowLjAsXCJCb3R0b21cIjowLjB9LFwiUGFkZGluZ1wiOntcIiRpZFwiOlwiMTMzXCIsXCJUb3BcIjowLjAsXCJMZWZ0XCI6MC4wLFwiUmlnaHRcIjowLjAsXCJCb3R0b21cIjowLjB9LFwiQmFja2dyb3VuZFwiOntcIiRpZFwiOlwiMTM0XCIsXCJDb2xvclwiOntcIiRpZFwiOlwiMTM1XCIsXCJBXCI6MjU1LFwiUlwiOjkxLFwiR1wiOjE1NSxcIkJcIjoyMTN9fSxcIklzVmlzaWJsZVwiOnRydWUsXCJXaWR0aFwiOjE4LjAsXCJIZWlnaHRcIjoyMC4wLFwiQm9yZGVyU3R5bGVcIjp7XCIkaWRcIjpcIjEzNlwiLFwiTGluZUNvbG9yXCI6e1wiJGlkXCI6XCIxMzdcIixcIiR0eXBlXCI6XCJOTFJFLkNvbW1vbi5Eb20uU29saWRDb2xvckJydXNoLCBOTFJFLkNvbW1vblwiLFwiQ29sb3JcIjp7XCIkaWRcIjpcIjEzOFwiLFwiQVwiOjI1NSxcIlJcIjoyNTUsXCJHXCI6MCxcIkJcIjowfX0sXCJMaW5lV2VpZ2h0XCI6MC4wLFwiTGluZVR5cGVcIjowfX0sXCJEYXRlRm9ybWF0XCI6e1wiJHJlZlwiOlwiMTEzXCJ9LFwiSXNWaXNpYmxlXCI6dHJ1ZSxcIkdyb3VwSWRcIjpudWxsLFwiU3BhY2luZ1wiOjV9LFwiRGVmYXVsdFRhc2tTdHlsZVwiOntcIiRpZFwiOlwiMTM5XCIsXCJTaGFwZVwiOjgsXCJTaGFwZVRoaWNrbmVzc1wiOjEsXCJEdXJhdGlvbkZvcm1hdFwiOjAsXCJQZXJjZW50YWdlQ29tcGxldGVTdHlsZVwiOntcIiRpZFwiOlwiMTQwXCIsXCJGb250U2V0dGluZ3NcIjp7XCIkaWRcIjpcIjE0MVwiLFwiRm9udFNpemVcIjoxMCxcIkZvbnROYW1lXCI6XCJDYWxpYnJpXCIsXCJJc0JvbGRcIjpmYWxzZSxcIklzSXRhbGljXCI6ZmFsc2UsXCJJc1VuZGVybGluZWRcIjpmYWxzZX0sXCJBdXRvU2l6ZVwiOjAsXCJGb3JlZ3JvdW5kXCI6e1wiJGlkXCI6XCIxNDJcIixcIkNvbG9yXCI6e1wiJGlkXCI6XCIxNDN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NDRcIixcIlRvcFwiOjAuMCxcIkxlZnRcIjowLjAsXCJSaWdodFwiOjAuMCxcIkJvdHRvbVwiOjAuMH0sXCJQYWRkaW5nXCI6e1wiJGlkXCI6XCIxNDVcIixcIlRvcFwiOjAuMCxcIkxlZnRcIjowLjAsXCJSaWdodFwiOjAuMCxcIkJvdHRvbVwiOjAuMH0sXCJCYWNrZ3JvdW5kXCI6e1wiJGlkXCI6XCIxNDZcIixcIkNvbG9yXCI6e1wiJHJlZlwiOlwiMzZcIn19LFwiSXNWaXNpYmxlXCI6dHJ1ZSxcIldpZHRoXCI6MC4wLFwiSGVpZ2h0XCI6MC4wLFwiQm9yZGVyU3R5bGVcIjpudWxsfSxcIkR1cmF0aW9uU3R5bGVcIjp7XCIkaWRcIjpcIjE0N1wiLFwiRm9udFNldHRpbmdzXCI6e1wiJGlkXCI6XCIxNDhcIixcIkZvbnRTaXplXCI6MTAsXCJGb250TmFtZVwiOlwiQ2FsaWJyaVwiLFwiSXNCb2xkXCI6ZmFsc2UsXCJJc0l0YWxpY1wiOmZhbHNlLFwiSXNVbmRlcmxpbmVkXCI6ZmFsc2V9LFwiQXV0b1NpemVcIjowLFwiRm9yZWdyb3VuZFwiOntcIiRpZFwiOlwiMTQ5XCIsXCJDb2xvclwiOntcIiRpZFwiOlwiMTUw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UxXCIsXCJUb3BcIjowLjAsXCJMZWZ0XCI6MC4wLFwiUmlnaHRcIjowLjAsXCJCb3R0b21cIjowLjB9LFwiUGFkZGluZ1wiOntcIiRpZFwiOlwiMTUyXCIsXCJUb3BcIjowLjAsXCJMZWZ0XCI6MC4wLFwiUmlnaHRcIjowLjAsXCJCb3R0b21cIjowLjB9LFwiQmFja2dyb3VuZFwiOntcIiRpZFwiOlwiMTUzXCIsXCJDb2xvclwiOntcIiRyZWZcIjpcIjM2XCJ9fSxcIklzVmlzaWJsZVwiOnRydWUsXCJXaWR0aFwiOjAuMCxcIkhlaWdodFwiOjAuMCxcIkJvcmRlclN0eWxlXCI6bnVsbH0sXCJIb3Jpem9udGFsQ29ubmVjdG9yU3R5bGVcIjp7XCIkaWRcIjpcIjE1NFwiLFwiTGluZUNvbG9yXCI6e1wiJGlkXCI6XCIxNTVcIixcIiR0eXBlXCI6XCJOTFJFLkNvbW1vbi5Eb20uU29saWRDb2xvckJydXNoLCBOTFJFLkNvbW1vblwiLFwiQ29sb3JcIjp7XCIkaWRcIjpcIjE1NlwiLFwiQVwiOjI1NSxcIlJcIjoyMDQsXCJHXCI6MjA0LFwiQlwiOjIwNH19LFwiTGluZVdlaWdodFwiOjEuMCxcIkxpbmVUeXBlXCI6MH0sXCJWZXJ0aWNhbENvbm5lY3RvclN0eWxlXCI6e1wiJGlkXCI6XCIxNTdcIixcIkxpbmVDb2xvclwiOntcIiRpZFwiOlwiMTU4XCIsXCIkdHlwZVwiOlwiTkxSRS5Db21tb24uRG9tLlNvbGlkQ29sb3JCcnVzaCwgTkxSRS5Db21tb25cIixcIkNvbG9yXCI6e1wiJGlkXCI6XCIxNTlcIixcIkFcIjoyNTUsXCJSXCI6MjA0LFwiR1wiOjIwNCxcIkJcIjoyMDR9fSxcIkxpbmVXZWlnaHRcIjoxLjAsXCJMaW5lVHlwZVwiOjB9LFwiTWFyZ2luXCI6bnVsbCxcIlN0YXJ0RGF0ZVBvc2l0aW9uXCI6MyxcIkVuZERhdGVQb3NpdGlvblwiOjQsXCJUaXRsZVBvc2l0aW9uXCI6MixcIkR1cmF0aW9uUG9zaXRpb25cIjo2LFwiUGVyY2VudGFnZUNvbXBsZXRlZFBvc2l0aW9uXCI6NixcIlNwYWNpbmdcIjo1LFwiSXNCZWxvd1RpbWViYW5kXCI6dHJ1ZSxcIlBlcmNlbnRhZ2VDb21wbGV0ZVNoYXBlT3BhY2l0eVwiOjM1LFwiR3JvdXBOYW1lXCI6bnVsbCxcIkF0dGFjaGVkTWlsZXN0b25lc1N0eWxlc1wiOm51bGwsXCJTaGFwZVN0eWxlXCI6e1wiJGlkXCI6XCIxNjBcIixcIk1hcmdpblwiOntcIiRpZFwiOlwiMTYxXCIsXCJUb3BcIjowLjAsXCJMZWZ0XCI6NC4wLFwiUmlnaHRcIjo0LjAsXCJCb3R0b21cIjowLjB9LFwiUGFkZGluZ1wiOntcIiRpZFwiOlwiMTYyXCIsXCJUb3BcIjowLjAsXCJMZWZ0XCI6MC4wLFwiUmlnaHRcIjowLjAsXCJCb3R0b21cIjowLjB9LFwiQmFja2dyb3VuZFwiOntcIiRpZFwiOlwiMTYzXCIsXCJDb2xvclwiOntcIiRpZFwiOlwiMTY0XCIsXCJBXCI6MjU1LFwiUlwiOjAsXCJHXCI6MTE0LFwiQlwiOjE4OH19LFwiSXNWaXNpYmxlXCI6dHJ1ZSxcIldpZHRoXCI6MC4wLFwiSGVpZ2h0XCI6MTYuMCxcIkJvcmRlclN0eWxlXCI6e1wiJGlkXCI6XCIxNjVcIixcIkxpbmVDb2xvclwiOntcIiRpZFwiOlwiMTY2XCIsXCIkdHlwZVwiOlwiTkxSRS5Db21tb24uRG9tLlNvbGlkQ29sb3JCcnVzaCwgTkxSRS5Db21tb25cIixcIkNvbG9yXCI6e1wiJGlkXCI6XCIxNjdcIixcIkFcIjoyNTUsXCJSXCI6MjU1LFwiR1wiOjAsXCJCXCI6MH19LFwiTGluZVdlaWdodFwiOjAuMCxcIkxpbmVUeXBlXCI6MH19LFwiVGl0bGVTdHlsZVwiOntcIiRpZFwiOlwiMTY4XCIsXCJGb250U2V0dGluZ3NcIjp7XCIkaWRcIjpcIjE2OVwiLFwiRm9udFNpemVcIjoxMSxcIkZvbnROYW1lXCI6XCJDYWxpYnJpXCIsXCJJc0JvbGRcIjp0cnVlLFwiSXNJdGFsaWNcIjpmYWxzZSxcIklzVW5kZXJsaW5lZFwiOmZhbHNlfSxcIkF1dG9TaXplXCI6MCxcIkZvcmVncm91bmRcIjp7XCIkaWRcIjpcIjE3MFwiLFwiQ29sb3JcIjp7XCIkaWRcIjpcIjE3MVwiLFwiQVwiOjI1NSxcIlJcIjowLFwiR1wiOjAsXCJCXCI6MH19LFwiQmFja2dyb3VuZEZpbGxUeXBlXCI6MCxcIk1heFdpZHRoXCI6OTYwLjAsXCJNYXhIZWlnaHRcIjpcIkluZmluaXR5XCIsXCJTbWFydEZvcmVncm91bmRJc0FjdGl2ZVwiOmZhbHNlLFwiSG9yaXpvbnRhbEFsaWdubWVudFwiOjEsXCJWZXJ0aWNhbEFsaWdubWVudFwiOjAsXCJTbWFydEZvcmVncm91bmRcIjpudWxsLFwiTWFyZ2luXCI6e1wiJGlkXCI6XCIxNzJcIixcIlRvcFwiOjAuMCxcIkxlZnRcIjowLjAsXCJSaWdodFwiOjAuMCxcIkJvdHRvbVwiOjAuMH0sXCJQYWRkaW5nXCI6e1wiJGlkXCI6XCIxNzNcIixcIlRvcFwiOjAuMCxcIkxlZnRcIjowLjAsXCJSaWdodFwiOjAuMCxcIkJvdHRvbVwiOjAuMH0sXCJCYWNrZ3JvdW5kXCI6e1wiJGlkXCI6XCIxNzRcIixcIkNvbG9yXCI6e1wiJHJlZlwiOlwiMzZcIn19LFwiSXNWaXNpYmxlXCI6dHJ1ZSxcIldpZHRoXCI6MC4wLFwiSGVpZ2h0XCI6MC4wLFwiQm9yZGVyU3R5bGVcIjpudWxsfSxcIkRhdGVTdHlsZVwiOntcIiRpZFwiOlwiMTc1XCIsXCJGb250U2V0dGluZ3NcIjp7XCIkaWRcIjpcIjE3NlwiLFwiRm9udFNpemVcIjoxMCxcIkZvbnROYW1lXCI6XCJDYWxpYnJpXCIsXCJJc0JvbGRcIjpmYWxzZSxcIklzSXRhbGljXCI6ZmFsc2UsXCJJc1VuZGVybGluZWRcIjpmYWxzZX0sXCJBdXRvU2l6ZVwiOjAsXCJGb3JlZ3JvdW5kXCI6e1wiJGlkXCI6XCIxNzdcIixcIkNvbG9yXCI6e1wiJGlkXCI6XCIxNzhcIixcIkFcIjoyNTUsXCJSXCI6NjgsXCJHXCI6ODQsXCJCXCI6MTA2fX0sXCJCYWNrZ3JvdW5kRmlsbFR5cGVcIjowLFwiTWF4V2lkdGhcIjoyMDAuMCxcIk1heEhlaWdodFwiOlwiSW5maW5pdHlcIixcIlNtYXJ0Rm9yZWdyb3VuZElzQWN0aXZlXCI6ZmFsc2UsXCJIb3Jpem9udGFsQWxpZ25tZW50XCI6MSxcIlZlcnRpY2FsQWxpZ25tZW50XCI6MCxcIlNtYXJ0Rm9yZWdyb3VuZFwiOm51bGwsXCJNYXJnaW5cIjp7XCIkaWRcIjpcIjE3OVwiLFwiVG9wXCI6MC4wLFwiTGVmdFwiOjAuMCxcIlJpZ2h0XCI6MC4wLFwiQm90dG9tXCI6MC4wfSxcIlBhZGRpbmdcIjp7XCIkaWRcIjpcIjE4MFwiLFwiVG9wXCI6MC4wLFwiTGVmdFwiOjAuMCxcIlJpZ2h0XCI6MC4wLFwiQm90dG9tXCI6MC4wfSxcIkJhY2tncm91bmRcIjp7XCIkaWRcIjpcIjE4MVwiLFwiQ29sb3JcIjp7XCIkcmVmXCI6XCIzNlwifX0sXCJJc1Zpc2libGVcIjp0cnVlLFwiV2lkdGhcIjowLjAsXCJIZWlnaHRcIjowLjAsXCJCb3JkZXJTdHlsZVwiOm51bGx9LFwiRGF0ZUZvcm1hdFwiOntcIiRpZFwiOlwiMTg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ODNcIixcIkhlYWRlclN0eWxlXCI6e1wiJGlkXCI6XCIxODRcIixcIlRleHRTdHlsZVwiOntcIiRpZFwiOlwiMTg1XCIsXCJGb250U2V0dGluZ3NcIjp7XCIkaWRcIjpcIjE4NlwiLFwiRm9udFNpemVcIjoxMixcIkZvbnROYW1lXCI6XCJDYWxpYnJpXCIsXCJJc0JvbGRcIjpmYWxzZSxcIklzSXRhbGljXCI6ZmFsc2UsXCJJc1VuZGVybGluZWRcIjpmYWxzZX0sXCJBdXRvU2l6ZVwiOjAsXCJGb3JlZ3JvdW5kXCI6e1wiJGlkXCI6XCIxODdcIixcIkNvbG9yXCI6e1wiJGlkXCI6XCIxODh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ODlcIixcIlRvcFwiOjAuMCxcIkxlZnRcIjowLjAsXCJSaWdodFwiOjAuMCxcIkJvdHRvbVwiOjAuMH0sXCJQYWRkaW5nXCI6e1wiJGlkXCI6XCIxOTBcIixcIlRvcFwiOjAuMCxcIkxlZnRcIjowLjAsXCJSaWdodFwiOjAuMCxcIkJvdHRvbVwiOjAuMH0sXCJCYWNrZ3JvdW5kXCI6bnVsbCxcIklzVmlzaWJsZVwiOmZhbHNlLFwiV2lkdGhcIjowLjAsXCJIZWlnaHRcIjowLjAsXCJCb3JkZXJTdHlsZVwiOm51bGx9LFwiUmVjdGFuZ2xlU3R5bGVcIjp7XCIkaWRcIjpcIjE5MVwiLFwiTWFyZ2luXCI6e1wiJGlkXCI6XCIxOTJcIixcIlRvcFwiOjAuMCxcIkxlZnRcIjowLjAsXCJSaWdodFwiOjAuMCxcIkJvdHRvbVwiOjAuMH0sXCJQYWRkaW5nXCI6e1wiJGlkXCI6XCIxOTNcIixcIlRvcFwiOjAuMCxcIkxlZnRcIjowLjAsXCJSaWdodFwiOjAuMCxcIkJvdHRvbVwiOjAuMH0sXCJCYWNrZ3JvdW5kXCI6e1wiJGlkXCI6XCIxOTRcIixcIkNvbG9yXCI6e1wiJGlkXCI6XCIxOTVcIixcIkFcIjoxMjcsXCJSXCI6OTEsXCJHXCI6MTU1LFwiQlwiOjIxM319LFwiSXNWaXNpYmxlXCI6ZmFsc2UsXCJXaWR0aFwiOjAuMCxcIkhlaWdodFwiOjAuMCxcIkJvcmRlclN0eWxlXCI6e1wiJGlkXCI6XCIxOTZcIixcIkxpbmVDb2xvclwiOntcIiRpZFwiOlwiMTk3XCIsXCIkdHlwZVwiOlwiTkxSRS5Db21tb24uRG9tLlNvbGlkQ29sb3JCcnVzaCwgTkxSRS5Db21tb25cIixcIkNvbG9yXCI6e1wiJGlkXCI6XCIxOThcIixcIkFcIjoyNTUsXCJSXCI6MjU1LFwiR1wiOjAsXCJCXCI6MH19LFwiTGluZVdlaWdodFwiOjAuMCxcIkxpbmVUeXBlXCI6MH19LFwiVGV4dElzVmVydGljYWxcIjpmYWxzZX0sXCJCYWNrZ3JvdW5kU3R5bGVcIjp7XCIkaWRcIjpcIjE5OVwiLFwiTWFyZ2luXCI6e1wiJGlkXCI6XCIyMDBcIixcIlRvcFwiOjAuMCxcIkxlZnRcIjowLjAsXCJSaWdodFwiOjAuMCxcIkJvdHRvbVwiOjAuMH0sXCJQYWRkaW5nXCI6e1wiJGlkXCI6XCIyMDFcIixcIlRvcFwiOjAuMCxcIkxlZnRcIjowLjAsXCJSaWdodFwiOjAuMCxcIkJvdHRvbVwiOjAuMH0sXCJCYWNrZ3JvdW5kXCI6e1wiJGlkXCI6XCIyMDJcIixcIkNvbG9yXCI6e1wiJGlkXCI6XCIyMDNcIixcIkFcIjozOCxcIlJcIjo5MSxcIkdcIjoxNTUsXCJCXCI6MjEzfX0sXCJJc1Zpc2libGVcIjp0cnVlLFwiV2lkdGhcIjowLjAsXCJIZWlnaHRcIjowLjAsXCJCb3JkZXJTdHlsZVwiOntcIiRpZFwiOlwiMjA0XCIsXCJMaW5lQ29sb3JcIjp7XCIkaWRcIjpcIjIwNVwiLFwiJHR5cGVcIjpcIk5MUkUuQ29tbW9uLkRvbS5Tb2xpZENvbG9yQnJ1c2gsIE5MUkUuQ29tbW9uXCIsXCJDb2xvclwiOntcIiRpZFwiOlwiMjA2XCIsXCJBXCI6MjU1LFwiUlwiOjI1NSxcIkdcIjowLFwiQlwiOjB9fSxcIkxpbmVXZWlnaHRcIjowLjAsXCJMaW5lVHlwZVwiOjB9fSxcIklzQWJvdmVUaW1lYmFuZFwiOmZhbHNlfSxcIkRlZmF1bHRTd2ltbGFuZVYyU3R5bGVcIjp7XCIkaWRcIjpcIjIwN1wiLFwiSGVhZGVyU3R5bGVcIjp7XCIkaWRcIjpcIjIwOFwiLFwiVGV4dFN0eWxlXCI6e1wiJGlkXCI6XCIyMDlcIixcIkZvbnRTZXR0aW5nc1wiOntcIiRpZFwiOlwiMjEwXCIsXCJGb250U2l6ZVwiOjEyLFwiRm9udE5hbWVcIjpcIkNhbGlicmlcIixcIklzQm9sZFwiOmZhbHNlLFwiSXNJdGFsaWNcIjpmYWxzZSxcIklzVW5kZXJsaW5lZFwiOmZhbHNlfSxcIkF1dG9TaXplXCI6MixcIkZvcmVncm91bmRcIjp7XCIkaWRcIjpcIjIxMVwiLFwiQ29sb3JcIjp7XCIkaWRcIjpcIjIxMlwiLFwiQVwiOjI1NSxcIlJcIjoyNTUsXCJHXCI6MjU1LFwiQlwiOjI1NX19LFwiQmFja2dyb3VuZEZpbGxUeXBlXCI6MCxcIk1heFdpZHRoXCI6XCJJbmZpbml0eVwiLFwiTWF4SGVpZ2h0XCI6MC4wLFwiU21hcnRGb3JlZ3JvdW5kSXNBY3RpdmVcIjpmYWxzZSxcIkhvcml6b250YWxBbGlnbm1lbnRcIjowLFwiVmVydGljYWxBbGlnbm1lbnRcIjowLFwiU21hcnRGb3JlZ3JvdW5kXCI6bnVsbCxcIk1hcmdpblwiOntcIiRpZFwiOlwiMjEzXCIsXCJUb3BcIjowLjAsXCJMZWZ0XCI6MC4wLFwiUmlnaHRcIjowLjAsXCJCb3R0b21cIjowLjB9LFwiUGFkZGluZ1wiOntcIiRpZFwiOlwiMjE0XCIsXCJUb3BcIjowLjAsXCJMZWZ0XCI6MC4wLFwiUmlnaHRcIjowLjAsXCJCb3R0b21cIjowLjB9LFwiQmFja2dyb3VuZFwiOm51bGwsXCJJc1Zpc2libGVcIjp0cnVlLFwiV2lkdGhcIjowLjAsXCJIZWlnaHRcIjowLjAsXCJCb3JkZXJTdHlsZVwiOm51bGx9LFwiUmVjdGFuZ2xlU3R5bGVcIjp7XCIkaWRcIjpcIjIxNVwiLFwiTWFyZ2luXCI6e1wiJGlkXCI6XCIyMTZcIixcIlRvcFwiOjAuMCxcIkxlZnRcIjowLjAsXCJSaWdodFwiOjAuMCxcIkJvdHRvbVwiOjAuMH0sXCJQYWRkaW5nXCI6e1wiJGlkXCI6XCIyMTdcIixcIlRvcFwiOjAuMCxcIkxlZnRcIjowLjAsXCJSaWdodFwiOjAuMCxcIkJvdHRvbVwiOjAuMH0sXCJCYWNrZ3JvdW5kXCI6e1wiJGlkXCI6XCIyMThcIixcIkNvbG9yXCI6e1wiJGlkXCI6XCIyMTlcIixcIkFcIjoyNTUsXCJSXCI6NjgsXCJHXCI6MTE0LFwiQlwiOjE5Nn19LFwiSXNWaXNpYmxlXCI6dHJ1ZSxcIldpZHRoXCI6MC4wLFwiSGVpZ2h0XCI6MC4wLFwiQm9yZGVyU3R5bGVcIjp7XCIkaWRcIjpcIjIyMFwiLFwiTGluZUNvbG9yXCI6e1wiJGlkXCI6XCIyMjFcIixcIiR0eXBlXCI6XCJOTFJFLkNvbW1vbi5Eb20uU29saWRDb2xvckJydXNoLCBOTFJFLkNvbW1vblwiLFwiQ29sb3JcIjp7XCIkaWRcIjpcIjIyMlwiLFwiQVwiOjI1NSxcIlJcIjoyNTUsXCJHXCI6MCxcIkJcIjowfX0sXCJMaW5lV2VpZ2h0XCI6MC4wLFwiTGluZVR5cGVcIjowfX0sXCJUZXh0SXNWZXJ0aWNhbFwiOmZhbHNlfSxcIkJhY2tncm91bmRTdHlsZVwiOntcIiRpZFwiOlwiMjIzXCIsXCJNYXJnaW5cIjpudWxsLFwiUGFkZGluZ1wiOm51bGwsXCJCYWNrZ3JvdW5kXCI6e1wiJGlkXCI6XCIyMjRcIixcIkNvbG9yXCI6e1wiJGlkXCI6XCIyMjVcIixcIkFcIjo1MSxcIlJcIjoxNjUsXCJHXCI6MTY1LFwiQlwiOjE2NX19LFwiSXNWaXNpYmxlXCI6ZmFsc2UsXCJXaWR0aFwiOjAuMCxcIkhlaWdodFwiOjAuMCxcIkJvcmRlclN0eWxlXCI6e1wiJGlkXCI6XCIyMjZcIixcIkxpbmVDb2xvclwiOntcIiRpZFwiOlwiMjI3XCIsXCIkdHlwZVwiOlwiTkxSRS5Db21tb24uRG9tLlNvbGlkQ29sb3JCcnVzaCwgTkxSRS5Db21tb25cIixcIkNvbG9yXCI6e1wiJGlkXCI6XCIyMjhcIixcIkFcIjoyNTUsXCJSXCI6MjU1LFwiR1wiOjAsXCJCXCI6MH19LFwiTGluZVdlaWdodFwiOjAuMCxcIkxpbmVUeXBlXCI6MH19LFwiSXNBYm92ZVRpbWViYW5kXCI6ZmFsc2UsXCJTd2ltbGFuZURlZmF1bHRBY3Rpdml0eVN0eWxlXCI6e1wiJGlkXCI6XCIyMjlcIixcIkhlYWRlclN0eWxlXCI6e1wiJGlkXCI6XCIyMzBcIixcIlRleHRTdHlsZVwiOntcIiRpZFwiOlwiMjMxXCIsXCJGb250U2V0dGluZ3NcIjp7XCIkaWRcIjpcIjIzMlwiLFwiRm9udFNpemVcIjoxMSxcIkZvbnROYW1lXCI6XCJDYWxpYnJpXCIsXCJJc0JvbGRcIjpmYWxzZSxcIklzSXRhbGljXCI6ZmFsc2UsXCJJc1VuZGVybGluZWRcIjpmYWxzZX0sXCJBdXRvU2l6ZVwiOjIsXCJGb3JlZ3JvdW5kXCI6e1wiJGlkXCI6XCIyMzNcIixcIkNvbG9yXCI6e1wiJGlkXCI6XCIyMzRcIixcIkFcIjoyNTUsXCJSXCI6MCxcIkdcIjowLFwiQlwiOjB9fSxcIkJhY2tncm91bmRGaWxsVHlwZVwiOjAsXCJNYXhXaWR0aFwiOlwiSW5maW5pdHlcIixcIk1heEhlaWdodFwiOjAuMCxcIlNtYXJ0Rm9yZWdyb3VuZElzQWN0aXZlXCI6ZmFsc2UsXCJIb3Jpem9udGFsQWxpZ25tZW50XCI6MCxcIlZlcnRpY2FsQWxpZ25tZW50XCI6MCxcIlNtYXJ0Rm9yZWdyb3VuZFwiOm51bGwsXCJNYXJnaW5cIjp7XCIkaWRcIjpcIjIzNVwiLFwiVG9wXCI6MC4wLFwiTGVmdFwiOjAuMCxcIlJpZ2h0XCI6MC4wLFwiQm90dG9tXCI6MC4wfSxcIlBhZGRpbmdcIjp7XCIkaWRcIjpcIjIzNlwiLFwiVG9wXCI6MC4wLFwiTGVmdFwiOjAuMCxcIlJpZ2h0XCI6MC4wLFwiQm90dG9tXCI6MC4wfSxcIkJhY2tncm91bmRcIjpudWxsLFwiSXNWaXNpYmxlXCI6dHJ1ZSxcIldpZHRoXCI6MC4wLFwiSGVpZ2h0XCI6MC4wLFwiQm9yZGVyU3R5bGVcIjpudWxsfSxcIlJlY3RhbmdsZVN0eWxlXCI6e1wiJGlkXCI6XCIyMzdcIixcIk1hcmdpblwiOntcIiRpZFwiOlwiMjM4XCIsXCJUb3BcIjowLjAsXCJMZWZ0XCI6MC4wLFwiUmlnaHRcIjowLjAsXCJCb3R0b21cIjowLjB9LFwiUGFkZGluZ1wiOntcIiRpZFwiOlwiMjM5XCIsXCJUb3BcIjowLjAsXCJMZWZ0XCI6MC4wLFwiUmlnaHRcIjowLjAsXCJCb3R0b21cIjowLjB9LFwiQmFja2dyb3VuZFwiOntcIiRpZFwiOlwiMjQwXCIsXCJDb2xvclwiOntcIiRpZFwiOlwiMjQxXCIsXCJBXCI6NjMsXCJSXCI6NjgsXCJHXCI6MTE0LFwiQlwiOjE5Nn19LFwiSXNWaXNpYmxlXCI6dHJ1ZSxcIldpZHRoXCI6MC4wLFwiSGVpZ2h0XCI6MC4wLFwiQm9yZGVyU3R5bGVcIjp7XCIkaWRcIjpcIjI0MlwiLFwiTGluZUNvbG9yXCI6e1wiJGlkXCI6XCIyNDNcIixcIiR0eXBlXCI6XCJOTFJFLkNvbW1vbi5Eb20uU29saWRDb2xvckJydXNoLCBOTFJFLkNvbW1vblwiLFwiQ29sb3JcIjp7XCIkaWRcIjpcIjI0NFwiLFwiQVwiOjI1NSxcIlJcIjoyNTUsXCJHXCI6MCxcIkJcIjowfX0sXCJMaW5lV2VpZ2h0XCI6MC4wLFwiTGluZVR5cGVcIjowfX19LFwiQmFja2dyb3VuZFN0eWxlXCI6e1wiJGlkXCI6XCIyNDVcIixcIk1hcmdpblwiOm51bGwsXCJQYWRkaW5nXCI6bnVsbCxcIkJhY2tncm91bmRcIjp7XCIkaWRcIjpcIjI0NlwiLFwiQ29sb3JcIjp7XCIkaWRcIjpcIjI0N1wiLFwiQVwiOjUxLFwiUlwiOjE2NSxcIkdcIjoxNjUsXCJCXCI6MTY1fX0sXCJJc1Zpc2libGVcIjpmYWxzZSxcIldpZHRoXCI6MC4wLFwiSGVpZ2h0XCI6MC4wLFwiQm9yZGVyU3R5bGVcIjp7XCIkaWRcIjpcIjI0OFwiLFwiTGluZUNvbG9yXCI6e1wiJGlkXCI6XCIyNDlcIixcIiR0eXBlXCI6XCJOTFJFLkNvbW1vbi5Eb20uU29saWRDb2xvckJydXNoLCBOTFJFLkNvbW1vblwiLFwiQ29sb3JcIjp7XCIkaWRcIjpcIjI1MFwiLFwiQVwiOjI1NSxcIlJcIjoyNTUsXCJHXCI6MCxcIkJcIjowfX0sXCJMaW5lV2VpZ2h0XCI6MC4wLFwiTGluZVR5cGVcIjowfX0sXCJDdXN0b21Td2ltbGFuZU1pbGVzdG9uZVN0eWxlTGlzdFwiOltdLFwiQ3VzdG9tU3dpbWxhbmVUYXNrU3R5bGVMaXN0XCI6W10sXCJJc1Zpc2libGVcIjp0cnVlfSxcIkN1c3RvbVN3aW1sYW5lQWN0aXZpdGllc1N0eWxlTGlzdFwiOltdLFwiSXNWaXNpYmxlXCI6dHJ1ZSxcIlNwYWNpbmdcIjoyfSxcIkN1c3RvbU1pbGVzdG9uZVN0eWxlTGlzdFwiOltdLFwiQ3VzdG9tVGFza1N0eWxlTGlzdFwiOltdLFwiQ3VzdG9tU3dpbWxhbmVEZWZpbml0aW9uU3R5bGVMaXN0XCI6W3tcIiRpZFwiOlwiMjUxXCIsXCJTdHlsZVwiOntcIiRpZFwiOlwiMjUyXCIsXCJIZWFkZXJTdHlsZVwiOntcIiRpZFwiOlwiMjUzXCIsXCJUZXh0U3R5bGVcIjp7XCIkaWRcIjpcIjI1NFwiLFwiRm9udFNldHRpbmdzXCI6e1wiJGlkXCI6XCIyNTVcIixcIkZvbnRTaXplXCI6MTIsXCJGb250TmFtZVwiOlwiQ2FsaWJyaVwiLFwiSXNCb2xkXCI6dHJ1ZSxcIklzSXRhbGljXCI6ZmFsc2UsXCJJc1VuZGVybGluZWRcIjpmYWxzZX0sXCJBdXRvU2l6ZVwiOjAsXCJGb3JlZ3JvdW5kXCI6e1wiJGlkXCI6XCIyNTZcIixcIkNvbG9yXCI6e1wiJGlkXCI6XCIyNTdcIixcIkFcIjoyNTUsXCJSXCI6NjAsXCJHXCI6NTQsXCJCXCI6NDl9fSxcIkJhY2tncm91bmRGaWxsVHlwZVwiOjAsXCJNYXhXaWR0aFwiOjAuMCxcIk1heEhlaWdodFwiOjAuMCxcIlNtYXJ0Rm9yZWdyb3VuZElzQWN0aXZlXCI6ZmFsc2UsXCJIb3Jpem9udGFsQWxpZ25tZW50XCI6MCxcIlZlcnRpY2FsQWxpZ25tZW50XCI6MCxcIlNtYXJ0Rm9yZWdyb3VuZFwiOm51bGwsXCJNYXJnaW5cIjp7XCIkaWRcIjpcIjI1OFwiLFwiVG9wXCI6MC4wLFwiTGVmdFwiOjAuMCxcIlJpZ2h0XCI6MC4wLFwiQm90dG9tXCI6MC4wfSxcIlBhZGRpbmdcIjp7XCIkaWRcIjpcIjI1OVwiLFwiVG9wXCI6MC4wLFwiTGVmdFwiOjAuMCxcIlJpZ2h0XCI6MC4wLFwiQm90dG9tXCI6MC4wfSxcIkJhY2tncm91bmRcIjpudWxsLFwiSXNWaXNpYmxlXCI6ZmFsc2UsXCJXaWR0aFwiOjAuMCxcIkhlaWdodFwiOjAuMCxcIkJvcmRlclN0eWxlXCI6bnVsbH0sXCJSZWN0YW5nbGVTdHlsZVwiOntcIiRpZFwiOlwiMjYwXCIsXCJNYXJnaW5cIjp7XCIkaWRcIjpcIjI2MVwiLFwiVG9wXCI6MC4wLFwiTGVmdFwiOjAuMCxcIlJpZ2h0XCI6MC4wLFwiQm90dG9tXCI6MC4wfSxcIlBhZGRpbmdcIjp7XCIkaWRcIjpcIjI2MlwiLFwiVG9wXCI6MC4wLFwiTGVmdFwiOjAuMCxcIlJpZ2h0XCI6MC4wLFwiQm90dG9tXCI6MC4wfSxcIkJhY2tncm91bmRcIjp7XCIkaWRcIjpcIjI2M1wiLFwiQ29sb3JcIjp7XCIkaWRcIjpcIjI2NFwiLFwiQVwiOjI1NSxcIlJcIjoyNTUsXCJHXCI6MTkyLFwiQlwiOjB9fSxcIklzVmlzaWJsZVwiOmZhbHNlLFwiV2lkdGhcIjowLjAsXCJIZWlnaHRcIjowLjAsXCJCb3JkZXJTdHlsZVwiOntcIiRpZFwiOlwiMjY1XCIsXCJMaW5lQ29sb3JcIjp7XCIkaWRcIjpcIjI2NlwiLFwiJHR5cGVcIjpcIk5MUkUuQ29tbW9uLkRvbS5Tb2xpZENvbG9yQnJ1c2gsIE5MUkUuQ29tbW9uXCIsXCJDb2xvclwiOntcIiRpZFwiOlwiMjY3XCIsXCJBXCI6MjU1LFwiUlwiOjYwLFwiR1wiOjU0LFwiQlwiOjQ5fX0sXCJMaW5lV2VpZ2h0XCI6MC4wLFwiTGluZVR5cGVcIjowfX0sXCJUZXh0SXNWZXJ0aWNhbFwiOmZhbHNlfSxcIkJhY2tncm91bmRTdHlsZVwiOntcIiRpZFwiOlwiMjY4XCIsXCJNYXJnaW5cIjp7XCIkaWRcIjpcIjI2OVwiLFwiVG9wXCI6MC4wLFwiTGVmdFwiOjAuMCxcIlJpZ2h0XCI6MC4wLFwiQm90dG9tXCI6MC4wfSxcIlBhZGRpbmdcIjp7XCIkaWRcIjpcIjI3MFwiLFwiVG9wXCI6MC4wLFwiTGVmdFwiOjAuMCxcIlJpZ2h0XCI6MC4wLFwiQm90dG9tXCI6MC4wfSxcIkJhY2tncm91bmRcIjp7XCIkaWRcIjpcIjI3MVwiLFwiQ29sb3JcIjp7XCIkaWRcIjpcIjI3MlwiLFwiQVwiOjM4LFwiUlwiOjI1NSxcIkdcIjoxOTIsXCJCXCI6MH19LFwiSXNWaXNpYmxlXCI6dHJ1ZSxcIldpZHRoXCI6MC4wLFwiSGVpZ2h0XCI6MC4wLFwiQm9yZGVyU3R5bGVcIjp7XCIkaWRcIjpcIjI3M1wiLFwiTGluZUNvbG9yXCI6e1wiJGlkXCI6XCIyNzRcIixcIiR0eXBlXCI6XCJOTFJFLkNvbW1vbi5Eb20uU29saWRDb2xvckJydXNoLCBOTFJFLkNvbW1vblwiLFwiQ29sb3JcIjp7XCIkaWRcIjpcIjI3NVwiLFwiQVwiOjI1NSxcIlJcIjoyMDgsXCJHXCI6MjA2LFwiQlwiOjIwNn19LFwiTGluZVdlaWdodFwiOjAuMCxcIkxpbmVUeXBlXCI6MH19LFwiSXNBYm92ZVRpbWViYW5kXCI6ZmFsc2V9LFwiQ3VzdG9tU3dpbWxhbmVNaWxlc3RvbmVTdHlsZUxpc3RcIjpbe1wiJGlkXCI6XCIyNzZcIixcIlRpdGxlU3R5bGVcIjp7XCIkaWRcIjpcIjI3N1wiLFwiRm9udFNldHRpbmdzXCI6e1wiJGlkXCI6XCIyNzhcIixcIkZvbnRTaXplXCI6MTEsXCJGb250TmFtZVwiOlwiQ2FsaWJyaVwiLFwiSXNCb2xkXCI6dHJ1ZSxcIklzSXRhbGljXCI6ZmFsc2UsXCJJc1VuZGVybGluZWRcIjpmYWxzZX0sXCJBdXRvU2l6ZVwiOjAsXCJGb3JlZ3JvdW5kXCI6e1wiJGlkXCI6XCIyNzlcIixcIkNvbG9yXCI6e1wiJGlkXCI6XCIyODB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jgxXCIsXCJUb3BcIjowLjAsXCJMZWZ0XCI6MC4wLFwiUmlnaHRcIjowLjAsXCJCb3R0b21cIjowLjB9LFwiUGFkZGluZ1wiOntcIiRpZFwiOlwiMjgyXCIsXCJUb3BcIjowLjAsXCJMZWZ0XCI6MC4wLFwiUmlnaHRcIjowLjAsXCJCb3R0b21cIjowLjB9LFwiQmFja2dyb3VuZFwiOntcIiRyZWZcIjpcIjEwNVwifSxcIklzVmlzaWJsZVwiOnRydWUsXCJXaWR0aFwiOjAuMCxcIkhlaWdodFwiOjAuMCxcIkJvcmRlclN0eWxlXCI6bnVsbH0sXCJEYXRlU3R5bGVcIjp7XCIkaWRcIjpcIjI4M1wiLFwiRm9udFNldHRpbmdzXCI6e1wiJGlkXCI6XCIyODRcIixcIkZvbnRTaXplXCI6MTAsXCJGb250TmFtZVwiOlwiQ2FsaWJyaVwiLFwiSXNCb2xkXCI6ZmFsc2UsXCJJc0l0YWxpY1wiOmZhbHNlLFwiSXNVbmRlcmxpbmVkXCI6ZmFsc2V9LFwiQXV0b1NpemVcIjowLFwiRm9yZWdyb3VuZFwiOntcIiRpZFwiOlwiMjg1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I4NlwiLFwiVG9wXCI6MC4wLFwiTGVmdFwiOjAuMCxcIlJpZ2h0XCI6MC4wLFwiQm90dG9tXCI6MC4wfSxcIlBhZGRpbmdcIjp7XCIkaWRcIjpcIjI4N1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CxcIlNoYXBlU2l6ZVwiOjEsXCJTaGFwZVN0eWxlXCI6e1wiJGlkXCI6XCIyODhcIixcIk1hcmdpblwiOntcIiRpZFwiOlwiMjg5XCIsXCJUb3BcIjowLjAsXCJMZWZ0XCI6MC4wLFwiUmlnaHRcIjowLjAsXCJCb3R0b21cIjowLjB9LFwiUGFkZGluZ1wiOntcIiRpZFwiOlwiMjkwXCIsXCJUb3BcIjowLjAsXCJMZWZ0XCI6MC4wLFwiUmlnaHRcIjowLjAsXCJCb3R0b21cIjowLjB9LFwiQmFja2dyb3VuZFwiOntcIiRpZFwiOlwiMjkxXCIsXCJDb2xvclwiOntcIiRpZFwiOlwiMjkyXCIsXCJBXCI6MjU1LFwiUlwiOjI1NSxcIkdcIjoxOTIsXCJCXCI6MH19LFwiSXNWaXNpYmxlXCI6dHJ1ZSxcIldpZHRoXCI6MTguMCxcIkhlaWdodFwiOjIwLjAsXCJCb3JkZXJTdHlsZVwiOntcIiRpZFwiOlwiMjkzXCIsXCJMaW5lQ29sb3JcIjpudWxsLFwiTGluZVdlaWdodFwiOjAuMCxcIkxpbmVUeXBlXCI6MH19LFwiRGF0ZUZvcm1hdFwiOntcIiRpZFwiOlwiMjk0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zRkM2ZiZDItZjQ2NC00MWUxLTgyOWItYzU3MjRiODRiZDQxXCIsXCJTcGFjaW5nXCI6NX0se1wiJGlkXCI6XCIyOTVcIixcIlRpdGxlU3R5bGVcIjp7XCIkaWRcIjpcIjI5NlwiLFwiRm9udFNldHRpbmdzXCI6e1wiJGlkXCI6XCIyOTdcIixcIkZvbnRTaXplXCI6MTEsXCJGb250TmFtZVwiOlwiQ2FsaWJyaVwiLFwiSXNCb2xkXCI6dHJ1ZSxcIklzSXRhbGljXCI6ZmFsc2UsXCJJc1VuZGVybGluZWRcIjpmYWxzZX0sXCJBdXRvU2l6ZVwiOjIsXCJGb3JlZ3JvdW5kXCI6e1wiJGlkXCI6XCIyOThcIixcIkNvbG9yXCI6e1wiJGlkXCI6XCIyOTlcIixcIkFcIjoyNTUsXCJSXCI6MCxcIkdcIjowLFwiQlwiOjB9fSxcIkJhY2tncm91bmRGaWxsVHlwZVwiOjAsXCJNYXhXaWR0aFwiOjEwMC43NzMzMzMzMzMzMzMzNCxcIk1heEhlaWdodFwiOlwiSW5maW5pdHlcIixcIlNtYXJ0Rm9yZWdyb3VuZElzQWN0aXZlXCI6ZmFsc2UsXCJIb3Jpem9udGFsQWxpZ25tZW50XCI6MCxcIlZlcnRpY2FsQWxpZ25tZW50XCI6MCxcIlNtYXJ0Rm9yZWdyb3VuZFwiOm51bGwsXCJNYXJnaW5cIjp7XCIkaWRcIjpcIjMwMFwiLFwiVG9wXCI6MC4wLFwiTGVmdFwiOjAuMCxcIlJpZ2h0XCI6MC4wLFwiQm90dG9tXCI6MC4wfSxcIlBhZGRpbmdcIjp7XCIkaWRcIjpcIjMwMVwiLFwiVG9wXCI6MC4wLFwiTGVmdFwiOjAuMCxcIlJpZ2h0XCI6MC4wLFwiQm90dG9tXCI6MC4wfSxcIkJhY2tncm91bmRcIjp7XCIkcmVmXCI6XCIxMDVcIn0sXCJJc1Zpc2libGVcIjp0cnVlLFwiV2lkdGhcIjowLjAsXCJIZWlnaHRcIjowLjAsXCJCb3JkZXJTdHlsZVwiOm51bGx9LFwiRGF0ZVN0eWxlXCI6e1wiJGlkXCI6XCIzMDJcIixcIkZvbnRTZXR0aW5nc1wiOntcIiRpZFwiOlwiMzAzXCIsXCJGb250U2l6ZVwiOjEwLFwiRm9udE5hbWVcIjpcIkNhbGlicmlcIixcIklzQm9sZFwiOmZhbHNlLFwiSXNJdGFsaWNcIjpmYWxzZSxcIklzVW5kZXJsaW5lZFwiOmZhbHNlfSxcIkF1dG9TaXplXCI6MCxcIkZvcmVncm91bmRcIjp7XCIkaWRcIjpcIjMwNF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MDVcIixcIlRvcFwiOjAuMCxcIkxlZnRcIjowLjAsXCJSaWdodFwiOjAuMCxcIkJvdHRvbVwiOjAuMH0sXCJQYWRkaW5nXCI6e1wiJGlkXCI6XCIzMDZ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A3XCIsXCJNYXJnaW5cIjp7XCIkaWRcIjpcIjMwOFwiLFwiVG9wXCI6MC4wLFwiTGVmdFwiOjAuMCxcIlJpZ2h0XCI6MC4wLFwiQm90dG9tXCI6MC4wfSxcIlBhZGRpbmdcIjp7XCIkaWRcIjpcIjMwOVwiLFwiVG9wXCI6MC4wLFwiTGVmdFwiOjAuMCxcIlJpZ2h0XCI6MC4wLFwiQm90dG9tXCI6MC4wfSxcIkJhY2tncm91bmRcIjp7XCIkaWRcIjpcIjMxMFwiLFwiQ29sb3JcIjp7XCIkaWRcIjpcIjMxMVwiLFwiQVwiOjI1NSxcIlJcIjoyNTUsXCJHXCI6MTkyLFwiQlwiOjB9fSxcIklzVmlzaWJsZVwiOnRydWUsXCJXaWR0aFwiOjE4LjAsXCJIZWlnaHRcIjoyMC4wLFwiQm9yZGVyU3R5bGVcIjp7XCIkaWRcIjpcIjMxMlwiLFwiTGluZUNvbG9yXCI6bnVsbCxcIkxpbmVXZWlnaHRcIjowLjAsXCJMaW5lVHlwZVwiOjB9fSxcIkRhdGVGb3JtYXRcIjp7XCIkaWRcIjpcIjM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E0XCIsXCJUaXRsZVN0eWxlXCI6e1wiJGlkXCI6XCIzMTVcIixcIkZvbnRTZXR0aW5nc1wiOntcIiRpZFwiOlwiMzE2XCIsXCJGb250U2l6ZVwiOjExLFwiRm9udE5hbWVcIjpcIkNhbGlicmlcIixcIklzQm9sZFwiOnRydWUsXCJJc0l0YWxpY1wiOmZhbHNlLFwiSXNVbmRlcmxpbmVkXCI6ZmFsc2V9LFwiQXV0b1NpemVcIjowLFwiRm9yZWdyb3VuZFwiOntcIiRpZFwiOlwiMzE3XCIsXCJDb2xvclwiOntcIiRpZFwiOlwiMzE4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xOVwiLFwiVG9wXCI6MC4wLFwiTGVmdFwiOjAuMCxcIlJpZ2h0XCI6MC4wLFwiQm90dG9tXCI6MC4wfSxcIlBhZGRpbmdcIjp7XCIkaWRcIjpcIjMyMFwiLFwiVG9wXCI6MC4wLFwiTGVmdFwiOjAuMCxcIlJpZ2h0XCI6MC4wLFwiQm90dG9tXCI6MC4wfSxcIkJhY2tncm91bmRcIjp7XCIkcmVmXCI6XCIxMDVcIn0sXCJJc1Zpc2libGVcIjp0cnVlLFwiV2lkdGhcIjowLjAsXCJIZWlnaHRcIjowLjAsXCJCb3JkZXJTdHlsZVwiOm51bGx9LFwiRGF0ZVN0eWxlXCI6e1wiJGlkXCI6XCIzMjFcIixcIkZvbnRTZXR0aW5nc1wiOntcIiRpZFwiOlwiMzIyXCIsXCJGb250U2l6ZVwiOjEwLFwiRm9udE5hbWVcIjpcIkNhbGlicmlcIixcIklzQm9sZFwiOmZhbHNlLFwiSXNJdGFsaWNcIjpmYWxzZSxcIklzVW5kZXJsaW5lZFwiOmZhbHNlfSxcIkF1dG9TaXplXCI6MCxcIkZvcmVncm91bmRcIjp7XCIkaWRcIjpcIjMyM1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MjRcIixcIlRvcFwiOjAuMCxcIkxlZnRcIjowLjAsXCJSaWdodFwiOjAuMCxcIkJvdHRvbVwiOjAuMH0sXCJQYWRkaW5nXCI6e1wiJGlkXCI6XCIzMjV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I2XCIsXCJNYXJnaW5cIjp7XCIkaWRcIjpcIjMyN1wiLFwiVG9wXCI6MC4wLFwiTGVmdFwiOjAuMCxcIlJpZ2h0XCI6MC4wLFwiQm90dG9tXCI6MC4wfSxcIlBhZGRpbmdcIjp7XCIkaWRcIjpcIjMyOFwiLFwiVG9wXCI6MC4wLFwiTGVmdFwiOjAuMCxcIlJpZ2h0XCI6MC4wLFwiQm90dG9tXCI6MC4wfSxcIkJhY2tncm91bmRcIjp7XCIkaWRcIjpcIjMyOVwiLFwiQ29sb3JcIjp7XCIkaWRcIjpcIjMzMFwiLFwiQVwiOjI1NSxcIlJcIjoyNTUsXCJHXCI6MTkyLFwiQlwiOjB9fSxcIklzVmlzaWJsZVwiOnRydWUsXCJXaWR0aFwiOjE4LjAsXCJIZWlnaHRcIjoyMC4wLFwiQm9yZGVyU3R5bGVcIjp7XCIkaWRcIjpcIjMzMVwiLFwiTGluZUNvbG9yXCI6bnVsbCxcIkxpbmVXZWlnaHRcIjowLjAsXCJMaW5lVHlwZVwiOjB9fSxcIkRhdGVGb3JtYXRcIjp7XCIkaWRcIjpcIjMzMl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MzXCIsXCJUaXRsZVN0eWxlXCI6e1wiJGlkXCI6XCIzMzRcIixcIkZvbnRTZXR0aW5nc1wiOntcIiRpZFwiOlwiMzM1XCIsXCJGb250U2l6ZVwiOjExLFwiRm9udE5hbWVcIjpcIkNhbGlicmlcIixcIklzQm9sZFwiOnRydWUsXCJJc0l0YWxpY1wiOmZhbHNlLFwiSXNVbmRlcmxpbmVkXCI6ZmFsc2V9LFwiQXV0b1NpemVcIjoyLFwiRm9yZWdyb3VuZFwiOntcIiRpZFwiOlwiMzM2XCIsXCJDb2xvclwiOntcIiRpZFwiOlwiMzM3XCIsXCJBXCI6MjU1LFwiUlwiOjAsXCJHXCI6MCxcIkJcIjowfX0sXCJCYWNrZ3JvdW5kRmlsbFR5cGVcIjowLFwiTWF4V2lkdGhcIjo5MC4yOCxcIk1heEhlaWdodFwiOlwiSW5maW5pdHlcIixcIlNtYXJ0Rm9yZWdyb3VuZElzQWN0aXZlXCI6ZmFsc2UsXCJIb3Jpem9udGFsQWxpZ25tZW50XCI6MCxcIlZlcnRpY2FsQWxpZ25tZW50XCI6MCxcIlNtYXJ0Rm9yZWdyb3VuZFwiOm51bGwsXCJNYXJnaW5cIjp7XCIkaWRcIjpcIjMzOFwiLFwiVG9wXCI6MC4wLFwiTGVmdFwiOjAuMCxcIlJpZ2h0XCI6MC4wLFwiQm90dG9tXCI6MC4wfSxcIlBhZGRpbmdcIjp7XCIkaWRcIjpcIjMzOVwiLFwiVG9wXCI6MC4wLFwiTGVmdFwiOjAuMCxcIlJpZ2h0XCI6MC4wLFwiQm90dG9tXCI6MC4wfSxcIkJhY2tncm91bmRcIjp7XCIkcmVmXCI6XCIxMDVcIn0sXCJJc1Zpc2libGVcIjp0cnVlLFwiV2lkdGhcIjowLjAsXCJIZWlnaHRcIjowLjAsXCJCb3JkZXJTdHlsZVwiOm51bGx9LFwiRGF0ZVN0eWxlXCI6e1wiJGlkXCI6XCIzNDBcIixcIkZvbnRTZXR0aW5nc1wiOntcIiRpZFwiOlwiMzQxXCIsXCJGb250U2l6ZVwiOjEwLFwiRm9udE5hbWVcIjpcIkNhbGlicmlcIixcIklzQm9sZFwiOmZhbHNlLFwiSXNJdGFsaWNcIjpmYWxzZSxcIklzVW5kZXJsaW5lZFwiOmZhbHNlfSxcIkF1dG9TaXplXCI6MCxcIkZvcmVncm91bmRcIjp7XCIkaWRcIjpcIjM0Ml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NDNcIixcIlRvcFwiOjAuMCxcIkxlZnRcIjowLjAsXCJSaWdodFwiOjAuMCxcIkJvdHRvbVwiOjAuMH0sXCJQYWRkaW5nXCI6e1wiJGlkXCI6XCIzNDR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Q1XCIsXCJNYXJnaW5cIjp7XCIkaWRcIjpcIjM0NlwiLFwiVG9wXCI6MC4wLFwiTGVmdFwiOjAuMCxcIlJpZ2h0XCI6MC4wLFwiQm90dG9tXCI6MC4wfSxcIlBhZGRpbmdcIjp7XCIkaWRcIjpcIjM0N1wiLFwiVG9wXCI6MC4wLFwiTGVmdFwiOjAuMCxcIlJpZ2h0XCI6MC4wLFwiQm90dG9tXCI6MC4wfSxcIkJhY2tncm91bmRcIjp7XCIkaWRcIjpcIjM0OFwiLFwiQ29sb3JcIjp7XCIkaWRcIjpcIjM0OVwiLFwiQVwiOjI1NSxcIlJcIjoyNTUsXCJHXCI6MTkyLFwiQlwiOjB9fSxcIklzVmlzaWJsZVwiOnRydWUsXCJXaWR0aFwiOjE4LjAsXCJIZWlnaHRcIjoyMC4wLFwiQm9yZGVyU3R5bGVcIjp7XCIkaWRcIjpcIjM1MFwiLFwiTGluZUNvbG9yXCI6bnVsbCxcIkxpbmVXZWlnaHRcIjowLjAsXCJMaW5lVHlwZVwiOjB9fSxcIkRhdGVGb3JtYXRcIjp7XCIkaWRcIjpcIjM1MV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c0ZDNmYmQyLWY0NjQtNDFlMS04MjliLWM1NzI0Yjg0YmQ0MVwiLFwiU3BhY2luZ1wiOjV9LHtcIiRpZFwiOlwiMzUyXCIsXCJUaXRsZVN0eWxlXCI6e1wiJGlkXCI6XCIzNTNcIixcIkZvbnRTZXR0aW5nc1wiOntcIiRpZFwiOlwiMzU0XCIsXCJGb250U2l6ZVwiOjExLFwiRm9udE5hbWVcIjpcIkNhbGlicmlcIixcIklzQm9sZFwiOnRydWUsXCJJc0l0YWxpY1wiOmZhbHNlLFwiSXNVbmRlcmxpbmVkXCI6ZmFsc2V9LFwiQXV0b1NpemVcIjowLFwiRm9yZWdyb3VuZFwiOntcIiRpZFwiOlwiMzU1XCIsXCJDb2xvclwiOntcIiRpZFwiOlwiMzU2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M1N1wiLFwiVG9wXCI6MC4wLFwiTGVmdFwiOjAuMCxcIlJpZ2h0XCI6MC4wLFwiQm90dG9tXCI6MC4wfSxcIlBhZGRpbmdcIjp7XCIkaWRcIjpcIjM1OFwiLFwiVG9wXCI6MC4wLFwiTGVmdFwiOjAuMCxcIlJpZ2h0XCI6MC4wLFwiQm90dG9tXCI6MC4wfSxcIkJhY2tncm91bmRcIjp7XCIkcmVmXCI6XCIxMDVcIn0sXCJJc1Zpc2libGVcIjp0cnVlLFwiV2lkdGhcIjowLjAsXCJIZWlnaHRcIjowLjAsXCJCb3JkZXJTdHlsZVwiOm51bGx9LFwiRGF0ZVN0eWxlXCI6e1wiJGlkXCI6XCIzNTlcIixcIkZvbnRTZXR0aW5nc1wiOntcIiRpZFwiOlwiMzYwXCIsXCJGb250U2l6ZVwiOjEwLFwiRm9udE5hbWVcIjpcIkNhbGlicmlcIixcIklzQm9sZFwiOmZhbHNlLFwiSXNJdGFsaWNcIjpmYWxzZSxcIklzVW5kZXJsaW5lZFwiOmZhbHNlfSxcIkF1dG9TaXplXCI6MCxcIkZvcmVncm91bmRcIjp7XCIkaWRcIjpcIjM2MV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zNjJcIixcIlRvcFwiOjAuMCxcIkxlZnRcIjowLjAsXCJSaWdodFwiOjAuMCxcIkJvdHRvbVwiOjAuMH0sXCJQYWRkaW5nXCI6e1wiJGlkXCI6XCIzNjNcIixcIlRvcFwiOjAuMCxcIkxlZnRcIjowLjAsXCJSaWdodFwiOjAuMCxcIkJvdHRvbVwiOjAuMH0sXCJCYWNrZ3JvdW5kXCI6e1wiJHJlZlwiOlwiMTEyXCJ9LFwiSXNWaXNpYmxlXCI6ZmFsc2UsXCJXaWR0aFwiOjAuMCxcIkhlaWdodFwiOjAuMCxcIkJvcmRlclN0eWxlXCI6bnVsbH0sXCJUaXRsZVBvc2l0aW9uXCI6MixcIkRhdGVQb3NpdGlvblwiOlwiTGVmdFwiLFwiU2hhcGVUeXBlXCI6MTQsXCJTaGFwZVNpemVcIjoxLFwiU2hhcGVTdHlsZVwiOntcIiRpZFwiOlwiMzY0XCIsXCJNYXJnaW5cIjp7XCIkaWRcIjpcIjM2NVwiLFwiVG9wXCI6MC4wLFwiTGVmdFwiOjAuMCxcIlJpZ2h0XCI6MC4wLFwiQm90dG9tXCI6MC4wfSxcIlBhZGRpbmdcIjp7XCIkaWRcIjpcIjM2NlwiLFwiVG9wXCI6MC4wLFwiTGVmdFwiOjAuMCxcIlJpZ2h0XCI6MC4wLFwiQm90dG9tXCI6MC4wfSxcIkJhY2tncm91bmRcIjp7XCIkaWRcIjpcIjM2N1wiLFwiQ29sb3JcIjp7XCIkaWRcIjpcIjM2OFwiLFwiQVwiOjI1NSxcIlJcIjoyNTUsXCJHXCI6MTkyLFwiQlwiOjB9fSxcIklzVmlzaWJsZVwiOnRydWUsXCJXaWR0aFwiOjE4LjAsXCJIZWlnaHRcIjoyMC4wLFwiQm9yZGVyU3R5bGVcIjp7XCIkaWRcIjpcIjM2OVwiLFwiTGluZUNvbG9yXCI6bnVsbCxcIkxpbmVXZWlnaHRcIjowLjAsXCJMaW5lVHlwZVwiOjB9fSxcIkRhdGVGb3JtYXRcIjp7XCIkaWRcIjpcIjM3M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lhNGFiODU5LTU4NGYtNDg5OC05YzdhLTQ2NGJhOWE1YzE1MVwiLFwiU3BhY2luZ1wiOjV9LHtcIiRpZFwiOlwiMzcxXCIsXCJUaXRsZVN0eWxlXCI6e1wiJGlkXCI6XCIzNzJcIixcIkZvbnRTZXR0aW5nc1wiOntcIiRpZFwiOlwiMzczXCIsXCJGb250U2l6ZVwiOjExLFwiRm9udE5hbWVcIjpcIkNhbGlicmlcIixcIklzQm9sZFwiOnRydWUsXCJJc0l0YWxpY1wiOmZhbHNlLFwiSXNVbmRlcmxpbmVkXCI6ZmFsc2V9LFwiQXV0b1NpemVcIjoyLFwiRm9yZWdyb3VuZFwiOntcIiRpZFwiOlwiMzc0XCIsXCJDb2xvclwiOntcIiRpZFwiOlwiMzc1XCIsXCJBXCI6MjU1LFwiUlwiOjAsXCJHXCI6MCxcIkJcIjowfX0sXCJCYWNrZ3JvdW5kRmlsbFR5cGVcIjowLFwiTWF4V2lkdGhcIjo3NC4zOTY2NjY2NjY2NjY2NzUsXCJNYXhIZWlnaHRcIjpcIkluZmluaXR5XCIsXCJTbWFydEZvcmVncm91bmRJc0FjdGl2ZVwiOmZhbHNlLFwiSG9yaXpvbnRhbEFsaWdubWVudFwiOjAsXCJWZXJ0aWNhbEFsaWdubWVudFwiOjAsXCJTbWFydEZvcmVncm91bmRcIjpudWxsLFwiTWFyZ2luXCI6e1wiJGlkXCI6XCIzNzZcIixcIlRvcFwiOjAuMCxcIkxlZnRcIjowLjAsXCJSaWdodFwiOjAuMCxcIkJvdHRvbVwiOjAuMH0sXCJQYWRkaW5nXCI6e1wiJGlkXCI6XCIzNzdcIixcIlRvcFwiOjAuMCxcIkxlZnRcIjowLjAsXCJSaWdodFwiOjAuMCxcIkJvdHRvbVwiOjAuMH0sXCJCYWNrZ3JvdW5kXCI6e1wiJHJlZlwiOlwiMTA1XCJ9LFwiSXNWaXNpYmxlXCI6dHJ1ZSxcIldpZHRoXCI6MC4wLFwiSGVpZ2h0XCI6MC4wLFwiQm9yZGVyU3R5bGVcIjpudWxsfSxcIkRhdGVTdHlsZVwiOntcIiRpZFwiOlwiMzc4XCIsXCJGb250U2V0dGluZ3NcIjp7XCIkaWRcIjpcIjM3OVwiLFwiRm9udFNpemVcIjoxMCxcIkZvbnROYW1lXCI6XCJDYWxpYnJpXCIsXCJJc0JvbGRcIjpmYWxzZSxcIklzSXRhbGljXCI6ZmFsc2UsXCJJc1VuZGVybGluZWRcIjpmYWxzZX0sXCJBdXRvU2l6ZVwiOjAsXCJGb3JlZ3JvdW5kXCI6e1wiJGlkXCI6XCIzO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MzgxXCIsXCJUb3BcIjowLjAsXCJMZWZ0XCI6MC4wLFwiUmlnaHRcIjowLjAsXCJCb3R0b21cIjowLjB9LFwiUGFkZGluZ1wiOntcIiRpZFwiOlwiMzg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0LFwiU2hhcGVTaXplXCI6MSxcIlNoYXBlU3R5bGVcIjp7XCIkaWRcIjpcIjM4M1wiLFwiTWFyZ2luXCI6e1wiJGlkXCI6XCIzODRcIixcIlRvcFwiOjAuMCxcIkxlZnRcIjowLjAsXCJSaWdodFwiOjAuMCxcIkJvdHRvbVwiOjAuMH0sXCJQYWRkaW5nXCI6e1wiJGlkXCI6XCIzODVcIixcIlRvcFwiOjAuMCxcIkxlZnRcIjowLjAsXCJSaWdodFwiOjAuMCxcIkJvdHRvbVwiOjAuMH0sXCJCYWNrZ3JvdW5kXCI6e1wiJGlkXCI6XCIzODZcIixcIkNvbG9yXCI6e1wiJGlkXCI6XCIzODdcIixcIkFcIjoyNTUsXCJSXCI6MjU1LFwiR1wiOjE5MixcIkJcIjowfX0sXCJJc1Zpc2libGVcIjp0cnVlLFwiV2lkdGhcIjoxOC4wLFwiSGVpZ2h0XCI6MjAuMCxcIkJvcmRlclN0eWxlXCI6e1wiJGlkXCI6XCIzODhcIixcIkxpbmVDb2xvclwiOm51bGwsXCJMaW5lV2VpZ2h0XCI6MC4wLFwiTGluZVR5cGVcIjowfX0sXCJEYXRlRm9ybWF0XCI6e1wiJGlkXCI6XCIzO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YTRhYjg1OS01ODRmLTQ4OTgtOWM3YS00NjRiYTlhNWMxNTFcIixcIlNwYWNpbmdcIjo1fSx7XCIkaWRcIjpcIjM5MFwiLFwiVGl0bGVTdHlsZVwiOntcIiRpZFwiOlwiMzkxXCIsXCJGb250U2V0dGluZ3NcIjp7XCIkaWRcIjpcIjM5MlwiLFwiRm9udFNpemVcIjoxMSxcIkZvbnROYW1lXCI6XCJDYWxpYnJpXCIsXCJJc0JvbGRcIjp0cnVlLFwiSXNJdGFsaWNcIjpmYWxzZSxcIklzVW5kZXJsaW5lZFwiOmZhbHNlfSxcIkF1dG9TaXplXCI6MCxcIkZvcmVncm91bmRcIjp7XCIkaWRcIjpcIjM5M1wiLFwiQ29sb3JcIjp7XCIkaWRcIjpcIjM5N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zOTVcIixcIlRvcFwiOjAuMCxcIkxlZnRcIjowLjAsXCJSaWdodFwiOjAuMCxcIkJvdHRvbVwiOjAuMH0sXCJQYWRkaW5nXCI6e1wiJGlkXCI6XCIzOTZcIixcIlRvcFwiOjAuMCxcIkxlZnRcIjowLjAsXCJSaWdodFwiOjAuMCxcIkJvdHRvbVwiOjAuMH0sXCJCYWNrZ3JvdW5kXCI6e1wiJHJlZlwiOlwiMTA1XCJ9LFwiSXNWaXNpYmxlXCI6dHJ1ZSxcIldpZHRoXCI6MC4wLFwiSGVpZ2h0XCI6MC4wLFwiQm9yZGVyU3R5bGVcIjpudWxsfSxcIkRhdGVTdHlsZVwiOntcIiRpZFwiOlwiMzk3XCIsXCJGb250U2V0dGluZ3NcIjp7XCIkaWRcIjpcIjM5OFwiLFwiRm9udFNpemVcIjoxMCxcIkZvbnROYW1lXCI6XCJDYWxpYnJpXCIsXCJJc0JvbGRcIjpmYWxzZSxcIklzSXRhbGljXCI6ZmFsc2UsXCJJc1VuZGVybGluZWRcIjpmYWxzZX0sXCJBdXRvU2l6ZVwiOjAsXCJGb3JlZ3JvdW5kXCI6e1wiJGlkXCI6XCIzOTl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DAwXCIsXCJUb3BcIjowLjAsXCJMZWZ0XCI6MC4wLFwiUmlnaHRcIjowLjAsXCJCb3R0b21cIjowLjB9LFwiUGFkZGluZ1wiOntcIiRpZFwiOlwiNDAx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0LFwiU2hhcGVTaXplXCI6MSxcIlNoYXBlU3R5bGVcIjp7XCIkaWRcIjpcIjQwMlwiLFwiTWFyZ2luXCI6e1wiJGlkXCI6XCI0MDNcIixcIlRvcFwiOjAuMCxcIkxlZnRcIjowLjAsXCJSaWdodFwiOjAuMCxcIkJvdHRvbVwiOjAuMH0sXCJQYWRkaW5nXCI6e1wiJGlkXCI6XCI0MDRcIixcIlRvcFwiOjAuMCxcIkxlZnRcIjowLjAsXCJSaWdodFwiOjAuMCxcIkJvdHRvbVwiOjAuMH0sXCJCYWNrZ3JvdW5kXCI6e1wiJGlkXCI6XCI0MDVcIixcIkNvbG9yXCI6e1wiJGlkXCI6XCI0MDZcIixcIkFcIjoyNTUsXCJSXCI6MjU1LFwiR1wiOjE5MixcIkJcIjowfX0sXCJJc1Zpc2libGVcIjp0cnVlLFwiV2lkdGhcIjoxOC4wLFwiSGVpZ2h0XCI6MjAuMCxcIkJvcmRlclN0eWxlXCI6e1wiJGlkXCI6XCI0MDdcIixcIkxpbmVDb2xvclwiOm51bGwsXCJMaW5lV2VpZ2h0XCI6MC4wLFwiTGluZVR5cGVcIjowfX0sXCJEYXRlRm9ybWF0XCI6e1wiJGlkXCI6XCI0MDh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YTRhYjg1OS01ODRmLTQ4OTgtOWM3YS00NjRiYTlhNWMxNTFcIixcIlNwYWNpbmdcIjo1fSx7XCIkaWRcIjpcIjQwOVwiLFwiVGl0bGVTdHlsZVwiOntcIiRpZFwiOlwiNDEwXCIsXCJGb250U2V0dGluZ3NcIjp7XCIkaWRcIjpcIjQxMVwiLFwiRm9udFNpemVcIjoxMSxcIkZvbnROYW1lXCI6XCJDYWxpYnJpXCIsXCJJc0JvbGRcIjp0cnVlLFwiSXNJdGFsaWNcIjpmYWxzZSxcIklzVW5kZXJsaW5lZFwiOmZhbHNlfSxcIkF1dG9TaXplXCI6MixcIkZvcmVncm91bmRcIjp7XCIkaWRcIjpcIjQxMlwiLFwiQ29sb3JcIjp7XCIkaWRcIjpcIjQxM1wiLFwiQVwiOjI1NSxcIlJcIjowLFwiR1wiOjAsXCJCXCI6MH19LFwiQmFja2dyb3VuZEZpbGxUeXBlXCI6MCxcIk1heFdpZHRoXCI6ODkuMTc2NjY2NjY2NjY2Njc3LFwiTWF4SGVpZ2h0XCI6XCJJbmZpbml0eVwiLFwiU21hcnRGb3JlZ3JvdW5kSXNBY3RpdmVcIjpmYWxzZSxcIkhvcml6b250YWxBbGlnbm1lbnRcIjowLFwiVmVydGljYWxBbGlnbm1lbnRcIjowLFwiU21hcnRGb3JlZ3JvdW5kXCI6bnVsbCxcIk1hcmdpblwiOntcIiRpZFwiOlwiNDE0XCIsXCJUb3BcIjowLjAsXCJMZWZ0XCI6MC4wLFwiUmlnaHRcIjowLjAsXCJCb3R0b21cIjowLjB9LFwiUGFkZGluZ1wiOntcIiRpZFwiOlwiNDE1XCIsXCJUb3BcIjowLjAsXCJMZWZ0XCI6MC4wLFwiUmlnaHRcIjowLjAsXCJCb3R0b21cIjowLjB9LFwiQmFja2dyb3VuZFwiOntcIiRyZWZcIjpcIjEwNVwifSxcIklzVmlzaWJsZVwiOnRydWUsXCJXaWR0aFwiOjAuMCxcIkhlaWdodFwiOjAuMCxcIkJvcmRlclN0eWxlXCI6bnVsbH0sXCJEYXRlU3R5bGVcIjp7XCIkaWRcIjpcIjQxNlwiLFwiRm9udFNldHRpbmdzXCI6e1wiJGlkXCI6XCI0MTdcIixcIkZvbnRTaXplXCI6MTAsXCJGb250TmFtZVwiOlwiQ2FsaWJyaVwiLFwiSXNCb2xkXCI6ZmFsc2UsXCJJc0l0YWxpY1wiOmZhbHNlLFwiSXNVbmRlcmxpbmVkXCI6ZmFsc2V9LFwiQXV0b1NpemVcIjowLFwiRm9yZWdyb3VuZFwiOntcIiRpZFwiOlwiNDE4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QxOVwiLFwiVG9wXCI6MC4wLFwiTGVmdFwiOjAuMCxcIlJpZ2h0XCI6MC4wLFwiQm90dG9tXCI6MC4wfSxcIlBhZGRpbmdcIjp7XCIkaWRcIjpcIjQyM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CxcIlNoYXBlU2l6ZVwiOjEsXCJTaGFwZVN0eWxlXCI6e1wiJGlkXCI6XCI0MjFcIixcIk1hcmdpblwiOntcIiRpZFwiOlwiNDIyXCIsXCJUb3BcIjowLjAsXCJMZWZ0XCI6MC4wLFwiUmlnaHRcIjowLjAsXCJCb3R0b21cIjowLjB9LFwiUGFkZGluZ1wiOntcIiRpZFwiOlwiNDIzXCIsXCJUb3BcIjowLjAsXCJMZWZ0XCI6MC4wLFwiUmlnaHRcIjowLjAsXCJCb3R0b21cIjowLjB9LFwiQmFja2dyb3VuZFwiOntcIiRpZFwiOlwiNDI0XCIsXCJDb2xvclwiOntcIiRpZFwiOlwiNDI1XCIsXCJBXCI6MjU1LFwiUlwiOjI1NSxcIkdcIjoxOTIsXCJCXCI6MH19LFwiSXNWaXNpYmxlXCI6dHJ1ZSxcIldpZHRoXCI6MTguMCxcIkhlaWdodFwiOjIwLjAsXCJCb3JkZXJTdHlsZVwiOntcIiRpZFwiOlwiNDI2XCIsXCJMaW5lQ29sb3JcIjpudWxsLFwiTGluZVdlaWdodFwiOjAuMCxcIkxpbmVUeXBlXCI6MH19LFwiRGF0ZUZvcm1hdFwiOntcIiRpZFwiOlwiNDI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m51bGwsXCJTcGFjaW5nXCI6NX1dLFwiQ3VzdG9tU3dpbWxhbmVUYXNrU3R5bGVMaXN0XCI6W119LHtcIiRpZFwiOlwiNDI4XCIsXCJTdHlsZVwiOntcIiRpZFwiOlwiNDI5XCIsXCJIZWFkZXJTdHlsZVwiOntcIiRpZFwiOlwiNDMwXCIsXCJUZXh0U3R5bGVcIjp7XCIkaWRcIjpcIjQzMVwiLFwiRm9udFNldHRpbmdzXCI6e1wiJGlkXCI6XCI0MzJcIixcIkZvbnRTaXplXCI6MTIsXCJGb250TmFtZVwiOlwiQ2FsaWJyaVwiLFwiSXNCb2xkXCI6dHJ1ZSxcIklzSXRhbGljXCI6ZmFsc2UsXCJJc1VuZGVybGluZWRcIjpmYWxzZX0sXCJBdXRvU2l6ZVwiOjAsXCJGb3JlZ3JvdW5kXCI6e1wiJGlkXCI6XCI0MzNcIixcIkNvbG9yXCI6e1wiJGlkXCI6XCI0MzRcIixcIkFcIjoyNTUsXCJSXCI6MjcsXCJHXCI6MTYsXCJCXCI6MTl9fSxcIkJhY2tncm91bmRGaWxsVHlwZVwiOjAsXCJNYXhXaWR0aFwiOjAuMCxcIk1heEhlaWdodFwiOjAuMCxcIlNtYXJ0Rm9yZWdyb3VuZElzQWN0aXZlXCI6ZmFsc2UsXCJIb3Jpem9udGFsQWxpZ25tZW50XCI6MCxcIlZlcnRpY2FsQWxpZ25tZW50XCI6MCxcIlNtYXJ0Rm9yZWdyb3VuZFwiOm51bGwsXCJNYXJnaW5cIjp7XCIkaWRcIjpcIjQzNVwiLFwiVG9wXCI6MC4wLFwiTGVmdFwiOjAuMCxcIlJpZ2h0XCI6MC4wLFwiQm90dG9tXCI6MC4wfSxcIlBhZGRpbmdcIjp7XCIkaWRcIjpcIjQzNlwiLFwiVG9wXCI6MC4wLFwiTGVmdFwiOjAuMCxcIlJpZ2h0XCI6MC4wLFwiQm90dG9tXCI6MC4wfSxcIkJhY2tncm91bmRcIjpudWxsLFwiSXNWaXNpYmxlXCI6ZmFsc2UsXCJXaWR0aFwiOjAuMCxcIkhlaWdodFwiOjAuMCxcIkJvcmRlclN0eWxlXCI6bnVsbH0sXCJSZWN0YW5nbGVTdHlsZVwiOntcIiRpZFwiOlwiNDM3XCIsXCJNYXJnaW5cIjp7XCIkaWRcIjpcIjQzOFwiLFwiVG9wXCI6MC4wLFwiTGVmdFwiOjAuMCxcIlJpZ2h0XCI6MC4wLFwiQm90dG9tXCI6MC4wfSxcIlBhZGRpbmdcIjp7XCIkaWRcIjpcIjQzOVwiLFwiVG9wXCI6MC4wLFwiTGVmdFwiOjAuMCxcIlJpZ2h0XCI6MC4wLFwiQm90dG9tXCI6MC4wfSxcIkJhY2tncm91bmRcIjp7XCIkaWRcIjpcIjQ0MFwiLFwiQ29sb3JcIjp7XCIkaWRcIjpcIjQ0MVwiLFwiQVwiOjI1NSxcIlJcIjoxMTIsXCJHXCI6MTczLFwiQlwiOjcxfX0sXCJJc1Zpc2libGVcIjpmYWxzZSxcIldpZHRoXCI6MC4wLFwiSGVpZ2h0XCI6MC4wLFwiQm9yZGVyU3R5bGVcIjp7XCIkaWRcIjpcIjQ0MlwiLFwiTGluZUNvbG9yXCI6e1wiJGlkXCI6XCI0NDNcIixcIiR0eXBlXCI6XCJOTFJFLkNvbW1vbi5Eb20uU29saWRDb2xvckJydXNoLCBOTFJFLkNvbW1vblwiLFwiQ29sb3JcIjp7XCIkaWRcIjpcIjQ0NFwiLFwiQVwiOjI1NSxcIlJcIjoyNyxcIkdcIjoxNixcIkJcIjoxOX19LFwiTGluZVdlaWdodFwiOjAuMCxcIkxpbmVUeXBlXCI6MH19LFwiVGV4dElzVmVydGljYWxcIjpmYWxzZX0sXCJCYWNrZ3JvdW5kU3R5bGVcIjp7XCIkaWRcIjpcIjQ0NVwiLFwiTWFyZ2luXCI6e1wiJGlkXCI6XCI0NDZcIixcIlRvcFwiOjAuMCxcIkxlZnRcIjowLjAsXCJSaWdodFwiOjAuMCxcIkJvdHRvbVwiOjAuMH0sXCJQYWRkaW5nXCI6e1wiJGlkXCI6XCI0NDdcIixcIlRvcFwiOjAuMCxcIkxlZnRcIjowLjAsXCJSaWdodFwiOjAuMCxcIkJvdHRvbVwiOjAuMH0sXCJCYWNrZ3JvdW5kXCI6e1wiJGlkXCI6XCI0NDhcIixcIkNvbG9yXCI6e1wiJGlkXCI6XCI0NDlcIixcIkFcIjozOCxcIlJcIjoxMTIsXCJHXCI6MTczLFwiQlwiOjcxfX0sXCJJc1Zpc2libGVcIjp0cnVlLFwiV2lkdGhcIjowLjAsXCJIZWlnaHRcIjowLjAsXCJCb3JkZXJTdHlsZVwiOntcIiRpZFwiOlwiNDUwXCIsXCJMaW5lQ29sb3JcIjp7XCIkaWRcIjpcIjQ1MVwiLFwiJHR5cGVcIjpcIk5MUkUuQ29tbW9uLkRvbS5Tb2xpZENvbG9yQnJ1c2gsIE5MUkUuQ29tbW9uXCIsXCJDb2xvclwiOntcIiRpZFwiOlwiNDUyXCIsXCJBXCI6MjU1LFwiUlwiOjIwOCxcIkdcIjoyMDYsXCJCXCI6MjA2fX0sXCJMaW5lV2VpZ2h0XCI6MC4wLFwiTGluZVR5cGVcIjowfX0sXCJJc0Fib3ZlVGltZWJhbmRcIjpmYWxzZX0sXCJDdXN0b21Td2ltbGFuZU1pbGVzdG9uZVN0eWxlTGlzdFwiOlt7XCIkaWRcIjpcIjQ1M1wiLFwiVGl0bGVTdHlsZVwiOntcIiRpZFwiOlwiNDU0XCIsXCJGb250U2V0dGluZ3NcIjp7XCIkaWRcIjpcIjQ1NVwiLFwiRm9udFNpemVcIjoxMSxcIkZvbnROYW1lXCI6XCJDYWxpYnJpXCIsXCJJc0JvbGRcIjp0cnVlLFwiSXNJdGFsaWNcIjpmYWxzZSxcIklzVW5kZXJsaW5lZFwiOmZhbHNlfSxcIkF1dG9TaXplXCI6MCxcIkZvcmVncm91bmRcIjp7XCIkaWRcIjpcIjQ1NlwiLFwiQ29sb3JcIjp7XCIkaWRcIjpcIjQ1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NThcIixcIlRvcFwiOjAuMCxcIkxlZnRcIjowLjAsXCJSaWdodFwiOjAuMCxcIkJvdHRvbVwiOjAuMH0sXCJQYWRkaW5nXCI6e1wiJGlkXCI6XCI0NTlcIixcIlRvcFwiOjAuMCxcIkxlZnRcIjowLjAsXCJSaWdodFwiOjAuMCxcIkJvdHRvbVwiOjAuMH0sXCJCYWNrZ3JvdW5kXCI6e1wiJGlkXCI6XCI0NjBcIixcIkNvbG9yXCI6e1wiJGlkXCI6XCI0NjFcIixcIkFcIjowLFwiUlwiOjAsXCJHXCI6MCxcIkJcIjowfX0sXCJJc1Zpc2libGVcIjp0cnVlLFwiV2lkdGhcIjowLjAsXCJIZWlnaHRcIjowLjAsXCJCb3JkZXJTdHlsZVwiOm51bGx9LFwiRGF0ZVN0eWxlXCI6e1wiJGlkXCI6XCI0NjJcIixcIkZvbnRTZXR0aW5nc1wiOntcIiRpZFwiOlwiNDYzXCIsXCJGb250U2l6ZVwiOjEwLFwiRm9udE5hbWVcIjpcIkNhbGlicmlcIixcIklzQm9sZFwiOmZhbHNlLFwiSXNJdGFsaWNcIjpmYWxzZSxcIklzVW5kZXJsaW5lZFwiOmZhbHNlfSxcIkF1dG9TaXplXCI6MCxcIkZvcmVncm91bmRcIjp7XCIkaWRcIjpcIjQ2NF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0NjVcIixcIlRvcFwiOjAuMCxcIkxlZnRcIjowLjAsXCJSaWdodFwiOjAuMCxcIkJvdHRvbVwiOjAuMH0sXCJQYWRkaW5nXCI6e1wiJGlkXCI6XCI0NjZcIixcIlRvcFwiOjAuMCxcIkxlZnRcIjowLjAsXCJSaWdodFwiOjAuMCxcIkJvdHRvbVwiOjAuMH0sXCJCYWNrZ3JvdW5kXCI6e1wiJGlkXCI6XCI0NjdcIixcIkNvbG9yXCI6e1wiJHJlZlwiOlwiNDYxXCJ9fSxcIklzVmlzaWJsZVwiOmZhbHNlLFwiV2lkdGhcIjowLjAsXCJIZWlnaHRcIjowLjAsXCJCb3JkZXJTdHlsZVwiOm51bGx9LFwiVGl0bGVQb3NpdGlvblwiOjIsXCJEYXRlUG9zaXRpb25cIjpcIkxlZnRcIixcIlNoYXBlVHlwZVwiOjEsXCJTaGFwZVNpemVcIjoxLFwiU2hhcGVTdHlsZVwiOntcIiRpZFwiOlwiNDY4XCIsXCJNYXJnaW5cIjp7XCIkaWRcIjpcIjQ2OVwiLFwiVG9wXCI6MC4wLFwiTGVmdFwiOjAuMCxcIlJpZ2h0XCI6MC4wLFwiQm90dG9tXCI6MC4wfSxcIlBhZGRpbmdcIjp7XCIkaWRcIjpcIjQ3MFwiLFwiVG9wXCI6MC4wLFwiTGVmdFwiOjAuMCxcIlJpZ2h0XCI6MC4wLFwiQm90dG9tXCI6MC4wfSxcIkJhY2tncm91bmRcIjp7XCIkaWRcIjpcIjQ3MVwiLFwiQ29sb3JcIjp7XCIkaWRcIjpcIjQ3MlwiLFwiQVwiOjI1NSxcIlJcIjoxMTIsXCJHXCI6MTczLFwiQlwiOjcxfX0sXCJJc1Zpc2libGVcIjp0cnVlLFwiV2lkdGhcIjoxOC4wLFwiSGVpZ2h0XCI6MjAuMCxcIkJvcmRlclN0eWxlXCI6e1wiJGlkXCI6XCI0NzNcIixcIkxpbmVDb2xvclwiOm51bGwsXCJMaW5lV2VpZ2h0XCI6MC4wLFwiTGluZVR5cGVcIjowfX0sXCJEYXRlRm9ybWF0XCI6e1wiJGlkXCI6XCI0NzR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Q3NVwiLFwiVGl0bGVTdHlsZVwiOntcIiRpZFwiOlwiNDc2XCIsXCJGb250U2V0dGluZ3NcIjp7XCIkaWRcIjpcIjQ3N1wiLFwiRm9udFNpemVcIjoxMSxcIkZvbnROYW1lXCI6XCJDYWxpYnJpXCIsXCJJc0JvbGRcIjp0cnVlLFwiSXNJdGFsaWNcIjpmYWxzZSxcIklzVW5kZXJsaW5lZFwiOmZhbHNlfSxcIkF1dG9TaXplXCI6MCxcIkZvcmVncm91bmRcIjp7XCIkaWRcIjpcIjQ3OFwiLFwiQ29sb3JcIjp7XCIkaWRcIjpcIjQ3O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DBcIixcIlRvcFwiOjAuMCxcIkxlZnRcIjowLjAsXCJSaWdodFwiOjAuMCxcIkJvdHRvbVwiOjAuMH0sXCJQYWRkaW5nXCI6e1wiJGlkXCI6XCI0ODFcIixcIlRvcFwiOjAuMCxcIkxlZnRcIjowLjAsXCJSaWdodFwiOjAuMCxcIkJvdHRvbVwiOjAuMH0sXCJCYWNrZ3JvdW5kXCI6e1wiJHJlZlwiOlwiNDYwXCJ9LFwiSXNWaXNpYmxlXCI6dHJ1ZSxcIldpZHRoXCI6MC4wLFwiSGVpZ2h0XCI6MC4wLFwiQm9yZGVyU3R5bGVcIjpudWxsfSxcIkRhdGVTdHlsZVwiOntcIiRpZFwiOlwiNDgyXCIsXCJGb250U2V0dGluZ3NcIjp7XCIkaWRcIjpcIjQ4M1wiLFwiRm9udFNpemVcIjoxMCxcIkZvbnROYW1lXCI6XCJDYWxpYnJpXCIsXCJJc0JvbGRcIjpmYWxzZSxcIklzSXRhbGljXCI6ZmFsc2UsXCJJc1VuZGVybGluZWRcIjpmYWxzZX0sXCJBdXRvU2l6ZVwiOjAsXCJGb3JlZ3JvdW5kXCI6e1wiJGlkXCI6XCI0ODR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Dg1XCIsXCJUb3BcIjowLjAsXCJMZWZ0XCI6MC4wLFwiUmlnaHRcIjowLjAsXCJCb3R0b21cIjowLjB9LFwiUGFkZGluZ1wiOntcIiRpZFwiOlwiNDg2XCIsXCJUb3BcIjowLjAsXCJMZWZ0XCI6MC4wLFwiUmlnaHRcIjowLjAsXCJCb3R0b21cIjowLjB9LFwiQmFja2dyb3VuZFwiOntcIiRyZWZcIjpcIjQ2N1wifSxcIklzVmlzaWJsZVwiOmZhbHNlLFwiV2lkdGhcIjowLjAsXCJIZWlnaHRcIjowLjAsXCJCb3JkZXJTdHlsZVwiOm51bGx9LFwiVGl0bGVQb3NpdGlvblwiOjIsXCJEYXRlUG9zaXRpb25cIjpcIkxlZnRcIixcIlNoYXBlVHlwZVwiOjEsXCJTaGFwZVNpemVcIjoxLFwiU2hhcGVTdHlsZVwiOntcIiRpZFwiOlwiNDg3XCIsXCJNYXJnaW5cIjp7XCIkaWRcIjpcIjQ4OFwiLFwiVG9wXCI6MC4wLFwiTGVmdFwiOjAuMCxcIlJpZ2h0XCI6MC4wLFwiQm90dG9tXCI6MC4wfSxcIlBhZGRpbmdcIjp7XCIkaWRcIjpcIjQ4OVwiLFwiVG9wXCI6MC4wLFwiTGVmdFwiOjAuMCxcIlJpZ2h0XCI6MC4wLFwiQm90dG9tXCI6MC4wfSxcIkJhY2tncm91bmRcIjp7XCIkaWRcIjpcIjQ5MFwiLFwiQ29sb3JcIjp7XCIkaWRcIjpcIjQ5MVwiLFwiQVwiOjI1NSxcIlJcIjoxMTIsXCJHXCI6MTczLFwiQlwiOjcxfX0sXCJJc1Zpc2libGVcIjp0cnVlLFwiV2lkdGhcIjoxOC4wLFwiSGVpZ2h0XCI6MjAuMCxcIkJvcmRlclN0eWxlXCI6e1wiJGlkXCI6XCI0OTJcIixcIkxpbmVDb2xvclwiOm51bGwsXCJMaW5lV2VpZ2h0XCI6MC4wLFwiTGluZVR5cGVcIjowfX0sXCJEYXRlRm9ybWF0XCI6e1wiJGlkXCI6XCI0OT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Q5NFwiLFwiVGl0bGVTdHlsZVwiOntcIiRpZFwiOlwiNDk1XCIsXCJGb250U2V0dGluZ3NcIjp7XCIkaWRcIjpcIjQ5NlwiLFwiRm9udFNpemVcIjoxMSxcIkZvbnROYW1lXCI6XCJDYWxpYnJpXCIsXCJJc0JvbGRcIjp0cnVlLFwiSXNJdGFsaWNcIjpmYWxzZSxcIklzVW5kZXJsaW5lZFwiOmZhbHNlfSxcIkF1dG9TaXplXCI6MCxcIkZvcmVncm91bmRcIjp7XCIkaWRcIjpcIjQ5N1wiLFwiQ29sb3JcIjp7XCIkaWRcIjpcIjQ5O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TlcIixcIlRvcFwiOjAuMCxcIkxlZnRcIjowLjAsXCJSaWdodFwiOjAuMCxcIkJvdHRvbVwiOjAuMH0sXCJQYWRkaW5nXCI6e1wiJGlkXCI6XCI1MDBcIixcIlRvcFwiOjAuMCxcIkxlZnRcIjowLjAsXCJSaWdodFwiOjAuMCxcIkJvdHRvbVwiOjAuMH0sXCJCYWNrZ3JvdW5kXCI6e1wiJHJlZlwiOlwiMTA1XCJ9LFwiSXNWaXNpYmxlXCI6dHJ1ZSxcIldpZHRoXCI6MC4wLFwiSGVpZ2h0XCI6MC4wLFwiQm9yZGVyU3R5bGVcIjpudWxsfSxcIkRhdGVTdHlsZVwiOntcIiRpZFwiOlwiNTAxXCIsXCJGb250U2V0dGluZ3NcIjp7XCIkaWRcIjpcIjUwMlwiLFwiRm9udFNpemVcIjoxMCxcIkZvbnROYW1lXCI6XCJDYWxpYnJpXCIsXCJJc0JvbGRcIjpmYWxzZSxcIklzSXRhbGljXCI6ZmFsc2UsXCJJc1VuZGVybGluZWRcIjpmYWxzZX0sXCJBdXRvU2l6ZVwiOjAsXCJGb3JlZ3JvdW5kXCI6e1wiJGlkXCI6XCI1MDN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A0XCIsXCJUb3BcIjowLjAsXCJMZWZ0XCI6MC4wLFwiUmlnaHRcIjowLjAsXCJCb3R0b21cIjowLjB9LFwiUGFkZGluZ1wiOntcIiRpZFwiOlwiNTA1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A2XCIsXCJNYXJnaW5cIjp7XCIkaWRcIjpcIjUwN1wiLFwiVG9wXCI6MC4wLFwiTGVmdFwiOjAuMCxcIlJpZ2h0XCI6MC4wLFwiQm90dG9tXCI6MC4wfSxcIlBhZGRpbmdcIjp7XCIkaWRcIjpcIjUwOFwiLFwiVG9wXCI6MC4wLFwiTGVmdFwiOjAuMCxcIlJpZ2h0XCI6MC4wLFwiQm90dG9tXCI6MC4wfSxcIkJhY2tncm91bmRcIjp7XCIkaWRcIjpcIjUwOVwiLFwiQ29sb3JcIjp7XCIkaWRcIjpcIjUxMFwiLFwiQVwiOjI1NSxcIlJcIjoxMTIsXCJHXCI6MTczLFwiQlwiOjcxfX0sXCJJc1Zpc2libGVcIjp0cnVlLFwiV2lkdGhcIjoxOC4wLFwiSGVpZ2h0XCI6MjAuMCxcIkJvcmRlclN0eWxlXCI6e1wiJGlkXCI6XCI1MTFcIixcIkxpbmVDb2xvclwiOm51bGwsXCJMaW5lV2VpZ2h0XCI6MC4wLFwiTGluZVR5cGVcIjowfX0sXCJEYXRlRm9ybWF0XCI6e1wiJGlkXCI6XCI1MTJ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UxM1wiLFwiVGl0bGVTdHlsZVwiOntcIiRpZFwiOlwiNTE0XCIsXCJGb250U2V0dGluZ3NcIjp7XCIkaWRcIjpcIjUxNVwiLFwiRm9udFNpemVcIjoxMSxcIkZvbnROYW1lXCI6XCJDYWxpYnJpXCIsXCJJc0JvbGRcIjp0cnVlLFwiSXNJdGFsaWNcIjpmYWxzZSxcIklzVW5kZXJsaW5lZFwiOmZhbHNlfSxcIkF1dG9TaXplXCI6MCxcIkZvcmVncm91bmRcIjp7XCIkaWRcIjpcIjUxNlwiLFwiQ29sb3JcIjp7XCIkaWRcIjpcIjUx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MThcIixcIlRvcFwiOjAuMCxcIkxlZnRcIjowLjAsXCJSaWdodFwiOjAuMCxcIkJvdHRvbVwiOjAuMH0sXCJQYWRkaW5nXCI6e1wiJGlkXCI6XCI1MTlcIixcIlRvcFwiOjAuMCxcIkxlZnRcIjowLjAsXCJSaWdodFwiOjAuMCxcIkJvdHRvbVwiOjAuMH0sXCJCYWNrZ3JvdW5kXCI6e1wiJHJlZlwiOlwiMTA1XCJ9LFwiSXNWaXNpYmxlXCI6dHJ1ZSxcIldpZHRoXCI6MC4wLFwiSGVpZ2h0XCI6MC4wLFwiQm9yZGVyU3R5bGVcIjpudWxsfSxcIkRhdGVTdHlsZVwiOntcIiRpZFwiOlwiNTIwXCIsXCJGb250U2V0dGluZ3NcIjp7XCIkaWRcIjpcIjUyMVwiLFwiRm9udFNpemVcIjoxMCxcIkZvbnROYW1lXCI6XCJDYWxpYnJpXCIsXCJJc0JvbGRcIjpmYWxzZSxcIklzSXRhbGljXCI6ZmFsc2UsXCJJc1VuZGVybGluZWRcIjpmYWxzZX0sXCJBdXRvU2l6ZVwiOjAsXCJGb3JlZ3JvdW5kXCI6e1wiJGlkXCI6XCI1MjJcIixcIkNvbG9yXCI6e1wiJGlkXCI6XCI1MjNcIixcIkFcIjoyNTUsXCJSXCI6MTgsXCJHXCI6MTksXCJCXCI6MjJ9fSxcIkJhY2tncm91bmRGaWxsVHlwZVwiOjAsXCJNYXhXaWR0aFwiOjIwMC4wLFwiTWF4SGVpZ2h0XCI6XCJJbmZpbml0eVwiLFwiU21hcnRGb3JlZ3JvdW5kSXNBY3RpdmVcIjpmYWxzZSxcIkhvcml6b250YWxBbGlnbm1lbnRcIjoyLFwiVmVydGljYWxBbGlnbm1lbnRcIjowLFwiU21hcnRGb3JlZ3JvdW5kXCI6bnVsbCxcIk1hcmdpblwiOntcIiRpZFwiOlwiNTI0XCIsXCJUb3BcIjowLjAsXCJMZWZ0XCI6MC4wLFwiUmlnaHRcIjowLjAsXCJCb3R0b21cIjowLjB9LFwiUGFkZGluZ1wiOntcIiRpZFwiOlwiNTI1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I2XCIsXCJNYXJnaW5cIjp7XCIkaWRcIjpcIjUyN1wiLFwiVG9wXCI6MC4wLFwiTGVmdFwiOjAuMCxcIlJpZ2h0XCI6MC4wLFwiQm90dG9tXCI6MC4wfSxcIlBhZGRpbmdcIjp7XCIkaWRcIjpcIjUyOFwiLFwiVG9wXCI6MC4wLFwiTGVmdFwiOjAuMCxcIlJpZ2h0XCI6MC4wLFwiQm90dG9tXCI6MC4wfSxcIkJhY2tncm91bmRcIjp7XCIkaWRcIjpcIjUyOVwiLFwiQ29sb3JcIjp7XCIkaWRcIjpcIjUzMFwiLFwiQVwiOjI1NSxcIlJcIjoxMTIsXCJHXCI6MTczLFwiQlwiOjcxfX0sXCJJc1Zpc2libGVcIjp0cnVlLFwiV2lkdGhcIjoxOC4wLFwiSGVpZ2h0XCI6MjAuMCxcIkJvcmRlclN0eWxlXCI6e1wiJGlkXCI6XCI1MzFcIixcIkxpbmVDb2xvclwiOm51bGwsXCJMaW5lV2VpZ2h0XCI6MC4wLFwiTGluZVR5cGVcIjowfX0sXCJEYXRlRm9ybWF0XCI6e1wiJGlkXCI6XCI1MzJ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1NmY1ZTAwNy1hN2ZiLTQwYjQtYmM1Ni0zYzRjODgyODUyZGRcIixcIlNwYWNpbmdcIjo1fSx7XCIkaWRcIjpcIjUzM1wiLFwiVGl0bGVTdHlsZVwiOntcIiRpZFwiOlwiNTM0XCIsXCJGb250U2V0dGluZ3NcIjp7XCIkaWRcIjpcIjUzNVwiLFwiRm9udFNpemVcIjoxMSxcIkZvbnROYW1lXCI6XCJDYWxpYnJpXCIsXCJJc0JvbGRcIjp0cnVlLFwiSXNJdGFsaWNcIjpmYWxzZSxcIklzVW5kZXJsaW5lZFwiOmZhbHNlfSxcIkF1dG9TaXplXCI6MCxcIkZvcmVncm91bmRcIjp7XCIkaWRcIjpcIjUzNlwiLFwiQ29sb3JcIjp7XCIkaWRcIjpcIjUz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MzhcIixcIlRvcFwiOjAuMCxcIkxlZnRcIjowLjAsXCJSaWdodFwiOjAuMCxcIkJvdHRvbVwiOjAuMH0sXCJQYWRkaW5nXCI6e1wiJGlkXCI6XCI1MzlcIixcIlRvcFwiOjAuMCxcIkxlZnRcIjowLjAsXCJSaWdodFwiOjAuMCxcIkJvdHRvbVwiOjAuMH0sXCJCYWNrZ3JvdW5kXCI6e1wiJHJlZlwiOlwiMTA1XCJ9LFwiSXNWaXNpYmxlXCI6dHJ1ZSxcIldpZHRoXCI6MC4wLFwiSGVpZ2h0XCI6MC4wLFwiQm9yZGVyU3R5bGVcIjpudWxsfSxcIkRhdGVTdHlsZVwiOntcIiRpZFwiOlwiNTQwXCIsXCJGb250U2V0dGluZ3NcIjp7XCIkaWRcIjpcIjU0MVwiLFwiRm9udFNpemVcIjoxMCxcIkZvbnROYW1lXCI6XCJDYWxpYnJpXCIsXCJJc0JvbGRcIjpmYWxzZSxcIklzSXRhbGljXCI6ZmFsc2UsXCJJc1VuZGVybGluZWRcIjpmYWxzZX0sXCJBdXRvU2l6ZVwiOjAsXCJGb3JlZ3JvdW5kXCI6e1wiJGlkXCI6XCI1NDJ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QzXCIsXCJUb3BcIjowLjAsXCJMZWZ0XCI6MC4wLFwiUmlnaHRcIjowLjAsXCJCb3R0b21cIjowLjB9LFwiUGFkZGluZ1wiOntcIiRpZFwiOlwiNTQ0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Q1XCIsXCJNYXJnaW5cIjp7XCIkaWRcIjpcIjU0NlwiLFwiVG9wXCI6MC4wLFwiTGVmdFwiOjAuMCxcIlJpZ2h0XCI6MC4wLFwiQm90dG9tXCI6MC4wfSxcIlBhZGRpbmdcIjp7XCIkaWRcIjpcIjU0N1wiLFwiVG9wXCI6MC4wLFwiTGVmdFwiOjAuMCxcIlJpZ2h0XCI6MC4wLFwiQm90dG9tXCI6MC4wfSxcIkJhY2tncm91bmRcIjp7XCIkaWRcIjpcIjU0OFwiLFwiQ29sb3JcIjp7XCIkaWRcIjpcIjU0OVwiLFwiQVwiOjI1NSxcIlJcIjoxMTIsXCJHXCI6MTczLFwiQlwiOjcxfX0sXCJJc1Zpc2libGVcIjp0cnVlLFwiV2lkdGhcIjoxOC4wLFwiSGVpZ2h0XCI6MjAuMCxcIkJvcmRlclN0eWxlXCI6e1wiJGlkXCI6XCI1NTBcIixcIkxpbmVDb2xvclwiOm51bGwsXCJMaW5lV2VpZ2h0XCI6MC4wLFwiTGluZVR5cGVcIjowfX0sXCJEYXRlRm9ybWF0XCI6e1wiJGlkXCI6XCI1NTF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1MlwiLFwiVGl0bGVTdHlsZVwiOntcIiRpZFwiOlwiNTUzXCIsXCJGb250U2V0dGluZ3NcIjp7XCIkaWRcIjpcIjU1NFwiLFwiRm9udFNpemVcIjoxMSxcIkZvbnROYW1lXCI6XCJDYWxpYnJpXCIsXCJJc0JvbGRcIjp0cnVlLFwiSXNJdGFsaWNcIjpmYWxzZSxcIklzVW5kZXJsaW5lZFwiOmZhbHNlfSxcIkF1dG9TaXplXCI6MCxcIkZvcmVncm91bmRcIjp7XCIkaWRcIjpcIjU1NVwiLFwiQ29sb3JcIjp7XCIkaWRcIjpcIjU1N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NTdcIixcIlRvcFwiOjAuMCxcIkxlZnRcIjowLjAsXCJSaWdodFwiOjAuMCxcIkJvdHRvbVwiOjAuMH0sXCJQYWRkaW5nXCI6e1wiJGlkXCI6XCI1NThcIixcIlRvcFwiOjAuMCxcIkxlZnRcIjowLjAsXCJSaWdodFwiOjAuMCxcIkJvdHRvbVwiOjAuMH0sXCJCYWNrZ3JvdW5kXCI6e1wiJHJlZlwiOlwiMTA1XCJ9LFwiSXNWaXNpYmxlXCI6dHJ1ZSxcIldpZHRoXCI6MC4wLFwiSGVpZ2h0XCI6MC4wLFwiQm9yZGVyU3R5bGVcIjpudWxsfSxcIkRhdGVTdHlsZVwiOntcIiRpZFwiOlwiNTU5XCIsXCJGb250U2V0dGluZ3NcIjp7XCIkaWRcIjpcIjU2MFwiLFwiRm9udFNpemVcIjoxMCxcIkZvbnROYW1lXCI6XCJDYWxpYnJpXCIsXCJJc0JvbGRcIjpmYWxzZSxcIklzSXRhbGljXCI6ZmFsc2UsXCJJc1VuZGVybGluZWRcIjpmYWxzZX0sXCJBdXRvU2l6ZVwiOjAsXCJGb3JlZ3JvdW5kXCI6e1wiJGlkXCI6XCI1NjF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YyXCIsXCJUb3BcIjowLjAsXCJMZWZ0XCI6MC4wLFwiUmlnaHRcIjowLjAsXCJCb3R0b21cIjowLjB9LFwiUGFkZGluZ1wiOntcIiRpZFwiOlwiNTYz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TY0XCIsXCJNYXJnaW5cIjp7XCIkaWRcIjpcIjU2NVwiLFwiVG9wXCI6MC4wLFwiTGVmdFwiOjAuMCxcIlJpZ2h0XCI6MC4wLFwiQm90dG9tXCI6MC4wfSxcIlBhZGRpbmdcIjp7XCIkaWRcIjpcIjU2NlwiLFwiVG9wXCI6MC4wLFwiTGVmdFwiOjAuMCxcIlJpZ2h0XCI6MC4wLFwiQm90dG9tXCI6MC4wfSxcIkJhY2tncm91bmRcIjp7XCIkaWRcIjpcIjU2N1wiLFwiQ29sb3JcIjp7XCIkaWRcIjpcIjU2OFwiLFwiQVwiOjI1NSxcIlJcIjoxMTIsXCJHXCI6MTczLFwiQlwiOjcxfX0sXCJJc1Zpc2libGVcIjp0cnVlLFwiV2lkdGhcIjoxOC4wLFwiSGVpZ2h0XCI6MjAuMCxcIkJvcmRlclN0eWxlXCI6e1wiJGlkXCI6XCI1NjlcIixcIkxpbmVDb2xvclwiOm51bGwsXCJMaW5lV2VpZ2h0XCI6MC4wLFwiTGluZVR5cGVcIjowfX0sXCJEYXRlRm9ybWF0XCI6e1wiJGlkXCI6XCI1NzB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3MVwiLFwiVGl0bGVTdHlsZVwiOntcIiRpZFwiOlwiNTcyXCIsXCJGb250U2V0dGluZ3NcIjp7XCIkaWRcIjpcIjU3M1wiLFwiRm9udFNpemVcIjoxMSxcIkZvbnROYW1lXCI6XCJDYWxpYnJpXCIsXCJJc0JvbGRcIjp0cnVlLFwiSXNJdGFsaWNcIjpmYWxzZSxcIklzVW5kZXJsaW5lZFwiOmZhbHNlfSxcIkF1dG9TaXplXCI6MCxcIkZvcmVncm91bmRcIjp7XCIkaWRcIjpcIjU3NFwiLFwiQ29sb3JcIjp7XCIkaWRcIjpcIjU3N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NzZcIixcIlRvcFwiOjAuMCxcIkxlZnRcIjowLjAsXCJSaWdodFwiOjAuMCxcIkJvdHRvbVwiOjAuMH0sXCJQYWRkaW5nXCI6e1wiJGlkXCI6XCI1NzdcIixcIlRvcFwiOjAuMCxcIkxlZnRcIjowLjAsXCJSaWdodFwiOjAuMCxcIkJvdHRvbVwiOjAuMH0sXCJCYWNrZ3JvdW5kXCI6e1wiJHJlZlwiOlwiNDYwXCJ9LFwiSXNWaXNpYmxlXCI6dHJ1ZSxcIldpZHRoXCI6MC4wLFwiSGVpZ2h0XCI6MC4wLFwiQm9yZGVyU3R5bGVcIjpudWxsfSxcIkRhdGVTdHlsZVwiOntcIiRpZFwiOlwiNTc4XCIsXCJGb250U2V0dGluZ3NcIjp7XCIkaWRcIjpcIjU3OVwiLFwiRm9udFNpemVcIjoxMCxcIkZvbnROYW1lXCI6XCJDYWxpYnJpXCIsXCJJc0JvbGRcIjpmYWxzZSxcIklzSXRhbGljXCI6ZmFsc2UsXCJJc1VuZGVybGluZWRcIjpmYWxzZX0sXCJBdXRvU2l6ZVwiOjAsXCJGb3JlZ3JvdW5kXCI6e1wiJGlkXCI6XCI1O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TgxXCIsXCJUb3BcIjowLjAsXCJMZWZ0XCI6MC4wLFwiUmlnaHRcIjowLjAsXCJCb3R0b21cIjowLjB9LFwiUGFkZGluZ1wiOntcIiRpZFwiOlwiNTgyXCIsXCJUb3BcIjowLjAsXCJMZWZ0XCI6MC4wLFwiUmlnaHRcIjowLjAsXCJCb3R0b21cIjowLjB9LFwiQmFja2dyb3VuZFwiOntcIiRyZWZcIjpcIjQ2N1wifSxcIklzVmlzaWJsZVwiOmZhbHNlLFwiV2lkdGhcIjowLjAsXCJIZWlnaHRcIjowLjAsXCJCb3JkZXJTdHlsZVwiOm51bGx9LFwiVGl0bGVQb3NpdGlvblwiOjIsXCJEYXRlUG9zaXRpb25cIjpcIkxlZnRcIixcIlNoYXBlVHlwZVwiOjEsXCJTaGFwZVNpemVcIjoxLFwiU2hhcGVTdHlsZVwiOntcIiRpZFwiOlwiNTgzXCIsXCJNYXJnaW5cIjp7XCIkaWRcIjpcIjU4NFwiLFwiVG9wXCI6MC4wLFwiTGVmdFwiOjAuMCxcIlJpZ2h0XCI6MC4wLFwiQm90dG9tXCI6MC4wfSxcIlBhZGRpbmdcIjp7XCIkaWRcIjpcIjU4NVwiLFwiVG9wXCI6MC4wLFwiTGVmdFwiOjAuMCxcIlJpZ2h0XCI6MC4wLFwiQm90dG9tXCI6MC4wfSxcIkJhY2tncm91bmRcIjp7XCIkaWRcIjpcIjU4NlwiLFwiQ29sb3JcIjp7XCIkaWRcIjpcIjU4N1wiLFwiQVwiOjI1NSxcIlJcIjoxMTIsXCJHXCI6MTczLFwiQlwiOjcxfX0sXCJJc1Zpc2libGVcIjp0cnVlLFwiV2lkdGhcIjoxOC4wLFwiSGVpZ2h0XCI6MjAuMCxcIkJvcmRlclN0eWxlXCI6e1wiJGlkXCI6XCI1ODhcIixcIkxpbmVDb2xvclwiOm51bGwsXCJMaW5lV2VpZ2h0XCI6MC4wLFwiTGluZVR5cGVcIjowfX0sXCJEYXRlRm9ybWF0XCI6e1wiJGlkXCI6XCI1O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U5MFwiLFwiVGl0bGVTdHlsZVwiOntcIiRpZFwiOlwiNTkxXCIsXCJGb250U2V0dGluZ3NcIjp7XCIkaWRcIjpcIjU5MlwiLFwiRm9udFNpemVcIjoxMSxcIkZvbnROYW1lXCI6XCJDYWxpYnJpXCIsXCJJc0JvbGRcIjp0cnVlLFwiSXNJdGFsaWNcIjpmYWxzZSxcIklzVW5kZXJsaW5lZFwiOmZhbHNlfSxcIkF1dG9TaXplXCI6MCxcIkZvcmVncm91bmRcIjp7XCIkaWRcIjpcIjU5M1wiLFwiQ29sb3JcIjp7XCIkaWRcIjpcIjU5NF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1OTVcIixcIlRvcFwiOjAuMCxcIkxlZnRcIjowLjAsXCJSaWdodFwiOjAuMCxcIkJvdHRvbVwiOjAuMH0sXCJQYWRkaW5nXCI6e1wiJGlkXCI6XCI1OTZcIixcIlRvcFwiOjAuMCxcIkxlZnRcIjowLjAsXCJSaWdodFwiOjAuMCxcIkJvdHRvbVwiOjAuMH0sXCJCYWNrZ3JvdW5kXCI6e1wiJHJlZlwiOlwiMTA1XCJ9LFwiSXNWaXNpYmxlXCI6dHJ1ZSxcIldpZHRoXCI6MC4wLFwiSGVpZ2h0XCI6MC4wLFwiQm9yZGVyU3R5bGVcIjpudWxsfSxcIkRhdGVTdHlsZVwiOntcIiRpZFwiOlwiNTk3XCIsXCJGb250U2V0dGluZ3NcIjp7XCIkaWRcIjpcIjU5OFwiLFwiRm9udFNpemVcIjoxMCxcIkZvbnROYW1lXCI6XCJDYWxpYnJpXCIsXCJJc0JvbGRcIjpmYWxzZSxcIklzSXRhbGljXCI6ZmFsc2UsXCJJc1VuZGVybGluZWRcIjpmYWxzZX0sXCJBdXRvU2l6ZVwiOjAsXCJGb3JlZ3JvdW5kXCI6e1wiJGlkXCI6XCI1OTlcIixcIkNvbG9yXCI6e1wiJGlkXCI6XCI2MDBcIixcIkFcIjoyNTUsXCJSXCI6MTgsXCJHXCI6MTksXCJCXCI6MjJ9fSxcIkJhY2tncm91bmRGaWxsVHlwZVwiOjAsXCJNYXhXaWR0aFwiOjIwMC4wLFwiTWF4SGVpZ2h0XCI6XCJJbmZpbml0eVwiLFwiU21hcnRGb3JlZ3JvdW5kSXNBY3RpdmVcIjpmYWxzZSxcIkhvcml6b250YWxBbGlnbm1lbnRcIjoyLFwiVmVydGljYWxBbGlnbm1lbnRcIjowLFwiU21hcnRGb3JlZ3JvdW5kXCI6bnVsbCxcIk1hcmdpblwiOntcIiRpZFwiOlwiNjAxXCIsXCJUb3BcIjowLjAsXCJMZWZ0XCI6MC4wLFwiUmlnaHRcIjowLjAsXCJCb3R0b21cIjowLjB9LFwiUGFkZGluZ1wiOntcIiRpZFwiOlwiNjA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sXCJTaGFwZVNpemVcIjoxLFwiU2hhcGVTdHlsZVwiOntcIiRpZFwiOlwiNjAzXCIsXCJNYXJnaW5cIjp7XCIkaWRcIjpcIjYwNFwiLFwiVG9wXCI6MC4wLFwiTGVmdFwiOjAuMCxcIlJpZ2h0XCI6MC4wLFwiQm90dG9tXCI6MC4wfSxcIlBhZGRpbmdcIjp7XCIkaWRcIjpcIjYwNVwiLFwiVG9wXCI6MC4wLFwiTGVmdFwiOjAuMCxcIlJpZ2h0XCI6MC4wLFwiQm90dG9tXCI6MC4wfSxcIkJhY2tncm91bmRcIjp7XCIkaWRcIjpcIjYwNlwiLFwiQ29sb3JcIjp7XCIkaWRcIjpcIjYwN1wiLFwiQVwiOjI1NSxcIlJcIjoxMTIsXCJHXCI6MTczLFwiQlwiOjcxfX0sXCJJc1Zpc2libGVcIjp0cnVlLFwiV2lkdGhcIjoxOC4wLFwiSGVpZ2h0XCI6MjAuMCxcIkJvcmRlclN0eWxlXCI6e1wiJGlkXCI6XCI2MDhcIixcIkxpbmVDb2xvclwiOm51bGwsXCJMaW5lV2VpZ2h0XCI6MC4wLFwiTGluZVR5cGVcIjowfX0sXCJEYXRlRm9ybWF0XCI6e1wiJGlkXCI6XCI2MDl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JlYzAwZTRlZC03ODM5LTQzZTgtOGU5MS1hY2NlMWFlNTBhMjFcIixcIlNwYWNpbmdcIjo1fSx7XCIkaWRcIjpcIjYxMFwiLFwiVGl0bGVTdHlsZVwiOntcIiRpZFwiOlwiNjExXCIsXCJGb250U2V0dGluZ3NcIjp7XCIkaWRcIjpcIjYxMlwiLFwiRm9udFNpemVcIjoxMSxcIkZvbnROYW1lXCI6XCJDYWxpYnJpXCIsXCJJc0JvbGRcIjp0cnVlLFwiSXNJdGFsaWNcIjpmYWxzZSxcIklzVW5kZXJsaW5lZFwiOmZhbHNlfSxcIkF1dG9TaXplXCI6MixcIkZvcmVncm91bmRcIjp7XCIkaWRcIjpcIjYxM1wiLFwiQ29sb3JcIjp7XCIkaWRcIjpcIjYxNFwiLFwiQVwiOjI1NSxcIlJcIjowLFwiR1wiOjAsXCJCXCI6MH19LFwiQmFja2dyb3VuZEZpbGxUeXBlXCI6MCxcIk1heFdpZHRoXCI6NjMuMjUzMzMzMzMzMzMzMzM3LFwiTWF4SGVpZ2h0XCI6XCJJbmZpbml0eVwiLFwiU21hcnRGb3JlZ3JvdW5kSXNBY3RpdmVcIjpmYWxzZSxcIkhvcml6b250YWxBbGlnbm1lbnRcIjowLFwiVmVydGljYWxBbGlnbm1lbnRcIjowLFwiU21hcnRGb3JlZ3JvdW5kXCI6bnVsbCxcIk1hcmdpblwiOntcIiRpZFwiOlwiNjE1XCIsXCJUb3BcIjowLjAsXCJMZWZ0XCI6MC4wLFwiUmlnaHRcIjowLjAsXCJCb3R0b21cIjowLjB9LFwiUGFkZGluZ1wiOntcIiRpZFwiOlwiNjE2XCIsXCJUb3BcIjowLjAsXCJMZWZ0XCI6MC4wLFwiUmlnaHRcIjowLjAsXCJCb3R0b21cIjowLjB9LFwiQmFja2dyb3VuZFwiOntcIiRyZWZcIjpcIjEwNVwifSxcIklzVmlzaWJsZVwiOnRydWUsXCJXaWR0aFwiOjAuMCxcIkhlaWdodFwiOjAuMCxcIkJvcmRlclN0eWxlXCI6bnVsbH0sXCJEYXRlU3R5bGVcIjp7XCIkaWRcIjpcIjYxN1wiLFwiRm9udFNldHRpbmdzXCI6e1wiJGlkXCI6XCI2MThcIixcIkZvbnRTaXplXCI6MTAsXCJGb250TmFtZVwiOlwiQ2FsaWJyaVwiLFwiSXNCb2xkXCI6ZmFsc2UsXCJJc0l0YWxpY1wiOmZhbHNlLFwiSXNVbmRlcmxpbmVkXCI6ZmFsc2V9LFwiQXV0b1NpemVcIjowLFwiRm9yZWdyb3VuZFwiOntcIiRpZFwiOlwiNjE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yMFwiLFwiVG9wXCI6MC4wLFwiTGVmdFwiOjAuMCxcIlJpZ2h0XCI6MC4wLFwiQm90dG9tXCI6MC4wfSxcIlBhZGRpbmdcIjp7XCIkaWRcIjpcIjYy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LFwiU2hhcGVTaXplXCI6MSxcIlNoYXBlU3R5bGVcIjp7XCIkaWRcIjpcIjYyMlwiLFwiTWFyZ2luXCI6e1wiJGlkXCI6XCI2MjNcIixcIlRvcFwiOjAuMCxcIkxlZnRcIjowLjAsXCJSaWdodFwiOjAuMCxcIkJvdHRvbVwiOjAuMH0sXCJQYWRkaW5nXCI6e1wiJGlkXCI6XCI2MjRcIixcIlRvcFwiOjAuMCxcIkxlZnRcIjowLjAsXCJSaWdodFwiOjAuMCxcIkJvdHRvbVwiOjAuMH0sXCJCYWNrZ3JvdW5kXCI6e1wiJGlkXCI6XCI2MjVcIixcIkNvbG9yXCI6e1wiJGlkXCI6XCI2MjZcIixcIkFcIjoyNTUsXCJSXCI6MTEyLFwiR1wiOjE3MyxcIkJcIjo3MX19LFwiSXNWaXNpYmxlXCI6dHJ1ZSxcIldpZHRoXCI6MTguMCxcIkhlaWdodFwiOjIwLjAsXCJCb3JkZXJTdHlsZVwiOntcIiRpZFwiOlwiNjI3XCIsXCJMaW5lQ29sb3JcIjpudWxsLFwiTGluZVdlaWdodFwiOjAuMCxcIkxpbmVUeXBlXCI6MH19LFwiRGF0ZUZvcm1hdFwiOntcIiRpZFwiOlwiNjI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XCIsXCJTcGFjaW5nXCI6NX1dLFwiQ3VzdG9tU3dpbWxhbmVUYXNrU3R5bGVMaXN0XCI6W119LHtcIiRpZFwiOlwiNjI5XCIsXCJTdHlsZVwiOntcIiRpZFwiOlwiNjMwXCIsXCJIZWFkZXJTdHlsZVwiOntcIiRpZFwiOlwiNjMxXCIsXCJUZXh0U3R5bGVcIjp7XCIkaWRcIjpcIjYzMlwiLFwiRm9udFNldHRpbmdzXCI6e1wiJGlkXCI6XCI2MzNcIixcIkZvbnRTaXplXCI6MTIsXCJGb250TmFtZVwiOlwiQ2FsaWJyaVwiLFwiSXNCb2xkXCI6dHJ1ZSxcIklzSXRhbGljXCI6ZmFsc2UsXCJJc1VuZGVybGluZWRcIjpmYWxzZX0sXCJBdXRvU2l6ZVwiOjAsXCJGb3JlZ3JvdW5kXCI6e1wiJGlkXCI6XCI2MzRcIixcIkNvbG9yXCI6e1wiJGlkXCI6XCI2MzV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YzNlwiLFwiVG9wXCI6MC4wLFwiTGVmdFwiOjAuMCxcIlJpZ2h0XCI6MC4wLFwiQm90dG9tXCI6MC4wfSxcIlBhZGRpbmdcIjp7XCIkaWRcIjpcIjYzN1wiLFwiVG9wXCI6MC4wLFwiTGVmdFwiOjAuMCxcIlJpZ2h0XCI6MC4wLFwiQm90dG9tXCI6MC4wfSxcIkJhY2tncm91bmRcIjpudWxsLFwiSXNWaXNpYmxlXCI6ZmFsc2UsXCJXaWR0aFwiOjAuMCxcIkhlaWdodFwiOjAuMCxcIkJvcmRlclN0eWxlXCI6bnVsbH0sXCJSZWN0YW5nb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5MSxcIkdcIjoxNTUsXCJCXCI6MjEzfX0sXCJJc1Zpc2libGVcIjpmYWxzZSxcIldpZHRoXCI6MC4wLFwiSGVpZ2h0XCI6MC4wLFwiQm9yZGVyU3R5bGVcIjp7XCIkaWRcIjpcIjY0M1wiLFwiTGluZUNvbG9yXCI6e1wiJGlkXCI6XCI2NDRcIixcIiR0eXBlXCI6XCJOTFJFLkNvbW1vbi5Eb20uU29saWRDb2xvckJydXNoLCBOTFJFLkNvbW1vblwiLFwiQ29sb3JcIjp7XCIkaWRcIjpcIjY0NVwiLFwiQVwiOjI1NSxcIlJcIjo2LFwiR1wiOjQsXCJCXCI6NX19LFwiTGluZVdlaWdodFwiOjAuMCxcIkxpbmVUeXBlXCI6MH19LFwiVGV4dElzVmVydGljYWxcIjpmYWxzZX0sXCJCYWNrZ3JvdW5kU3R5bGVcIjp7XCIkaWRcIjpcIjY0NlwiLFwiTWFyZ2luXCI6e1wiJGlkXCI6XCI2NDdcIixcIlRvcFwiOjAuMCxcIkxlZnRcIjowLjAsXCJSaWdodFwiOjAuMCxcIkJvdHRvbVwiOjAuMH0sXCJQYWRkaW5nXCI6e1wiJGlkXCI6XCI2NDhcIixcIlRvcFwiOjAuMCxcIkxlZnRcIjowLjAsXCJSaWdodFwiOjAuMCxcIkJvdHRvbVwiOjAuMH0sXCJCYWNrZ3JvdW5kXCI6e1wiJGlkXCI6XCI2NDlcIixcIkNvbG9yXCI6e1wiJGlkXCI6XCI2NTBcIixcIkFcIjozOCxcIlJcIjo5MSxcIkdcIjoxNTUsXCJCXCI6MjEzfX0sXCJJc1Zpc2libGVcIjp0cnVlLFwiV2lkdGhcIjowLjAsXCJIZWlnaHRcIjowLjAsXCJCb3JkZXJTdHlsZVwiOntcIiRpZFwiOlwiNjUxXCIsXCJMaW5lQ29sb3JcIjp7XCIkaWRcIjpcIjY1MlwiLFwiJHR5cGVcIjpcIk5MUkUuQ29tbW9uLkRvbS5Tb2xpZENvbG9yQnJ1c2gsIE5MUkUuQ29tbW9uXCIsXCJDb2xvclwiOntcIiRpZFwiOlwiNjUzXCIsXCJBXCI6MjU1LFwiUlwiOjIwOCxcIkdcIjoyMDYsXCJCXCI6MjA2fX0sXCJMaW5lV2VpZ2h0XCI6MC4wLFwiTGluZVR5cGVcIjowfX0sXCJJc0Fib3ZlVGltZWJhbmRcIjpmYWxzZX0sXCJDdXN0b21Td2ltbGFuZU1pbGVzdG9uZVN0eWxlTGlzdFwiOlt7XCIkaWRcIjpcIjY1NFwiLFwiVGl0bGVTdHlsZVwiOntcIiRpZFwiOlwiNjU1XCIsXCJGb250U2V0dGluZ3NcIjp7XCIkaWRcIjpcIjY1NlwiLFwiRm9udFNpemVcIjoxMSxcIkZvbnROYW1lXCI6XCJDYWxpYnJpXCIsXCJJc0JvbGRcIjp0cnVlLFwiSXNJdGFsaWNcIjpmYWxzZSxcIklzVW5kZXJsaW5lZFwiOmZhbHNlfSxcIkF1dG9TaXplXCI6MixcIkZvcmVncm91bmRcIjp7XCIkaWRcIjpcIjY1N1wiLFwiQ29sb3JcIjp7XCIkaWRcIjpcIjY1OFwiLFwiQVwiOjI1NSxcIlJcIjowLFwiR1wiOjAsXCJCXCI6MH19LFwiQmFja2dyb3VuZEZpbGxUeXBlXCI6MCxcIk1heFdpZHRoXCI6ODYuNjkwMDAwMDAwMDAwMDEyLFwiTWF4SGVpZ2h0XCI6XCJJbmZpbml0eVwiLFwiU21hcnRGb3JlZ3JvdW5kSXNBY3RpdmVcIjpmYWxzZSxcIkhvcml6b250YWxBbGlnbm1lbnRcIjowLFwiVmVydGljYWxBbGlnbm1lbnRcIjowLFwiU21hcnRGb3JlZ3JvdW5kXCI6bnVsbCxcIk1hcmdpblwiOntcIiRpZFwiOlwiNjU5XCIsXCJUb3BcIjowLjAsXCJMZWZ0XCI6MC4wLFwiUmlnaHRcIjowLjAsXCJCb3R0b21cIjowLjB9LFwiUGFkZGluZ1wiOntcIiRpZFwiOlwiNjYwXCIsXCJUb3BcIjowLjAsXCJMZWZ0XCI6MC4wLFwiUmlnaHRcIjowLjAsXCJCb3R0b21cIjowLjB9LFwiQmFja2dyb3VuZFwiOntcIiRyZWZcIjpcIjEwNVwifSxcIklzVmlzaWJsZVwiOnRydWUsXCJXaWR0aFwiOjAuMCxcIkhlaWdodFwiOjAuMCxcIkJvcmRlclN0eWxlXCI6bnVsbH0sXCJEYXRlU3R5bGVcIjp7XCIkaWRcIjpcIjY2MVwiLFwiRm9udFNldHRpbmdzXCI6e1wiJGlkXCI6XCI2NjJcIixcIkZvbnRTaXplXCI6MTAsXCJGb250TmFtZVwiOlwiQ2FsaWJyaVwiLFwiSXNCb2xkXCI6ZmFsc2UsXCJJc0l0YWxpY1wiOmZhbHNlLFwiSXNVbmRlcmxpbmVkXCI6ZmFsc2V9LFwiQXV0b1NpemVcIjowLFwiRm9yZWdyb3VuZFwiOntcIiRpZFwiOlwiNjYz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2NFwiLFwiVG9wXCI6MC4wLFwiTGVmdFwiOjAuMCxcIlJpZ2h0XCI6MC4wLFwiQm90dG9tXCI6MC4wfSxcIlBhZGRpbmdcIjp7XCIkaWRcIjpcIjY2N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Y2NlwiLFwiTWFyZ2luXCI6e1wiJGlkXCI6XCI2NjdcIixcIlRvcFwiOjAuMCxcIkxlZnRcIjowLjAsXCJSaWdodFwiOjAuMCxcIkJvdHRvbVwiOjAuMH0sXCJQYWRkaW5nXCI6e1wiJGlkXCI6XCI2NjhcIixcIlRvcFwiOjAuMCxcIkxlZnRcIjowLjAsXCJSaWdodFwiOjAuMCxcIkJvdHRvbVwiOjAuMH0sXCJCYWNrZ3JvdW5kXCI6e1wiJGlkXCI6XCI2NjlcIixcIkNvbG9yXCI6e1wiJGlkXCI6XCI2NzBcIixcIkFcIjoyNTUsXCJSXCI6OTEsXCJHXCI6MTU1LFwiQlwiOjIxM319LFwiSXNWaXNpYmxlXCI6dHJ1ZSxcIldpZHRoXCI6MTIuMCxcIkhlaWdodFwiOjE0LjAsXCJCb3JkZXJTdHlsZVwiOntcIiRpZFwiOlwiNjcxXCIsXCJMaW5lQ29sb3JcIjpudWxsLFwiTGluZVdlaWdodFwiOjAuMCxcIkxpbmVUeXBlXCI6MH19LFwiRGF0ZUZvcm1hdFwiOntcIiRpZFwiOlwiNjc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2NzNcIixcIlRpdGxlU3R5bGVcIjp7XCIkaWRcIjpcIjY3NFwiLFwiRm9udFNldHRpbmdzXCI6e1wiJGlkXCI6XCI2NzVcIixcIkZvbnRTaXplXCI6MTEsXCJGb250TmFtZVwiOlwiQ2FsaWJyaVwiLFwiSXNCb2xkXCI6dHJ1ZSxcIklzSXRhbGljXCI6ZmFsc2UsXCJJc1VuZGVybGluZWRcIjpmYWxzZX0sXCJBdXRvU2l6ZVwiOjIsXCJGb3JlZ3JvdW5kXCI6e1wiJGlkXCI6XCI2NzZcIixcIkNvbG9yXCI6e1wiJGlkXCI6XCI2NzdcIixcIkFcIjoyNTUsXCJSXCI6MCxcIkdcIjowLFwiQlwiOjB9fSxcIkJhY2tncm91bmRGaWxsVHlwZVwiOjAsXCJNYXhXaWR0aFwiOjM5LjQzLFwiTWF4SGVpZ2h0XCI6XCJJbmZpbml0eVwiLFwiU21hcnRGb3JlZ3JvdW5kSXNBY3RpdmVcIjpmYWxzZSxcIkhvcml6b250YWxBbGlnbm1lbnRcIjowLFwiVmVydGljYWxBbGlnbm1lbnRcIjowLFwiU21hcnRGb3JlZ3JvdW5kXCI6bnVsbCxcIk1hcmdpblwiOntcIiRpZFwiOlwiNjc4XCIsXCJUb3BcIjowLjAsXCJMZWZ0XCI6MC4wLFwiUmlnaHRcIjowLjAsXCJCb3R0b21cIjowLjB9LFwiUGFkZGluZ1wiOntcIiRpZFwiOlwiNjc5XCIsXCJUb3BcIjowLjAsXCJMZWZ0XCI6MC4wLFwiUmlnaHRcIjowLjAsXCJCb3R0b21cIjowLjB9LFwiQmFja2dyb3VuZFwiOntcIiRyZWZcIjpcIjQ2MFwifSxcIklzVmlzaWJsZVwiOnRydWUsXCJXaWR0aFwiOjAuMCxcIkhlaWdodFwiOjAuMCxcIkJvcmRlclN0eWxlXCI6bnVsbH0sXCJEYXRlU3R5bGVcIjp7XCIkaWRcIjpcIjY4MFwiLFwiRm9udFNldHRpbmdzXCI6e1wiJGlkXCI6XCI2ODFcIixcIkZvbnRTaXplXCI6MTAsXCJGb250TmFtZVwiOlwiQ2FsaWJyaVwiLFwiSXNCb2xkXCI6ZmFsc2UsXCJJc0l0YWxpY1wiOmZhbHNlLFwiSXNVbmRlcmxpbmVkXCI6ZmFsc2V9LFwiQXV0b1NpemVcIjowLFwiRm9yZWdyb3VuZFwiOntcIiRpZFwiOlwiNjgy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Y4M1wiLFwiVG9wXCI6MC4wLFwiTGVmdFwiOjAuMCxcIlJpZ2h0XCI6MC4wLFwiQm90dG9tXCI6MC4wfSxcIlBhZGRpbmdcIjp7XCIkaWRcIjpcIjY4NFwiLFwiVG9wXCI6MC4wLFwiTGVmdFwiOjAuMCxcIlJpZ2h0XCI6MC4wLFwiQm90dG9tXCI6MC4wfSxcIkJhY2tncm91bmRcIjp7XCIkcmVmXCI6XCI0NjdcIn0sXCJJc1Zpc2libGVcIjpmYWxzZSxcIldpZHRoXCI6MC4wLFwiSGVpZ2h0XCI6MC4wLFwiQm9yZGVyU3R5bGVcIjpudWxsfSxcIlRpdGxlUG9zaXRpb25cIjoyLFwiRGF0ZVBvc2l0aW9uXCI6XCJMZWZ0XCIsXCJTaGFwZVR5cGVcIjo0LFwiU2hhcGVTaXplXCI6MCxcIlNoYXBlU3R5bGVcIjp7XCIkaWRcIjpcIjY4NVwiLFwiTWFyZ2luXCI6e1wiJGlkXCI6XCI2ODZcIixcIlRvcFwiOjAuMCxcIkxlZnRcIjowLjAsXCJSaWdodFwiOjAuMCxcIkJvdHRvbVwiOjAuMH0sXCJQYWRkaW5nXCI6e1wiJGlkXCI6XCI2ODdcIixcIlRvcFwiOjAuMCxcIkxlZnRcIjowLjAsXCJSaWdodFwiOjAuMCxcIkJvdHRvbVwiOjAuMH0sXCJCYWNrZ3JvdW5kXCI6e1wiJGlkXCI6XCI2ODhcIixcIkNvbG9yXCI6e1wiJGlkXCI6XCI2ODlcIixcIkFcIjoyNTUsXCJSXCI6OTEsXCJHXCI6MTU1LFwiQlwiOjIxM319LFwiSXNWaXNpYmxlXCI6dHJ1ZSxcIldpZHRoXCI6MTIuMCxcIkhlaWdodFwiOjE0LjAsXCJCb3JkZXJTdHlsZVwiOntcIiRpZFwiOlwiNjkwXCIsXCJMaW5lQ29sb3JcIjpudWxsLFwiTGluZVdlaWdodFwiOjAuMCxcIkxpbmVUeXBlXCI6MH19LFwiRGF0ZUZvcm1hdFwiOntcIiRpZFwiOlwiNjk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2OTJcIixcIlRpdGxlU3R5bGVcIjp7XCIkaWRcIjpcIjY5M1wiLFwiRm9udFNldHRpbmdzXCI6e1wiJGlkXCI6XCI2OTRcIixcIkZvbnRTaXplXCI6MTEsXCJGb250TmFtZVwiOlwiQ2FsaWJyaVwiLFwiSXNCb2xkXCI6dHJ1ZSxcIklzSXRhbGljXCI6ZmFsc2UsXCJJc1VuZGVybGluZWRcIjpmYWxzZX0sXCJBdXRvU2l6ZVwiOjIsXCJGb3JlZ3JvdW5kXCI6e1wiJGlkXCI6XCI2OTVcIixcIkNvbG9yXCI6e1wiJGlkXCI6XCI2OTZcIixcIkFcIjoyNTUsXCJSXCI6MCxcIkdcIjowLFwiQlwiOjB9fSxcIkJhY2tncm91bmRGaWxsVHlwZVwiOjAsXCJNYXhXaWR0aFwiOjYyLjc3LFwiTWF4SGVpZ2h0XCI6XCJJbmZpbml0eVwiLFwiU21hcnRGb3JlZ3JvdW5kSXNBY3RpdmVcIjpmYWxzZSxcIkhvcml6b250YWxBbGlnbm1lbnRcIjowLFwiVmVydGljYWxBbGlnbm1lbnRcIjowLFwiU21hcnRGb3JlZ3JvdW5kXCI6bnVsbCxcIk1hcmdpblwiOntcIiRpZFwiOlwiNjk3XCIsXCJUb3BcIjowLjAsXCJMZWZ0XCI6MC4wLFwiUmlnaHRcIjowLjAsXCJCb3R0b21cIjowLjB9LFwiUGFkZGluZ1wiOntcIiRpZFwiOlwiNjk4XCIsXCJUb3BcIjowLjAsXCJMZWZ0XCI6MC4wLFwiUmlnaHRcIjowLjAsXCJCb3R0b21cIjowLjB9LFwiQmFja2dyb3VuZFwiOntcIiRyZWZcIjpcIjQ2MFwifSxcIklzVmlzaWJsZVwiOnRydWUsXCJXaWR0aFwiOjAuMCxcIkhlaWdodFwiOjAuMCxcIkJvcmRlclN0eWxlXCI6bnVsbH0sXCJEYXRlU3R5bGVcIjp7XCIkaWRcIjpcIjY5OVwiLFwiRm9udFNldHRpbmdzXCI6e1wiJGlkXCI6XCI3MDBcIixcIkZvbnRTaXplXCI6MTAsXCJGb250TmFtZVwiOlwiQ2FsaWJyaVwiLFwiSXNCb2xkXCI6ZmFsc2UsXCJJc0l0YWxpY1wiOmZhbHNlLFwiSXNVbmRlcmxpbmVkXCI6ZmFsc2V9LFwiQXV0b1NpemVcIjowLFwiRm9yZWdyb3VuZFwiOntcIiRpZFwiOlwiNzAx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wMlwiLFwiVG9wXCI6MC4wLFwiTGVmdFwiOjAuMCxcIlJpZ2h0XCI6MC4wLFwiQm90dG9tXCI6MC4wfSxcIlBhZGRpbmdcIjp7XCIkaWRcIjpcIjcwM1wiLFwiVG9wXCI6MC4wLFwiTGVmdFwiOjAuMCxcIlJpZ2h0XCI6MC4wLFwiQm90dG9tXCI6MC4wfSxcIkJhY2tncm91bmRcIjp7XCIkcmVmXCI6XCI0NjdcIn0sXCJJc1Zpc2libGVcIjpmYWxzZSxcIldpZHRoXCI6MC4wLFwiSGVpZ2h0XCI6MC4wLFwiQm9yZGVyU3R5bGVcIjpudWxsfSxcIlRpdGxlUG9zaXRpb25cIjoyLFwiRGF0ZVBvc2l0aW9uXCI6XCJMZWZ0XCIsXCJTaGFwZVR5cGVcIjo0LFwiU2hhcGVTaXplXCI6MCxcIlNoYXBlU3R5bGVcIjp7XCIkaWRcIjpcIjcwNFwiLFwiTWFyZ2luXCI6e1wiJGlkXCI6XCI3MDVcIixcIlRvcFwiOjAuMCxcIkxlZnRcIjowLjAsXCJSaWdodFwiOjAuMCxcIkJvdHRvbVwiOjAuMH0sXCJQYWRkaW5nXCI6e1wiJGlkXCI6XCI3MDZcIixcIlRvcFwiOjAuMCxcIkxlZnRcIjowLjAsXCJSaWdodFwiOjAuMCxcIkJvdHRvbVwiOjAuMH0sXCJCYWNrZ3JvdW5kXCI6e1wiJGlkXCI6XCI3MDdcIixcIkNvbG9yXCI6e1wiJGlkXCI6XCI3MDhcIixcIkFcIjoyNTUsXCJSXCI6OTEsXCJHXCI6MTU1LFwiQlwiOjIxM319LFwiSXNWaXNpYmxlXCI6dHJ1ZSxcIldpZHRoXCI6MTIuMCxcIkhlaWdodFwiOjE0LjAsXCJCb3JkZXJTdHlsZVwiOntcIiRpZFwiOlwiNzA5XCIsXCJMaW5lQ29sb3JcIjpudWxsLFwiTGluZVdlaWdodFwiOjAuMCxcIkxpbmVUeXBlXCI6MH19LFwiRGF0ZUZvcm1hdFwiOntcIiRpZFwiOlwiNzEw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3MTFcIixcIlRpdGxlU3R5bGVcIjp7XCIkaWRcIjpcIjcxMlwiLFwiRm9udFNldHRpbmdzXCI6e1wiJGlkXCI6XCI3MTNcIixcIkZvbnRTaXplXCI6MTEsXCJGb250TmFtZVwiOlwiQ2FsaWJyaVwiLFwiSXNCb2xkXCI6dHJ1ZSxcIklzSXRhbGljXCI6ZmFsc2UsXCJJc1VuZGVybGluZWRcIjpmYWxzZX0sXCJBdXRvU2l6ZVwiOjIsXCJGb3JlZ3JvdW5kXCI6e1wiJGlkXCI6XCI3MTRcIixcIkNvbG9yXCI6e1wiJGlkXCI6XCI3MTVcIixcIkFcIjoyNTUsXCJSXCI6MCxcIkdcIjowLFwiQlwiOjB9fSxcIkJhY2tncm91bmRGaWxsVHlwZVwiOjAsXCJNYXhXaWR0aFwiOjU3LjI0NjY2NjY2NjY2NjY3LFwiTWF4SGVpZ2h0XCI6XCJJbmZpbml0eVwiLFwiU21hcnRGb3JlZ3JvdW5kSXNBY3RpdmVcIjpmYWxzZSxcIkhvcml6b250YWxBbGlnbm1lbnRcIjowLFwiVmVydGljYWxBbGlnbm1lbnRcIjowLFwiU21hcnRGb3JlZ3JvdW5kXCI6bnVsbCxcIk1hcmdpblwiOntcIiRpZFwiOlwiNzE2XCIsXCJUb3BcIjowLjAsXCJMZWZ0XCI6MC4wLFwiUmlnaHRcIjowLjAsXCJCb3R0b21cIjowLjB9LFwiUGFkZGluZ1wiOntcIiRpZFwiOlwiNzE3XCIsXCJUb3BcIjowLjAsXCJMZWZ0XCI6MC4wLFwiUmlnaHRcIjowLjAsXCJCb3R0b21cIjowLjB9LFwiQmFja2dyb3VuZFwiOntcIiRyZWZcIjpcIjEwNVwifSxcIklzVmlzaWJsZVwiOnRydWUsXCJXaWR0aFwiOjAuMCxcIkhlaWdodFwiOjAuMCxcIkJvcmRlclN0eWxlXCI6bnVsbH0sXCJEYXRlU3R5bGVcIjp7XCIkaWRcIjpcIjcxOFwiLFwiRm9udFNldHRpbmdzXCI6e1wiJGlkXCI6XCI3MTlcIixcIkZvbnRTaXplXCI6MTAsXCJGb250TmFtZVwiOlwiQ2FsaWJyaVwiLFwiSXNCb2xkXCI6ZmFsc2UsXCJJc0l0YWxpY1wiOmZhbHNlLFwiSXNVbmRlcmxpbmVkXCI6ZmFsc2V9LFwiQXV0b1NpemVcIjowLFwiRm9yZWdyb3VuZFwiOntcIiRpZFwiOlwiNzIw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yMVwiLFwiVG9wXCI6MC4wLFwiTGVmdFwiOjAuMCxcIlJpZ2h0XCI6MC4wLFwiQm90dG9tXCI6MC4wfSxcIlBhZGRpbmdcIjp7XCIkaWRcIjpcIjcyMl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cyM1wiLFwiTWFyZ2luXCI6e1wiJGlkXCI6XCI3MjRcIixcIlRvcFwiOjAuMCxcIkxlZnRcIjowLjAsXCJSaWdodFwiOjAuMCxcIkJvdHRvbVwiOjAuMH0sXCJQYWRkaW5nXCI6e1wiJGlkXCI6XCI3MjVcIixcIlRvcFwiOjAuMCxcIkxlZnRcIjowLjAsXCJSaWdodFwiOjAuMCxcIkJvdHRvbVwiOjAuMH0sXCJCYWNrZ3JvdW5kXCI6e1wiJGlkXCI6XCI3MjZcIixcIkNvbG9yXCI6e1wiJGlkXCI6XCI3MjdcIixcIkFcIjoyNTUsXCJSXCI6OTEsXCJHXCI6MTU1LFwiQlwiOjIxM319LFwiSXNWaXNpYmxlXCI6dHJ1ZSxcIldpZHRoXCI6MTIuMCxcIkhlaWdodFwiOjE0LjAsXCJCb3JkZXJTdHlsZVwiOntcIiRpZFwiOlwiNzI4XCIsXCJMaW5lQ29sb3JcIjpudWxsLFwiTGluZVdlaWdodFwiOjAuMCxcIkxpbmVUeXBlXCI6MH19LFwiRGF0ZUZvcm1hdFwiOntcIiRpZFwiOlwiNzI5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NjExNWViOTQtNWZhYi00YTM3LWEzNTEtN2UxMzRmZjE3NzNkXCIsXCJTcGFjaW5nXCI6NX0se1wiJGlkXCI6XCI3MzBcIixcIlRpdGxlU3R5bGVcIjp7XCIkaWRcIjpcIjczMVwiLFwiRm9udFNldHRpbmdzXCI6e1wiJGlkXCI6XCI3MzJcIixcIkZvbnRTaXplXCI6MTEsXCJGb250TmFtZVwiOlwiQ2FsaWJyaVwiLFwiSXNCb2xkXCI6dHJ1ZSxcIklzSXRhbGljXCI6ZmFsc2UsXCJJc1VuZGVybGluZWRcIjpmYWxzZX0sXCJBdXRvU2l6ZVwiOjIsXCJGb3JlZ3JvdW5kXCI6e1wiJGlkXCI6XCI3MzNcIixcIkNvbG9yXCI6e1wiJGlkXCI6XCI3MzRcIixcIkFcIjoyNTUsXCJSXCI6MCxcIkdcIjowLFwiQlwiOjB9fSxcIkJhY2tncm91bmRGaWxsVHlwZVwiOjAsXCJNYXhXaWR0aFwiOjUxLjczMzMzMzMzMzMzMzMzNCxcIk1heEhlaWdodFwiOlwiSW5maW5pdHlcIixcIlNtYXJ0Rm9yZWdyb3VuZElzQWN0aXZlXCI6ZmFsc2UsXCJIb3Jpem9udGFsQWxpZ25tZW50XCI6MCxcIlZlcnRpY2FsQWxpZ25tZW50XCI6MCxcIlNtYXJ0Rm9yZWdyb3VuZFwiOm51bGwsXCJNYXJnaW5cIjp7XCIkaWRcIjpcIjczNVwiLFwiVG9wXCI6MC4wLFwiTGVmdFwiOjAuMCxcIlJpZ2h0XCI6MC4wLFwiQm90dG9tXCI6MC4wfSxcIlBhZGRpbmdcIjp7XCIkaWRcIjpcIjczNlwiLFwiVG9wXCI6MC4wLFwiTGVmdFwiOjAuMCxcIlJpZ2h0XCI6MC4wLFwiQm90dG9tXCI6MC4wfSxcIkJhY2tncm91bmRcIjp7XCIkcmVmXCI6XCI0NjBcIn0sXCJJc1Zpc2libGVcIjp0cnVlLFwiV2lkdGhcIjowLjAsXCJIZWlnaHRcIjowLjAsXCJCb3JkZXJTdHlsZVwiOm51bGx9LFwiRGF0ZVN0eWxlXCI6e1wiJGlkXCI6XCI3MzdcIixcIkZvbnRTZXR0aW5nc1wiOntcIiRpZFwiOlwiNzM4XCIsXCJGb250U2l6ZVwiOjEwLFwiRm9udE5hbWVcIjpcIkNhbGlicmlcIixcIklzQm9sZFwiOmZhbHNlLFwiSXNJdGFsaWNcIjpmYWxzZSxcIklzVW5kZXJsaW5lZFwiOmZhbHNlfSxcIkF1dG9TaXplXCI6MCxcIkZvcmVncm91bmRcIjp7XCIkaWRcIjpcIjczOVwiLFwiQ29sb3JcIjp7XCIkcmVmXCI6XCIxMDlcIn19LFwiQmFja2dyb3VuZEZpbGxUeXBlXCI6MCxcIk1heFdpZHRoXCI6MjAwLjAsXCJNYXhIZWlnaHRcIjpcIkluZmluaXR5XCIsXCJTbWFydEZvcmVncm91bmRJc0FjdGl2ZVwiOmZhbHNlLFwiSG9yaXpvbnRhbEFsaWdubWVudFwiOjIsXCJWZXJ0aWNhbEFsaWdubWVudFwiOjAsXCJTbWFydEZvcmVncm91bmRcIjpudWxsLFwiTWFyZ2luXCI6e1wiJGlkXCI6XCI3NDBcIixcIlRvcFwiOjAuMCxcIkxlZnRcIjowLjAsXCJSaWdodFwiOjAuMCxcIkJvdHRvbVwiOjAuMH0sXCJQYWRkaW5nXCI6e1wiJGlkXCI6XCI3NDFcIixcIlRvcFwiOjAuMCxcIkxlZnRcIjowLjAsXCJSaWdodFwiOjAuMCxcIkJvdHRvbVwiOjAuMH0sXCJCYWNrZ3JvdW5kXCI6e1wiJHJlZlwiOlwiNDY3XCJ9LFwiSXNWaXNpYmxlXCI6ZmFsc2UsXCJXaWR0aFwiOjAuMCxcIkhlaWdodFwiOjAuMCxcIkJvcmRlclN0eWxlXCI6bnVsbH0sXCJUaXRsZVBvc2l0aW9uXCI6MixcIkRhdGVQb3NpdGlvblwiOlwiTGVmdFwiLFwiU2hhcGVUeXBlXCI6NCxcIlNoYXBlU2l6ZVwiOjAsXCJTaGFwZVN0eWxlXCI6e1wiJGlkXCI6XCI3NDJcIixcIk1hcmdpblwiOntcIiRpZFwiOlwiNzQzXCIsXCJUb3BcIjowLjAsXCJMZWZ0XCI6MC4wLFwiUmlnaHRcIjowLjAsXCJCb3R0b21cIjowLjB9LFwiUGFkZGluZ1wiOntcIiRpZFwiOlwiNzQ0XCIsXCJUb3BcIjowLjAsXCJMZWZ0XCI6MC4wLFwiUmlnaHRcIjowLjAsXCJCb3R0b21cIjowLjB9LFwiQmFja2dyb3VuZFwiOntcIiRpZFwiOlwiNzQ1XCIsXCJDb2xvclwiOntcIiRpZFwiOlwiNzQ2XCIsXCJBXCI6MjU1LFwiUlwiOjkxLFwiR1wiOjE1NSxcIkJcIjoyMTN9fSxcIklzVmlzaWJsZVwiOnRydWUsXCJXaWR0aFwiOjEyLjAsXCJIZWlnaHRcIjoxNC4wLFwiQm9yZGVyU3R5bGVcIjp7XCIkaWRcIjpcIjc0N1wiLFwiTGluZUNvbG9yXCI6bnVsbCxcIkxpbmVXZWlnaHRcIjowLjAsXCJMaW5lVHlwZVwiOjB9fSxcIkRhdGVGb3JtYXRcIjp7XCIkaWRcIjpcIjc0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llNDVmYjM2LWZhYWQtNGU1NC1hMGE2LTZmYzdkNDE4YjVkMlwiLFwiU3BhY2luZ1wiOjV9LHtcIiRpZFwiOlwiNzQ5XCIsXCJUaXRsZVN0eWxlXCI6e1wiJGlkXCI6XCI3NTBcIixcIkZvbnRTZXR0aW5nc1wiOntcIiRpZFwiOlwiNzUxXCIsXCJGb250U2l6ZVwiOjExLFwiRm9udE5hbWVcIjpcIkNhbGlicmlcIixcIklzQm9sZFwiOnRydWUsXCJJc0l0YWxpY1wiOmZhbHNlLFwiSXNVbmRlcmxpbmVkXCI6ZmFsc2V9LFwiQXV0b1NpemVcIjoyLFwiRm9yZWdyb3VuZFwiOntcIiRpZFwiOlwiNzUyXCIsXCJDb2xvclwiOntcIiRpZFwiOlwiNzUzXCIsXCJBXCI6MjU1LFwiUlwiOjAsXCJHXCI6MCxcIkJcIjowfX0sXCJCYWNrZ3JvdW5kRmlsbFR5cGVcIjowLFwiTWF4V2lkdGhcIjo5Mi41NDY2NjY2NjY2NjY2NjcsXCJNYXhIZWlnaHRcIjpcIkluZmluaXR5XCIsXCJTbWFydEZvcmVncm91bmRJc0FjdGl2ZVwiOmZhbHNlLFwiSG9yaXpvbnRhbEFsaWdubWVudFwiOjAsXCJWZXJ0aWNhbEFsaWdubWVudFwiOjAsXCJTbWFydEZvcmVncm91bmRcIjpudWxsLFwiTWFyZ2luXCI6e1wiJGlkXCI6XCI3NTRcIixcIlRvcFwiOjAuMCxcIkxlZnRcIjowLjAsXCJSaWdodFwiOjAuMCxcIkJvdHRvbVwiOjAuMH0sXCJQYWRkaW5nXCI6e1wiJGlkXCI6XCI3NTVcIixcIlRvcFwiOjAuMCxcIkxlZnRcIjowLjAsXCJSaWdodFwiOjAuMCxcIkJvdHRvbVwiOjAuMH0sXCJCYWNrZ3JvdW5kXCI6e1wiJHJlZlwiOlwiMTA1XCJ9LFwiSXNWaXNpYmxlXCI6dHJ1ZSxcIldpZHRoXCI6MC4wLFwiSGVpZ2h0XCI6MC4wLFwiQm9yZGVyU3R5bGVcIjpudWxsfSxcIkRhdGVTdHlsZVwiOntcIiRpZFwiOlwiNzU2XCIsXCJGb250U2V0dGluZ3NcIjp7XCIkaWRcIjpcIjc1N1wiLFwiRm9udFNpemVcIjoxMCxcIkZvbnROYW1lXCI6XCJDYWxpYnJpXCIsXCJJc0JvbGRcIjpmYWxzZSxcIklzSXRhbGljXCI6ZmFsc2UsXCJJc1VuZGVybGluZWRcIjpmYWxzZX0sXCJBdXRvU2l6ZVwiOjAsXCJGb3JlZ3JvdW5kXCI6e1wiJGlkXCI6XCI3NTh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zU5XCIsXCJUb3BcIjowLjAsXCJMZWZ0XCI6MC4wLFwiUmlnaHRcIjowLjAsXCJCb3R0b21cIjowLjB9LFwiUGFkZGluZ1wiOntcIiRpZFwiOlwiNzYw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QsXCJTaGFwZVNpemVcIjowLFwiU2hhcGVTdHlsZVwiOntcIiRpZFwiOlwiNzYxXCIsXCJNYXJnaW5cIjp7XCIkaWRcIjpcIjc2MlwiLFwiVG9wXCI6MC4wLFwiTGVmdFwiOjAuMCxcIlJpZ2h0XCI6MC4wLFwiQm90dG9tXCI6MC4wfSxcIlBhZGRpbmdcIjp7XCIkaWRcIjpcIjc2M1wiLFwiVG9wXCI6MC4wLFwiTGVmdFwiOjAuMCxcIlJpZ2h0XCI6MC4wLFwiQm90dG9tXCI6MC4wfSxcIkJhY2tncm91bmRcIjp7XCIkaWRcIjpcIjc2NFwiLFwiQ29sb3JcIjp7XCIkaWRcIjpcIjc2NVwiLFwiQVwiOjI1NSxcIlJcIjo5MSxcIkdcIjoxNTUsXCJCXCI6MjEzfX0sXCJJc1Zpc2libGVcIjp0cnVlLFwiV2lkdGhcIjoxMi4wLFwiSGVpZ2h0XCI6MTQuMCxcIkJvcmRlclN0eWxlXCI6e1wiJGlkXCI6XCI3NjZcIixcIkxpbmVDb2xvclwiOm51bGwsXCJMaW5lV2VpZ2h0XCI6MC4wLFwiTGluZVR5cGVcIjowfX0sXCJEYXRlRm9ybWF0XCI6e1wiJGlkXCI6XCI3Nj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ZTQ1ZmIzNi1mYWFkLTRlNTQtYTBhNi02ZmM3ZDQxOGI1ZDJcIixcIlNwYWNpbmdcIjo1fSx7XCIkaWRcIjpcIjc2OFwiLFwiVGl0bGVTdHlsZVwiOntcIiRpZFwiOlwiNzY5XCIsXCJGb250U2V0dGluZ3NcIjp7XCIkaWRcIjpcIjc3MFwiLFwiRm9udFNpemVcIjoxMSxcIkZvbnROYW1lXCI6XCJDYWxpYnJpXCIsXCJJc0JvbGRcIjp0cnVlLFwiSXNJdGFsaWNcIjpmYWxzZSxcIklzVW5kZXJsaW5lZFwiOmZhbHNlfSxcIkF1dG9TaXplXCI6MixcIkZvcmVncm91bmRcIjp7XCIkaWRcIjpcIjc3MVwiLFwiQ29sb3JcIjp7XCIkaWRcIjpcIjc3MlwiLFwiQVwiOjI1NSxcIlJcIjowLFwiR1wiOjAsXCJCXCI6MH19LFwiQmFja2dyb3VuZEZpbGxUeXBlXCI6MCxcIk1heFdpZHRoXCI6NTEuODEsXCJNYXhIZWlnaHRcIjpcIkluZmluaXR5XCIsXCJTbWFydEZvcmVncm91bmRJc0FjdGl2ZVwiOmZhbHNlLFwiSG9yaXpvbnRhbEFsaWdubWVudFwiOjAsXCJWZXJ0aWNhbEFsaWdubWVudFwiOjAsXCJTbWFydEZvcmVncm91bmRcIjpudWxsLFwiTWFyZ2luXCI6e1wiJGlkXCI6XCI3NzNcIixcIlRvcFwiOjAuMCxcIkxlZnRcIjowLjAsXCJSaWdodFwiOjAuMCxcIkJvdHRvbVwiOjAuMH0sXCJQYWRkaW5nXCI6e1wiJGlkXCI6XCI3NzRcIixcIlRvcFwiOjAuMCxcIkxlZnRcIjowLjAsXCJSaWdodFwiOjAuMCxcIkJvdHRvbVwiOjAuMH0sXCJCYWNrZ3JvdW5kXCI6e1wiJHJlZlwiOlwiMTA1XCJ9LFwiSXNWaXNpYmxlXCI6dHJ1ZSxcIldpZHRoXCI6MC4wLFwiSGVpZ2h0XCI6MC4wLFwiQm9yZGVyU3R5bGVcIjpudWxsfSxcIkRhdGVTdHlsZVwiOntcIiRpZFwiOlwiNzc1XCIsXCJGb250U2V0dGluZ3NcIjp7XCIkaWRcIjpcIjc3NlwiLFwiRm9udFNpemVcIjoxMCxcIkZvbnROYW1lXCI6XCJDYWxpYnJpXCIsXCJJc0JvbGRcIjpmYWxzZSxcIklzSXRhbGljXCI6ZmFsc2UsXCJJc1VuZGVybGluZWRcIjpmYWxzZX0sXCJBdXRvU2l6ZVwiOjAsXCJGb3JlZ3JvdW5kXCI6e1wiJGlkXCI6XCI3Nzd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Nzc4XCIsXCJUb3BcIjowLjAsXCJMZWZ0XCI6MC4wLFwiUmlnaHRcIjowLjAsXCJCb3R0b21cIjowLjB9LFwiUGFkZGluZ1wiOntcIiRpZFwiOlwiNzc5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QsXCJTaGFwZVNpemVcIjowLFwiU2hhcGVTdHlsZVwiOntcIiRpZFwiOlwiNzgwXCIsXCJNYXJnaW5cIjp7XCIkaWRcIjpcIjc4MVwiLFwiVG9wXCI6MC4wLFwiTGVmdFwiOjAuMCxcIlJpZ2h0XCI6MC4wLFwiQm90dG9tXCI6MC4wfSxcIlBhZGRpbmdcIjp7XCIkaWRcIjpcIjc4MlwiLFwiVG9wXCI6MC4wLFwiTGVmdFwiOjAuMCxcIlJpZ2h0XCI6MC4wLFwiQm90dG9tXCI6MC4wfSxcIkJhY2tncm91bmRcIjp7XCIkaWRcIjpcIjc4M1wiLFwiQ29sb3JcIjp7XCIkaWRcIjpcIjc4NFwiLFwiQVwiOjI1NSxcIlJcIjo5MSxcIkdcIjoxNTUsXCJCXCI6MjEzfX0sXCJJc1Zpc2libGVcIjp0cnVlLFwiV2lkdGhcIjoxMi4wLFwiSGVpZ2h0XCI6MTQuMCxcIkJvcmRlclN0eWxlXCI6e1wiJGlkXCI6XCI3ODVcIixcIkxpbmVDb2xvclwiOm51bGwsXCJMaW5lV2VpZ2h0XCI6MC4wLFwiTGluZVR5cGVcIjowfX0sXCJEYXRlRm9ybWF0XCI6e1wiJGlkXCI6XCI3ODZ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XCI5ZTQ1ZmIzNi1mYWFkLTRlNTQtYTBhNi02ZmM3ZDQxOGI1ZDJcIixcIlNwYWNpbmdcIjo1fSx7XCIkaWRcIjpcIjc4N1wiLFwiVGl0bGVTdHlsZVwiOntcIiRpZFwiOlwiNzg4XCIsXCJGb250U2V0dGluZ3NcIjp7XCIkaWRcIjpcIjc4OVwiLFwiRm9udFNpemVcIjoxMSxcIkZvbnROYW1lXCI6XCJDYWxpYnJpXCIsXCJJc0JvbGRcIjp0cnVlLFwiSXNJdGFsaWNcIjpmYWxzZSxcIklzVW5kZXJsaW5lZFwiOmZhbHNlfSxcIkF1dG9TaXplXCI6MixcIkZvcmVncm91bmRcIjp7XCIkaWRcIjpcIjc5MFwiLFwiQ29sb3JcIjp7XCIkaWRcIjpcIjc5MVwiLFwiQVwiOjI1NSxcIlJcIjowLFwiR1wiOjAsXCJCXCI6MH19LFwiQmFja2dyb3VuZEZpbGxUeXBlXCI6MCxcIk1heFdpZHRoXCI6NDQuNTg2NjY2NjY2NjY2NjY2LFwiTWF4SGVpZ2h0XCI6XCJJbmZpbml0eVwiLFwiU21hcnRGb3JlZ3JvdW5kSXNBY3RpdmVcIjpmYWxzZSxcIkhvcml6b250YWxBbGlnbm1lbnRcIjowLFwiVmVydGljYWxBbGlnbm1lbnRcIjowLFwiU21hcnRGb3JlZ3JvdW5kXCI6bnVsbCxcIk1hcmdpblwiOntcIiRpZFwiOlwiNzkyXCIsXCJUb3BcIjowLjAsXCJMZWZ0XCI6MC4wLFwiUmlnaHRcIjowLjAsXCJCb3R0b21cIjowLjB9LFwiUGFkZGluZ1wiOntcIiRpZFwiOlwiNzkzXCIsXCJUb3BcIjowLjAsXCJMZWZ0XCI6MC4wLFwiUmlnaHRcIjowLjAsXCJCb3R0b21cIjowLjB9LFwiQmFja2dyb3VuZFwiOntcIiRyZWZcIjpcIjEwNVwifSxcIklzVmlzaWJsZVwiOnRydWUsXCJXaWR0aFwiOjAuMCxcIkhlaWdodFwiOjAuMCxcIkJvcmRlclN0eWxlXCI6bnVsbH0sXCJEYXRlU3R5bGVcIjp7XCIkaWRcIjpcIjc5NFwiLFwiRm9udFNldHRpbmdzXCI6e1wiJGlkXCI6XCI3OTVcIixcIkZvbnRTaXplXCI6MTAsXCJGb250TmFtZVwiOlwiQ2FsaWJyaVwiLFwiSXNCb2xkXCI6ZmFsc2UsXCJJc0l0YWxpY1wiOmZhbHNlLFwiSXNVbmRlcmxpbmVkXCI6ZmFsc2V9LFwiQXV0b1NpemVcIjowLFwiRm9yZWdyb3VuZFwiOntcIiRpZFwiOlwiNzk2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c5N1wiLFwiVG9wXCI6MC4wLFwiTGVmdFwiOjAuMCxcIlJpZ2h0XCI6MC4wLFwiQm90dG9tXCI6MC4wfSxcIlBhZGRpbmdcIjp7XCIkaWRcIjpcIjc5O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0LFwiU2hhcGVTaXplXCI6MCxcIlNoYXBlU3R5bGVcIjp7XCIkaWRcIjpcIjc5OVwiLFwiTWFyZ2luXCI6e1wiJGlkXCI6XCI4MDBcIixcIlRvcFwiOjAuMCxcIkxlZnRcIjowLjAsXCJSaWdodFwiOjAuMCxcIkJvdHRvbVwiOjAuMH0sXCJQYWRkaW5nXCI6e1wiJGlkXCI6XCI4MDFcIixcIlRvcFwiOjAuMCxcIkxlZnRcIjowLjAsXCJSaWdodFwiOjAuMCxcIkJvdHRvbVwiOjAuMH0sXCJCYWNrZ3JvdW5kXCI6e1wiJGlkXCI6XCI4MDJcIixcIkNvbG9yXCI6e1wiJGlkXCI6XCI4MDNcIixcIkFcIjoyNTUsXCJSXCI6OTEsXCJHXCI6MTU1LFwiQlwiOjIxM319LFwiSXNWaXNpYmxlXCI6dHJ1ZSxcIldpZHRoXCI6MTIuMCxcIkhlaWdodFwiOjE0LjAsXCJCb3JkZXJTdHlsZVwiOntcIiRpZFwiOlwiODA0XCIsXCJMaW5lQ29sb3JcIjpudWxsLFwiTGluZVdlaWdodFwiOjAuMCxcIkxpbmVUeXBlXCI6MH19LFwiRGF0ZUZvcm1hdFwiOntcIiRpZFwiOlwiODA1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XCIsXCJTcGFjaW5nXCI6NX1dLFwiQ3VzdG9tU3dpbWxhbmVUYXNrU3R5bGVMaXN0XCI6W119LHtcIiRpZFwiOlwiODA2XCIsXCJTdHlsZVwiOntcIiRpZFwiOlwiODA3XCIsXCJIZWFkZXJTdHlsZVwiOntcIiRpZFwiOlwiODA4XCIsXCJUZXh0U3R5bGVcIjp7XCIkaWRcIjpcIjgwOVwiLFwiRm9udFNldHRpbmdzXCI6e1wiJGlkXCI6XCI4MTBcIixcIkZvbnRTaXplXCI6MTIsXCJGb250TmFtZVwiOlwiQ2FsaWJyaVwiLFwiSXNCb2xkXCI6dHJ1ZSxcIklzSXRhbGljXCI6ZmFsc2UsXCJJc1VuZGVybGluZWRcIjpmYWxzZX0sXCJBdXRvU2l6ZVwiOjAsXCJGb3JlZ3JvdW5kXCI6e1wiJGlkXCI6XCI4MTFcIixcIkNvbG9yXCI6e1wiJGlkXCI6XCI4MTJcIixcIkFcIjoyNTUsXCJSXCI6MjMsXCJHXCI6MzAsXCJCXCI6MzZ9fSxcIkJhY2tncm91bmRGaWxsVHlwZVwiOjAsXCJNYXhXaWR0aFwiOjAuMCxcIk1heEhlaWdodFwiOjAuMCxcIlNtYXJ0Rm9yZWdyb3VuZElzQWN0aXZlXCI6ZmFsc2UsXCJIb3Jpem9udGFsQWxpZ25tZW50XCI6MCxcIlZlcnRpY2FsQWxpZ25tZW50XCI6MCxcIlNtYXJ0Rm9yZWdyb3VuZFwiOm51bGwsXCJNYXJnaW5cIjp7XCIkaWRcIjpcIjgxM1wiLFwiVG9wXCI6MC4wLFwiTGVmdFwiOjAuMCxcIlJpZ2h0XCI6MC4wLFwiQm90dG9tXCI6MC4wfSxcIlBhZGRpbmdcIjp7XCIkaWRcIjpcIjgxNFwiLFwiVG9wXCI6MC4wLFwiTGVmdFwiOjAuMCxcIlJpZ2h0XCI6MC4wLFwiQm90dG9tXCI6MC4wfSxcIkJhY2tncm91bmRcIjpudWxsLFwiSXNWaXNpYmxlXCI6ZmFsc2UsXCJXaWR0aFwiOjAuMCxcIkhlaWdodFwiOjAuMCxcIkJvcmRlclN0eWxlXCI6bnVsbH0sXCJSZWN0YW5nbGVTdHlsZVwiOntcIiRpZFwiOlwiODE1XCIsXCJNYXJnaW5cIjp7XCIkaWRcIjpcIjgxNlwiLFwiVG9wXCI6MC4wLFwiTGVmdFwiOjAuMCxcIlJpZ2h0XCI6MC4wLFwiQm90dG9tXCI6MC4wfSxcIlBhZGRpbmdcIjp7XCIkaWRcIjpcIjgxN1wiLFwiVG9wXCI6MC4wLFwiTGVmdFwiOjAuMCxcIlJpZ2h0XCI6MC4wLFwiQm90dG9tXCI6MC4wfSxcIkJhY2tncm91bmRcIjp7XCIkaWRcIjpcIjgxOFwiLFwiQ29sb3JcIjp7XCIkaWRcIjpcIjgxOVwiLFwiQVwiOjI1NSxcIlJcIjoyMzcsXCJHXCI6MTI1LFwiQlwiOjQ5fX0sXCJJc1Zpc2libGVcIjpmYWxzZSxcIldpZHRoXCI6MC4wLFwiSGVpZ2h0XCI6MC4wLFwiQm9yZGVyU3R5bGVcIjp7XCIkaWRcIjpcIjgyMFwiLFwiTGluZUNvbG9yXCI6e1wiJGlkXCI6XCI4MjFcIixcIiR0eXBlXCI6XCJOTFJFLkNvbW1vbi5Eb20uU29saWRDb2xvckJydXNoLCBOTFJFLkNvbW1vblwiLFwiQ29sb3JcIjp7XCIkaWRcIjpcIjgyMlwiLFwiQVwiOjI1NSxcIlJcIjoyMyxcIkdcIjozMCxcIkJcIjozNn19LFwiTGluZVdlaWdodFwiOjAuMCxcIkxpbmVUeXBlXCI6MH19LFwiVGV4dElzVmVydGljYWxcIjpmYWxzZX0sXCJCYWNrZ3JvdW5kU3R5bGVcIjp7XCIkaWRcIjpcIjgyM1wiLFwiTWFyZ2luXCI6e1wiJGlkXCI6XCI4MjRcIixcIlRvcFwiOjAuMCxcIkxlZnRcIjowLjAsXCJSaWdodFwiOjAuMCxcIkJvdHRvbVwiOjAuMH0sXCJQYWRkaW5nXCI6e1wiJGlkXCI6XCI4MjVcIixcIlRvcFwiOjAuMCxcIkxlZnRcIjowLjAsXCJSaWdodFwiOjAuMCxcIkJvdHRvbVwiOjAuMH0sXCJCYWNrZ3JvdW5kXCI6e1wiJGlkXCI6XCI4MjZcIixcIkNvbG9yXCI6e1wiJGlkXCI6XCI4MjdcIixcIkFcIjozOCxcIlJcIjoyMzcsXCJHXCI6MTI1LFwiQlwiOjQ5fX0sXCJJc1Zpc2libGVcIjp0cnVlLFwiV2lkdGhcIjowLjAsXCJIZWlnaHRcIjowLjAsXCJCb3JkZXJTdHlsZVwiOntcIiRpZFwiOlwiODI4XCIsXCJMaW5lQ29sb3JcIjp7XCIkaWRcIjpcIjgyOVwiLFwiJHR5cGVcIjpcIk5MUkUuQ29tbW9uLkRvbS5Tb2xpZENvbG9yQnJ1c2gsIE5MUkUuQ29tbW9uXCIsXCJDb2xvclwiOntcIiRpZFwiOlwiODMwXCIsXCJBXCI6MjU1LFwiUlwiOjIwOCxcIkdcIjoyMDYsXCJCXCI6MjA2fX0sXCJMaW5lV2VpZ2h0XCI6MC4wLFwiTGluZVR5cGVcIjowfX0sXCJJc0Fib3ZlVGltZWJhbmRcIjpmYWxzZX0sXCJDdXN0b21Td2ltbGFuZU1pbGVzdG9uZVN0eWxlTGlzdFwiOlt7XCIkaWRcIjpcIjgzMVwiLFwiVGl0bGVTdHlsZVwiOntcIiRpZFwiOlwiODMyXCIsXCJGb250U2V0dGluZ3NcIjp7XCIkaWRcIjpcIjgzM1wiLFwiRm9udFNpemVcIjoxMSxcIkZvbnROYW1lXCI6XCJDYWxpYnJpXCIsXCJJc0JvbGRcIjp0cnVlLFwiSXNJdGFsaWNcIjpmYWxzZSxcIklzVW5kZXJsaW5lZFwiOmZhbHNlfSxcIkF1dG9TaXplXCI6MCxcIkZvcmVncm91bmRcIjp7XCIkaWRcIjpcIjgzNFwiLFwiQ29sb3JcIjp7XCIkaWRcIjpcIjgzNV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4MzZcIixcIlRvcFwiOjAuMCxcIkxlZnRcIjowLjAsXCJSaWdodFwiOjAuMCxcIkJvdHRvbVwiOjAuMH0sXCJQYWRkaW5nXCI6e1wiJGlkXCI6XCI4MzdcIixcIlRvcFwiOjAuMCxcIkxlZnRcIjowLjAsXCJSaWdodFwiOjAuMCxcIkJvdHRvbVwiOjAuMH0sXCJCYWNrZ3JvdW5kXCI6e1wiJHJlZlwiOlwiMTA1XCJ9LFwiSXNWaXNpYmxlXCI6dHJ1ZSxcIldpZHRoXCI6MC4wLFwiSGVpZ2h0XCI6MC4wLFwiQm9yZGVyU3R5bGVcIjpudWxsfSxcIkRhdGVTdHlsZVwiOntcIiRpZFwiOlwiODM4XCIsXCJGb250U2V0dGluZ3NcIjp7XCIkaWRcIjpcIjgzOVwiLFwiRm9udFNpemVcIjoxMCxcIkZvbnROYW1lXCI6XCJDYWxpYnJpXCIsXCJJc0JvbGRcIjpmYWxzZSxcIklzSXRhbGljXCI6ZmFsc2UsXCJJc1VuZGVybGluZWRcIjpmYWxzZX0sXCJBdXRvU2l6ZVwiOjAsXCJGb3JlZ3JvdW5kXCI6e1wiJGlkXCI6XCI4NDB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ODQxXCIsXCJUb3BcIjowLjAsXCJMZWZ0XCI6MC4wLFwiUmlnaHRcIjowLjAsXCJCb3R0b21cIjowLjB9LFwiUGFkZGluZ1wiOntcIiRpZFwiOlwiODQy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3LFwiU2hhcGVTaXplXCI6MCxcIlNoYXBlU3R5bGVcIjp7XCIkaWRcIjpcIjg0M1wiLFwiTWFyZ2luXCI6e1wiJGlkXCI6XCI4NDRcIixcIlRvcFwiOjAuMCxcIkxlZnRcIjowLjAsXCJSaWdodFwiOjAuMCxcIkJvdHRvbVwiOjAuMH0sXCJQYWRkaW5nXCI6e1wiJGlkXCI6XCI4NDVcIixcIlRvcFwiOjAuMCxcIkxlZnRcIjowLjAsXCJSaWdodFwiOjAuMCxcIkJvdHRvbVwiOjAuMH0sXCJCYWNrZ3JvdW5kXCI6e1wiJGlkXCI6XCI4NDZcIixcIkNvbG9yXCI6e1wiJGlkXCI6XCI4NDdcIixcIkFcIjoyNTUsXCJSXCI6MjM3LFwiR1wiOjEyNSxcIkJcIjo0OX19LFwiSXNWaXNpYmxlXCI6dHJ1ZSxcIldpZHRoXCI6MTQuMCxcIkhlaWdodFwiOjE0LjAsXCJCb3JkZXJTdHlsZVwiOntcIiRpZFwiOlwiODQ4XCIsXCJMaW5lQ29sb3JcIjpudWxsLFwiTGluZVdlaWdodFwiOjAuMCxcIkxpbmVUeXBlXCI6MH19LFwiRGF0ZUZvcm1hdFwiOntcIiRpZFwiOlwiODQ5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ZDQ3ODM2OGItOGNiZC00OGZiLWIxNmYtMDA0ZGQ5MzcyMTQ3XCIsXCJTcGFjaW5nXCI6NX0se1wiJGlkXCI6XCI4NTBcIixcIlRpdGxlU3R5bGVcIjp7XCIkaWRcIjpcIjg1MVwiLFwiRm9udFNldHRpbmdzXCI6e1wiJGlkXCI6XCI4NTJcIixcIkZvbnRTaXplXCI6MTEsXCJGb250TmFtZVwiOlwiQ2FsaWJyaVwiLFwiSXNCb2xkXCI6dHJ1ZSxcIklzSXRhbGljXCI6ZmFsc2UsXCJJc1VuZGVybGluZWRcIjpmYWxzZX0sXCJBdXRvU2l6ZVwiOjAsXCJGb3JlZ3JvdW5kXCI6e1wiJGlkXCI6XCI4NTNcIixcIkNvbG9yXCI6e1wiJGlkXCI6XCI4NTR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DU1XCIsXCJUb3BcIjowLjAsXCJMZWZ0XCI6MC4wLFwiUmlnaHRcIjowLjAsXCJCb3R0b21cIjowLjB9LFwiUGFkZGluZ1wiOntcIiRpZFwiOlwiODU2XCIsXCJUb3BcIjowLjAsXCJMZWZ0XCI6MC4wLFwiUmlnaHRcIjowLjAsXCJCb3R0b21cIjowLjB9LFwiQmFja2dyb3VuZFwiOntcIiRyZWZcIjpcIjEwNVwifSxcIklzVmlzaWJsZVwiOnRydWUsXCJXaWR0aFwiOjAuMCxcIkhlaWdodFwiOjAuMCxcIkJvcmRlclN0eWxlXCI6bnVsbH0sXCJEYXRlU3R5bGVcIjp7XCIkaWRcIjpcIjg1N1wiLFwiRm9udFNldHRpbmdzXCI6e1wiJGlkXCI6XCI4NThcIixcIkZvbnRTaXplXCI6MTAsXCJGb250TmFtZVwiOlwiQ2FsaWJyaVwiLFwiSXNCb2xkXCI6ZmFsc2UsXCJJc0l0YWxpY1wiOmZhbHNlLFwiSXNVbmRlcmxpbmVkXCI6ZmFsc2V9LFwiQXV0b1NpemVcIjowLFwiRm9yZWdyb3VuZFwiOntcIiRpZFwiOlwiODU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g2MFwiLFwiVG9wXCI6MC4wLFwiTGVmdFwiOjAuMCxcIlJpZ2h0XCI6MC4wLFwiQm90dG9tXCI6MC4wfSxcIlBhZGRpbmdcIjp7XCIkaWRcIjpcIjg2MV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yxcIlNoYXBlU2l6ZVwiOjAsXCJTaGFwZVN0eWxlXCI6e1wiJGlkXCI6XCI4NjJcIixcIk1hcmdpblwiOntcIiRpZFwiOlwiODYzXCIsXCJUb3BcIjowLjAsXCJMZWZ0XCI6MC4wLFwiUmlnaHRcIjowLjAsXCJCb3R0b21cIjowLjB9LFwiUGFkZGluZ1wiOntcIiRpZFwiOlwiODY0XCIsXCJUb3BcIjowLjAsXCJMZWZ0XCI6MC4wLFwiUmlnaHRcIjowLjAsXCJCb3R0b21cIjowLjB9LFwiQmFja2dyb3VuZFwiOntcIiRpZFwiOlwiODY1XCIsXCJDb2xvclwiOntcIiRpZFwiOlwiODY2XCIsXCJBXCI6MjU1LFwiUlwiOjIzNyxcIkdcIjoxMjUsXCJCXCI6NDl9fSxcIklzVmlzaWJsZVwiOnRydWUsXCJXaWR0aFwiOjE0LjAsXCJIZWlnaHRcIjoxNC4wLFwiQm9yZGVyU3R5bGVcIjp7XCIkaWRcIjpcIjg2N1wiLFwiTGluZUNvbG9yXCI6bnVsbCxcIkxpbmVXZWlnaHRcIjowLjAsXCJMaW5lVHlwZVwiOjB9fSxcIkRhdGVGb3JtYXRcIjp7XCIkaWRcIjpcIjg2O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mQ0NzgzNjhiLThjYmQtNDhmYi1iMTZmLTAwNGRkOTM3MjE0N1wiLFwiU3BhY2luZ1wiOjV9LHtcIiRpZFwiOlwiODY5XCIsXCJUaXRsZVN0eWxlXCI6e1wiJGlkXCI6XCI4NzBcIixcIkZvbnRTZXR0aW5nc1wiOntcIiRpZFwiOlwiODcxXCIsXCJGb250U2l6ZVwiOjExLFwiRm9udE5hbWVcIjpcIkNhbGlicmlcIixcIklzQm9sZFwiOnRydWUsXCJJc0l0YWxpY1wiOmZhbHNlLFwiSXNVbmRlcmxpbmVkXCI6ZmFsc2V9LFwiQXV0b1NpemVcIjowLFwiRm9yZWdyb3VuZFwiOntcIiRpZFwiOlwiODcyXCIsXCJDb2xvclwiOntcIiRpZFwiOlwiODcz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g3NFwiLFwiVG9wXCI6MC4wLFwiTGVmdFwiOjAuMCxcIlJpZ2h0XCI6MC4wLFwiQm90dG9tXCI6MC4wfSxcIlBhZGRpbmdcIjp7XCIkaWRcIjpcIjg3NVwiLFwiVG9wXCI6MC4wLFwiTGVmdFwiOjAuMCxcIlJpZ2h0XCI6MC4wLFwiQm90dG9tXCI6MC4wfSxcIkJhY2tncm91bmRcIjp7XCIkcmVmXCI6XCIxMDVcIn0sXCJJc1Zpc2libGVcIjp0cnVlLFwiV2lkdGhcIjowLjAsXCJIZWlnaHRcIjowLjAsXCJCb3JkZXJTdHlsZVwiOm51bGx9LFwiRGF0ZVN0eWxlXCI6e1wiJGlkXCI6XCI4NzZcIixcIkZvbnRTZXR0aW5nc1wiOntcIiRpZFwiOlwiODc3XCIsXCJGb250U2l6ZVwiOjEwLFwiRm9udE5hbWVcIjpcIkNhbGlicmlcIixcIklzQm9sZFwiOmZhbHNlLFwiSXNJdGFsaWNcIjpmYWxzZSxcIklzVW5kZXJsaW5lZFwiOmZhbHNlfSxcIkF1dG9TaXplXCI6MCxcIkZvcmVncm91bmRcIjp7XCIkaWRcIjpcIjg3OFwiLFwiQ29sb3JcIjp7XCIkaWRcIjpcIjg3O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ODgwXCIsXCJUb3BcIjowLjAsXCJMZWZ0XCI6MC4wLFwiUmlnaHRcIjowLjAsXCJCb3R0b21cIjowLjB9LFwiUGFkZGluZ1wiOntcIiRpZFwiOlwiODgx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E3LFwiU2hhcGVTaXplXCI6MCxcIlNoYXBlU3R5bGVcIjp7XCIkaWRcIjpcIjg4MlwiLFwiTWFyZ2luXCI6e1wiJGlkXCI6XCI4ODNcIixcIlRvcFwiOjAuMCxcIkxlZnRcIjowLjAsXCJSaWdodFwiOjAuMCxcIkJvdHRvbVwiOjAuMH0sXCJQYWRkaW5nXCI6e1wiJGlkXCI6XCI4ODRcIixcIlRvcFwiOjAuMCxcIkxlZnRcIjowLjAsXCJSaWdodFwiOjAuMCxcIkJvdHRvbVwiOjAuMH0sXCJCYWNrZ3JvdW5kXCI6e1wiJGlkXCI6XCI4ODVcIixcIkNvbG9yXCI6e1wiJGlkXCI6XCI4ODZcIixcIkFcIjoyNTUsXCJSXCI6MjM3LFwiR1wiOjEyNSxcIkJcIjo0OX19LFwiSXNWaXNpYmxlXCI6dHJ1ZSxcIldpZHRoXCI6MTQuMCxcIkhlaWdodFwiOjE0LjAsXCJCb3JkZXJTdHlsZVwiOntcIiRpZFwiOlwiODg3XCIsXCJMaW5lQ29sb3JcIjpudWxsLFwiTGluZVdlaWdodFwiOjAuMCxcIkxpbmVUeXBlXCI6MH19LFwiRGF0ZUZvcm1hdFwiOntcIiRpZFwiOlwiODg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ZDQ3ODM2OGItOGNiZC00OGZiLWIxNmYtMDA0ZGQ5MzcyMTQ3XCIsXCJTcGFjaW5nXCI6NX0se1wiJGlkXCI6XCI4ODlcIixcIlRpdGxlU3R5bGVcIjp7XCIkaWRcIjpcIjg5MFwiLFwiRm9udFNldHRpbmdzXCI6e1wiJGlkXCI6XCI4OTFcIixcIkZvbnRTaXplXCI6MTEsXCJGb250TmFtZVwiOlwiQ2FsaWJyaVwiLFwiSXNCb2xkXCI6dHJ1ZSxcIklzSXRhbGljXCI6ZmFsc2UsXCJJc1VuZGVybGluZWRcIjpmYWxzZX0sXCJBdXRvU2l6ZVwiOjAsXCJGb3JlZ3JvdW5kXCI6e1wiJGlkXCI6XCI4OTJcIixcIkNvbG9yXCI6e1wiJGlkXCI6XCI4OTN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Dk0XCIsXCJUb3BcIjowLjAsXCJMZWZ0XCI6MC4wLFwiUmlnaHRcIjowLjAsXCJCb3R0b21cIjowLjB9LFwiUGFkZGluZ1wiOntcIiRpZFwiOlwiODk1XCIsXCJUb3BcIjowLjAsXCJMZWZ0XCI6MC4wLFwiUmlnaHRcIjowLjAsXCJCb3R0b21cIjowLjB9LFwiQmFja2dyb3VuZFwiOntcIiRyZWZcIjpcIjEwNVwifSxcIklzVmlzaWJsZVwiOnRydWUsXCJXaWR0aFwiOjAuMCxcIkhlaWdodFwiOjAuMCxcIkJvcmRlclN0eWxlXCI6bnVsbH0sXCJEYXRlU3R5bGVcIjp7XCIkaWRcIjpcIjg5NlwiLFwiRm9udFNldHRpbmdzXCI6e1wiJGlkXCI6XCI4OTdcIixcIkZvbnRTaXplXCI6MTAsXCJGb250TmFtZVwiOlwiQ2FsaWJyaVwiLFwiSXNCb2xkXCI6ZmFsc2UsXCJJc0l0YWxpY1wiOmZhbHNlLFwiSXNVbmRlcmxpbmVkXCI6ZmFsc2V9LFwiQXV0b1NpemVcIjowLFwiRm9yZWdyb3VuZFwiOntcIiRpZFwiOlwiODk4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g5OVwiLFwiVG9wXCI6MC4wLFwiTGVmdFwiOjAuMCxcIlJpZ2h0XCI6MC4wLFwiQm90dG9tXCI6MC4wfSxcIlBhZGRpbmdcIjp7XCIkaWRcIjpcIjkwMF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xNyxcIlNoYXBlU2l6ZVwiOjAsXCJTaGFwZVN0eWxlXCI6e1wiJGlkXCI6XCI5MDFcIixcIk1hcmdpblwiOntcIiRpZFwiOlwiOTAyXCIsXCJUb3BcIjowLjAsXCJMZWZ0XCI6MC4wLFwiUmlnaHRcIjowLjAsXCJCb3R0b21cIjowLjB9LFwiUGFkZGluZ1wiOntcIiRpZFwiOlwiOTAzXCIsXCJUb3BcIjowLjAsXCJMZWZ0XCI6MC4wLFwiUmlnaHRcIjowLjAsXCJCb3R0b21cIjowLjB9LFwiQmFja2dyb3VuZFwiOntcIiRpZFwiOlwiOTA0XCIsXCJDb2xvclwiOntcIiRpZFwiOlwiOTA1XCIsXCJBXCI6MjU1LFwiUlwiOjIzNyxcIkdcIjoxMjUsXCJCXCI6NDl9fSxcIklzVmlzaWJsZVwiOnRydWUsXCJXaWR0aFwiOjE0LjAsXCJIZWlnaHRcIjoxNC4wLFwiQm9yZGVyU3R5bGVcIjp7XCIkaWRcIjpcIjkwNlwiLFwiTGluZUNvbG9yXCI6bnVsbCxcIkxpbmVXZWlnaHRcIjowLjAsXCJMaW5lVHlwZVwiOjB9fSxcIkRhdGVGb3JtYXRcIjp7XCIkaWRcIjpcIjkwN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lwiLFwiU3BhY2luZ1wiOjV9XSxcIkN1c3RvbVN3aW1sYW5lVGFza1N0eWxlTGlzdFwiOltdfSx7XCIkaWRcIjpcIjkwOFwiLFwiU3R5bGVcIjp7XCIkaWRcIjpcIjkwOVwiLFwiSGVhZGVyU3R5bGVcIjp7XCIkaWRcIjpcIjkxMFwiLFwiVGV4dFN0eWxlXCI6e1wiJGlkXCI6XCI5MTFcIixcIkZvbnRTZXR0aW5nc1wiOntcIiRpZFwiOlwiOTEyXCIsXCJGb250U2l6ZVwiOjEyLFwiRm9udE5hbWVcIjpcIkNhbGlicmlcIixcIklzQm9sZFwiOnRydWUsXCJJc0l0YWxpY1wiOmZhbHNlLFwiSXNVbmRlcmxpbmVkXCI6ZmFsc2V9LFwiQXV0b1NpemVcIjowLFwiRm9yZWdyb3VuZFwiOntcIiRpZFwiOlwiOTEzXCIsXCJDb2xvclwiOntcIiRpZFwiOlwiOTE0XCIsXCJBXCI6MjU1LFwiUlwiOjUxLFwiR1wiOjMwLFwiQlwiOjI4fX0sXCJCYWNrZ3JvdW5kRmlsbFR5cGVcIjowLFwiTWF4V2lkdGhcIjowLjAsXCJNYXhIZWlnaHRcIjowLjAsXCJTbWFydEZvcmVncm91bmRJc0FjdGl2ZVwiOmZhbHNlLFwiSG9yaXpvbnRhbEFsaWdubWVudFwiOjAsXCJWZXJ0aWNhbEFsaWdubWVudFwiOjAsXCJTbWFydEZvcmVncm91bmRcIjpudWxsLFwiTWFyZ2luXCI6e1wiJGlkXCI6XCI5MTVcIixcIlRvcFwiOjAuMCxcIkxlZnRcIjowLjAsXCJSaWdodFwiOjAuMCxcIkJvdHRvbVwiOjAuMH0sXCJQYWRkaW5nXCI6e1wiJGlkXCI6XCI5MTZcIixcIlRvcFwiOjAuMCxcIkxlZnRcIjowLjAsXCJSaWdodFwiOjAuMCxcIkJvdHRvbVwiOjAuMH0sXCJCYWNrZ3JvdW5kXCI6bnVsbCxcIklzVmlzaWJsZVwiOmZhbHNlLFwiV2lkdGhcIjowLjAsXCJIZWlnaHRcIjowLjAsXCJCb3JkZXJTdHlsZVwiOm51bGx9LFwiUmVjdGFuZ2xlU3R5bGVcIjp7XCIkaWRcIjpcIjkxN1wiLFwiTWFyZ2luXCI6e1wiJGlkXCI6XCI5MThcIixcIlRvcFwiOjAuMCxcIkxlZnRcIjowLjAsXCJSaWdodFwiOjAuMCxcIkJvdHRvbVwiOjAuMH0sXCJQYWRkaW5nXCI6e1wiJGlkXCI6XCI5MTlcIixcIlRvcFwiOjAuMCxcIkxlZnRcIjowLjAsXCJSaWdodFwiOjAuMCxcIkJvdHRvbVwiOjAuMH0sXCJCYWNrZ3JvdW5kXCI6e1wiJGlkXCI6XCI5MjBcIixcIkNvbG9yXCI6e1wiJGlkXCI6XCI5MjFcIixcIkFcIjoyNTUsXCJSXCI6MTY1LFwiR1wiOjE2NSxcIkJcIjoxNjV9fSxcIklzVmlzaWJsZVwiOmZhbHNlLFwiV2lkdGhcIjowLjAsXCJIZWlnaHRcIjowLjAsXCJCb3JkZXJTdHlsZVwiOntcIiRpZFwiOlwiOTIyXCIsXCJMaW5lQ29sb3JcIjp7XCIkaWRcIjpcIjkyM1wiLFwiJHR5cGVcIjpcIk5MUkUuQ29tbW9uLkRvbS5Tb2xpZENvbG9yQnJ1c2gsIE5MUkUuQ29tbW9uXCIsXCJDb2xvclwiOntcIiRpZFwiOlwiOTI0XCIsXCJBXCI6MjU1LFwiUlwiOjUxLFwiR1wiOjMwLFwiQlwiOjI4fX0sXCJMaW5lV2VpZ2h0XCI6MC4wLFwiTGluZVR5cGVcIjowfX0sXCJUZXh0SXNWZXJ0aWNhbFwiOmZhbHNlfSxcIkJhY2tncm91bmRTdHlsZVwiOntcIiRpZFwiOlwiOTI1XCIsXCJNYXJnaW5cIjp7XCIkaWRcIjpcIjkyNlwiLFwiVG9wXCI6MC4wLFwiTGVmdFwiOjAuMCxcIlJpZ2h0XCI6MC4wLFwiQm90dG9tXCI6MC4wfSxcIlBhZGRpbmdcIjp7XCIkaWRcIjpcIjkyN1wiLFwiVG9wXCI6MC4wLFwiTGVmdFwiOjAuMCxcIlJpZ2h0XCI6MC4wLFwiQm90dG9tXCI6MC4wfSxcIkJhY2tncm91bmRcIjp7XCIkaWRcIjpcIjkyOFwiLFwiQ29sb3JcIjp7XCIkaWRcIjpcIjkyOVwiLFwiQVwiOjM4LFwiUlwiOjE2NSxcIkdcIjoxNjUsXCJCXCI6MTY1fX0sXCJJc1Zpc2libGVcIjp0cnVlLFwiV2lkdGhcIjowLjAsXCJIZWlnaHRcIjowLjAsXCJCb3JkZXJTdHlsZVwiOntcIiRpZFwiOlwiOTMwXCIsXCJMaW5lQ29sb3JcIjp7XCIkaWRcIjpcIjkzMVwiLFwiJHR5cGVcIjpcIk5MUkUuQ29tbW9uLkRvbS5Tb2xpZENvbG9yQnJ1c2gsIE5MUkUuQ29tbW9uXCIsXCJDb2xvclwiOntcIiRpZFwiOlwiOTMyXCIsXCJBXCI6MjU1LFwiUlwiOjIwOCxcIkdcIjoyMDYsXCJCXCI6MjA2fX0sXCJMaW5lV2VpZ2h0XCI6MC4wLFwiTGluZVR5cGVcIjowfX0sXCJJc0Fib3ZlVGltZWJhbmRcIjpmYWxzZX0sXCJDdXN0b21Td2ltbGFuZU1pbGVzdG9uZVN0eWxlTGlzdFwiOlt7XCIkaWRcIjpcIjkzM1wiLFwiVGl0bGVTdHlsZVwiOntcIiRpZFwiOlwiOTM0XCIsXCJGb250U2V0dGluZ3NcIjp7XCIkaWRcIjpcIjkzNVwiLFwiRm9udFNpemVcIjoxMSxcIkZvbnROYW1lXCI6XCJDYWxpYnJpXCIsXCJJc0JvbGRcIjp0cnVlLFwiSXNJdGFsaWNcIjpmYWxzZSxcIklzVW5kZXJsaW5lZFwiOmZhbHNlfSxcIkF1dG9TaXplXCI6MCxcIkZvcmVncm91bmRcIjp7XCIkaWRcIjpcIjkzNlwiLFwiQ29sb3JcIjp7XCIkaWRcIjpcIjkz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5MzhcIixcIlRvcFwiOjAuMCxcIkxlZnRcIjowLjAsXCJSaWdodFwiOjAuMCxcIkJvdHRvbVwiOjAuMH0sXCJQYWRkaW5nXCI6e1wiJGlkXCI6XCI5MzlcIixcIlRvcFwiOjAuMCxcIkxlZnRcIjowLjAsXCJSaWdodFwiOjAuMCxcIkJvdHRvbVwiOjAuMH0sXCJCYWNrZ3JvdW5kXCI6e1wiJHJlZlwiOlwiMTA1XCJ9LFwiSXNWaXNpYmxlXCI6dHJ1ZSxcIldpZHRoXCI6MC4wLFwiSGVpZ2h0XCI6MC4wLFwiQm9yZGVyU3R5bGVcIjpudWxsfSxcIkRhdGVTdHlsZVwiOntcIiRpZFwiOlwiOTQwXCIsXCJGb250U2V0dGluZ3NcIjp7XCIkaWRcIjpcIjk0MVwiLFwiRm9udFNpemVcIjoxMCxcIkZvbnROYW1lXCI6XCJDYWxpYnJpXCIsXCJJc0JvbGRcIjpmYWxzZSxcIklzSXRhbGljXCI6ZmFsc2UsXCJJc1VuZGVybGluZWRcIjpmYWxzZX0sXCJBdXRvU2l6ZVwiOjAsXCJGb3JlZ3JvdW5kXCI6e1wiJGlkXCI6XCI5NDJcIixcIkNvbG9yXCI6e1wiJHJlZlwiOlwiMTA5XCJ9fSxcIkJhY2tncm91bmRGaWxsVHlwZVwiOjAsXCJNYXhXaWR0aFwiOjIwMC4wLFwiTWF4SGVpZ2h0XCI6XCJJbmZpbml0eVwiLFwiU21hcnRGb3JlZ3JvdW5kSXNBY3RpdmVcIjpmYWxzZSxcIkhvcml6b250YWxBbGlnbm1lbnRcIjoyLFwiVmVydGljYWxBbGlnbm1lbnRcIjowLFwiU21hcnRGb3JlZ3JvdW5kXCI6bnVsbCxcIk1hcmdpblwiOntcIiRpZFwiOlwiOTQzXCIsXCJUb3BcIjowLjAsXCJMZWZ0XCI6MC4wLFwiUmlnaHRcIjowLjAsXCJCb3R0b21cIjowLjB9LFwiUGFkZGluZ1wiOntcIiRpZFwiOlwiOTQ0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UsXCJTaGFwZVNpemVcIjoxLFwiU2hhcGVTdHlsZVwiOntcIiRpZFwiOlwiOTQ1XCIsXCJNYXJnaW5cIjp7XCIkaWRcIjpcIjk0NlwiLFwiVG9wXCI6MC4wLFwiTGVmdFwiOjAuMCxcIlJpZ2h0XCI6MC4wLFwiQm90dG9tXCI6MC4wfSxcIlBhZGRpbmdcIjp7XCIkaWRcIjpcIjk0N1wiLFwiVG9wXCI6MC4wLFwiTGVmdFwiOjAuMCxcIlJpZ2h0XCI6MC4wLFwiQm90dG9tXCI6MC4wfSxcIkJhY2tncm91bmRcIjp7XCIkaWRcIjpcIjk0OFwiLFwiQ29sb3JcIjp7XCIkaWRcIjpcIjk0OVwiLFwiQVwiOjI1NSxcIlJcIjoxNjUsXCJHXCI6MTY1LFwiQlwiOjE2NX19LFwiSXNWaXNpYmxlXCI6dHJ1ZSxcIldpZHRoXCI6MTguMCxcIkhlaWdodFwiOjIwLjAsXCJCb3JkZXJTdHlsZVwiOntcIiRpZFwiOlwiOTUwXCIsXCJMaW5lQ29sb3JcIjpudWxsLFwiTGluZVdlaWdodFwiOjAuMCxcIkxpbmVUeXBlXCI6MH19LFwiRGF0ZUZvcm1hdFwiOntcIiRpZFwiOlwiOTU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MTIwMWM1ZmItZDIwNy00MmE0LWFiMzctMmIxYjk5M2YyZTNjXCIsXCJTcGFjaW5nXCI6NX0se1wiJGlkXCI6XCI5NTJcIixcIlRpdGxlU3R5bGVcIjp7XCIkaWRcIjpcIjk1M1wiLFwiRm9udFNldHRpbmdzXCI6e1wiJGlkXCI6XCI5NTRcIixcIkZvbnRTaXplXCI6MTEsXCJGb250TmFtZVwiOlwiQ2FsaWJyaVwiLFwiSXNCb2xkXCI6dHJ1ZSxcIklzSXRhbGljXCI6ZmFsc2UsXCJJc1VuZGVybGluZWRcIjpmYWxzZX0sXCJBdXRvU2l6ZVwiOjAsXCJGb3JlZ3JvdW5kXCI6e1wiJGlkXCI6XCI5NTVcIixcIkNvbG9yXCI6e1wiJGlkXCI6XCI5NTZ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OTU3XCIsXCJUb3BcIjowLjAsXCJMZWZ0XCI6MC4wLFwiUmlnaHRcIjowLjAsXCJCb3R0b21cIjowLjB9LFwiUGFkZGluZ1wiOntcIiRpZFwiOlwiOTU4XCIsXCJUb3BcIjowLjAsXCJMZWZ0XCI6MC4wLFwiUmlnaHRcIjowLjAsXCJCb3R0b21cIjowLjB9LFwiQmFja2dyb3VuZFwiOntcIiRyZWZcIjpcIjEwNVwifSxcIklzVmlzaWJsZVwiOnRydWUsXCJXaWR0aFwiOjAuMCxcIkhlaWdodFwiOjAuMCxcIkJvcmRlclN0eWxlXCI6bnVsbH0sXCJEYXRlU3R5bGVcIjp7XCIkaWRcIjpcIjk1OVwiLFwiRm9udFNldHRpbmdzXCI6e1wiJGlkXCI6XCI5NjBcIixcIkZvbnRTaXplXCI6MTAsXCJGb250TmFtZVwiOlwiQ2FsaWJyaVwiLFwiSXNCb2xkXCI6ZmFsc2UsXCJJc0l0YWxpY1wiOmZhbHNlLFwiSXNVbmRlcmxpbmVkXCI6ZmFsc2V9LFwiQXV0b1NpemVcIjowLFwiRm9yZWdyb3VuZFwiOntcIiRpZFwiOlwiOTYx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k2MlwiLFwiVG9wXCI6MC4wLFwiTGVmdFwiOjAuMCxcIlJpZ2h0XCI6MC4wLFwiQm90dG9tXCI6MC4wfSxcIlBhZGRpbmdcIjp7XCIkaWRcIjpcIjk2M1wiLFwiVG9wXCI6MC4wLFwiTGVmdFwiOjAuMCxcIlJpZ2h0XCI6MC4wLFwiQm90dG9tXCI6MC4wfSxcIkJhY2tncm91bmRcIjp7XCIkcmVmXCI6XCIxMTJcIn0sXCJJc1Zpc2libGVcIjpmYWxzZSxcIldpZHRoXCI6MC4wLFwiSGVpZ2h0XCI6MC4wLFwiQm9yZGVyU3R5bGVcIjpudWxsfSxcIlRpdGxlUG9zaXRpb25cIjoyLFwiRGF0ZVBvc2l0aW9uXCI6XCJMZWZ0XCIsXCJTaGFwZVR5cGVcIjo1LFwiU2hhcGVTaXplXCI6MSxcIlNoYXBlU3R5bGVcIjp7XCIkaWRcIjpcIjk2NFwiLFwiTWFyZ2luXCI6e1wiJGlkXCI6XCI5NjVcIixcIlRvcFwiOjAuMCxcIkxlZnRcIjowLjAsXCJSaWdodFwiOjAuMCxcIkJvdHRvbVwiOjAuMH0sXCJQYWRkaW5nXCI6e1wiJGlkXCI6XCI5NjZcIixcIlRvcFwiOjAuMCxcIkxlZnRcIjowLjAsXCJSaWdodFwiOjAuMCxcIkJvdHRvbVwiOjAuMH0sXCJCYWNrZ3JvdW5kXCI6e1wiJGlkXCI6XCI5NjdcIixcIkNvbG9yXCI6e1wiJGlkXCI6XCI5NjhcIixcIkFcIjoyNTUsXCJSXCI6MTY1LFwiR1wiOjE2NSxcIkJcIjoxNjV9fSxcIklzVmlzaWJsZVwiOnRydWUsXCJXaWR0aFwiOjE4LjAsXCJIZWlnaHRcIjoyMC4wLFwiQm9yZGVyU3R5bGVcIjp7XCIkaWRcIjpcIjk2OVwiLFwiTGluZUNvbG9yXCI6bnVsbCxcIkxpbmVXZWlnaHRcIjowLjAsXCJMaW5lVHlwZVwiOjB9fSxcIkRhdGVGb3JtYXRcIjp7XCIkaWRcIjpcIjk3MF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SxcIkdyb3VwSWRcIjpcIjEyMDFjNWZiLWQyMDctNDJhNC1hYjM3LTJiMWI5OTNmMmUzY1wiLFwiU3BhY2luZ1wiOjV9LHtcIiRpZFwiOlwiOTcxXCIsXCJUaXRsZVN0eWxlXCI6e1wiJGlkXCI6XCI5NzJcIixcIkZvbnRTZXR0aW5nc1wiOntcIiRpZFwiOlwiOTczXCIsXCJGb250U2l6ZVwiOjExLFwiRm9udE5hbWVcIjpcIkNhbGlicmlcIixcIklzQm9sZFwiOnRydWUsXCJJc0l0YWxpY1wiOmZhbHNlLFwiSXNVbmRlcmxpbmVkXCI6ZmFsc2V9LFwiQXV0b1NpemVcIjowLFwiRm9yZWdyb3VuZFwiOntcIiRpZFwiOlwiOTc0XCIsXCJDb2xvclwiOntcIiRpZFwiOlwiOTc1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k3NlwiLFwiVG9wXCI6MC4wLFwiTGVmdFwiOjAuMCxcIlJpZ2h0XCI6MC4wLFwiQm90dG9tXCI6MC4wfSxcIlBhZGRpbmdcIjp7XCIkaWRcIjpcIjk3N1wiLFwiVG9wXCI6MC4wLFwiTGVmdFwiOjAuMCxcIlJpZ2h0XCI6MC4wLFwiQm90dG9tXCI6MC4wfSxcIkJhY2tncm91bmRcIjp7XCIkcmVmXCI6XCIxMDVcIn0sXCJJc1Zpc2libGVcIjp0cnVlLFwiV2lkdGhcIjowLjAsXCJIZWlnaHRcIjowLjAsXCJCb3JkZXJTdHlsZVwiOm51bGx9LFwiRGF0ZVN0eWxlXCI6e1wiJGlkXCI6XCI5NzhcIixcIkZvbnRTZXR0aW5nc1wiOntcIiRpZFwiOlwiOTc5XCIsXCJGb250U2l6ZVwiOjEwLFwiRm9udE5hbWVcIjpcIkNhbGlicmlcIixcIklzQm9sZFwiOmZhbHNlLFwiSXNJdGFsaWNcIjpmYWxzZSxcIklzVW5kZXJsaW5lZFwiOmZhbHNlfSxcIkF1dG9TaXplXCI6MCxcIkZvcmVncm91bmRcIjp7XCIkaWRcIjpcIjk4MFwiLFwiQ29sb3JcIjp7XCIkaWRcIjpcIjk4MV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OTgyXCIsXCJUb3BcIjowLjAsXCJMZWZ0XCI6MC4wLFwiUmlnaHRcIjowLjAsXCJCb3R0b21cIjowLjB9LFwiUGFkZGluZ1wiOntcIiRpZFwiOlwiOTgzXCIsXCJUb3BcIjowLjAsXCJMZWZ0XCI6MC4wLFwiUmlnaHRcIjowLjAsXCJCb3R0b21cIjowLjB9LFwiQmFja2dyb3VuZFwiOntcIiRyZWZcIjpcIjExMlwifSxcIklzVmlzaWJsZVwiOmZhbHNlLFwiV2lkdGhcIjowLjAsXCJIZWlnaHRcIjowLjAsXCJCb3JkZXJTdHlsZVwiOm51bGx9LFwiVGl0bGVQb3NpdGlvblwiOjIsXCJEYXRlUG9zaXRpb25cIjpcIkxlZnRcIixcIlNoYXBlVHlwZVwiOjUsXCJTaGFwZVNpemVcIjoxLFwiU2hhcGVTdHlsZVwiOntcIiRpZFwiOlwiOTg0XCIsXCJNYXJnaW5cIjp7XCIkaWRcIjpcIjk4NVwiLFwiVG9wXCI6MC4wLFwiTGVmdFwiOjAuMCxcIlJpZ2h0XCI6MC4wLFwiQm90dG9tXCI6MC4wfSxcIlBhZGRpbmdcIjp7XCIkaWRcIjpcIjk4NlwiLFwiVG9wXCI6MC4wLFwiTGVmdFwiOjAuMCxcIlJpZ2h0XCI6MC4wLFwiQm90dG9tXCI6MC4wfSxcIkJhY2tncm91bmRcIjp7XCIkaWRcIjpcIjk4N1wiLFwiQ29sb3JcIjp7XCIkaWRcIjpcIjk4OFwiLFwiQVwiOjI1NSxcIlJcIjoxNjUsXCJHXCI6MTY1LFwiQlwiOjE2NX19LFwiSXNWaXNpYmxlXCI6dHJ1ZSxcIldpZHRoXCI6MTguMCxcIkhlaWdodFwiOjIwLjAsXCJCb3JkZXJTdHlsZVwiOntcIiRpZFwiOlwiOTg5XCIsXCJMaW5lQ29sb3JcIjpudWxsLFwiTGluZVdlaWdodFwiOjAuMCxcIkxpbmVUeXBlXCI6MH19LFwiRGF0ZUZvcm1hdFwiOntcIiRpZFwiOlwiOTkw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lwiMTIwMWM1ZmItZDIwNy00MmE0LWFiMzctMmIxYjk5M2YyZTNjXCIsXCJTcGFjaW5nXCI6NX0se1wiJGlkXCI6XCI5OTFcIixcIlRpdGxlU3R5bGVcIjp7XCIkaWRcIjpcIjk5MlwiLFwiRm9udFNldHRpbmdzXCI6e1wiJGlkXCI6XCI5OTNcIixcIkZvbnRTaXplXCI6MTEsXCJGb250TmFtZVwiOlwiQ2FsaWJyaVwiLFwiSXNCb2xkXCI6dHJ1ZSxcIklzSXRhbGljXCI6ZmFsc2UsXCJJc1VuZGVybGluZWRcIjpmYWxzZX0sXCJBdXRvU2l6ZVwiOjAsXCJGb3JlZ3JvdW5kXCI6e1wiJGlkXCI6XCI5OTRcIixcIkNvbG9yXCI6e1wiJHJlZlwiOlwiMTAyXCJ9fSxcIkJhY2tncm91bmRGaWxsVHlwZVwiOjAsXCJNYXhXaWR0aFwiOjIwMC4wLFwiTWF4SGVpZ2h0XCI6XCJJbmZpbml0eVwiLFwiU21hcnRGb3JlZ3JvdW5kSXNBY3RpdmVcIjpmYWxzZSxcIkhvcml6b250YWxBbGlnbm1lbnRcIjoyLFwiVmVydGljYWxBbGlnbm1lbnRcIjowLFwiU21hcnRGb3JlZ3JvdW5kXCI6bnVsbCxcIk1hcmdpblwiOntcIiRpZFwiOlwiOTk1XCIsXCJUb3BcIjowLjAsXCJMZWZ0XCI6MC4wLFwiUmlnaHRcIjowLjAsXCJCb3R0b21cIjowLjB9LFwiUGFkZGluZ1wiOntcIiRpZFwiOlwiOTk2XCIsXCJUb3BcIjowLjAsXCJMZWZ0XCI6MC4wLFwiUmlnaHRcIjowLjAsXCJCb3R0b21cIjowLjB9LFwiQmFja2dyb3VuZFwiOntcIiRyZWZcIjpcIjEwNVwifSxcIklzVmlzaWJsZVwiOnRydWUsXCJXaWR0aFwiOjAuMCxcIkhlaWdodFwiOjAuMCxcIkJvcmRlclN0eWxlXCI6bnVsbH0sXCJEYXRlU3R5bGVcIjp7XCIkaWRcIjpcIjk5N1wiLFwiRm9udFNldHRpbmdzXCI6e1wiJGlkXCI6XCI5OThcIixcIkZvbnRTaXplXCI6MTAsXCJGb250TmFtZVwiOlwiQ2FsaWJyaVwiLFwiSXNCb2xkXCI6ZmFsc2UsXCJJc0l0YWxpY1wiOmZhbHNlLFwiSXNVbmRlcmxpbmVkXCI6ZmFsc2V9LFwiQXV0b1NpemVcIjowLFwiRm9yZWdyb3VuZFwiOntcIiRpZFwiOlwiOTk5XCIsXCJDb2xvclwiOntcIiRyZWZcIjpcIjEwOVwifX0sXCJCYWNrZ3JvdW5kRmlsbFR5cGVcIjowLFwiTWF4V2lkdGhcIjoyMDAuMCxcIk1heEhlaWdodFwiOlwiSW5maW5pdHlcIixcIlNtYXJ0Rm9yZWdyb3VuZElzQWN0aXZlXCI6ZmFsc2UsXCJIb3Jpem9udGFsQWxpZ25tZW50XCI6MixcIlZlcnRpY2FsQWxpZ25tZW50XCI6MCxcIlNtYXJ0Rm9yZWdyb3VuZFwiOm51bGwsXCJNYXJnaW5cIjp7XCIkaWRcIjpcIjEwMDBcIixcIlRvcFwiOjAuMCxcIkxlZnRcIjowLjAsXCJSaWdodFwiOjAuMCxcIkJvdHRvbVwiOjAuMH0sXCJQYWRkaW5nXCI6e1wiJGlkXCI6XCIxMDAxXCIsXCJUb3BcIjowLjAsXCJMZWZ0XCI6MC4wLFwiUmlnaHRcIjowLjAsXCJCb3R0b21cIjowLjB9LFwiQmFja2dyb3VuZFwiOntcIiRyZWZcIjpcIjExMlwifSxcIklzVmlzaWJsZVwiOnRydWUsXCJXaWR0aFwiOjAuMCxcIkhlaWdodFwiOjAuMCxcIkJvcmRlclN0eWxlXCI6bnVsbH0sXCJUaXRsZVBvc2l0aW9uXCI6MCxcIkRhdGVQb3NpdGlvblwiOlwiTGVmdFwiLFwiU2hhcGVUeXBlXCI6NSxcIlNoYXBlU2l6ZVwiOjEsXCJTaGFwZVN0eWxlXCI6e1wiJGlkXCI6XCIxMDAyXCIsXCJNYXJnaW5cIjp7XCIkaWRcIjpcIjEwMDNcIixcIlRvcFwiOjAuMCxcIkxlZnRcIjowLjAsXCJSaWdodFwiOjAuMCxcIkJvdHRvbVwiOjAuMH0sXCJQYWRkaW5nXCI6e1wiJGlkXCI6XCIxMDA0XCIsXCJUb3BcIjowLjAsXCJMZWZ0XCI6MC4wLFwiUmlnaHRcIjowLjAsXCJCb3R0b21cIjowLjB9LFwiQmFja2dyb3VuZFwiOntcIiRpZFwiOlwiMTAwNVwiLFwiQ29sb3JcIjp7XCIkaWRcIjpcIjEwMDZcIixcIkFcIjoyNTUsXCJSXCI6MTY1LFwiR1wiOjE2NSxcIkJcIjoxNjV9fSxcIklzVmlzaWJsZVwiOnRydWUsXCJXaWR0aFwiOjE4LjAsXCJIZWlnaHRcIjoyMC4wLFwiQm9yZGVyU3R5bGVcIjpudWxsfSxcIkRhdGVGb3JtYXRcIjp7XCIkaWRcIjpcIjEwMD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X1dLFwiQ3VzdG9tU3dpbWxhbmVWMlN0eWxlTGlzdFwiOlt7XCIkaWRcIjpcIjEwMDhcIixcIkhlYWRlclN0eWxlXCI6e1wiJGlkXCI6XCIxMDA5XCIsXCJUZXh0U3R5bGVcIjp7XCIkcmVmXCI6XCIyNTRcIn0sXCJSZWN0YW5nbGVTdHlsZVwiOntcIiRyZWZcIjpcIjI2MFwifSxcIlRleHRJc1ZlcnRpY2FsXCI6ZmFsc2V9LFwiQmFja2dyb3VuZFN0eWxlXCI6e1wiJHJlZlwiOlwiMjY4XCJ9LFwiSXNBYm92ZVRpbWViYW5kXCI6ZmFsc2UsXCJTd2ltbGFuZURlZmF1bHRBY3Rpdml0eVN0eWxlXCI6e1wiJGlkXCI6XCIxMDEwXCIsXCJIZWFkZXJTdHlsZVwiOntcIiRpZFwiOlwiMTAxMVwiLFwiVGV4dFN0eWxlXCI6e1wiJGlkXCI6XCIxMDEyXCIsXCJGb250U2V0dGluZ3NcIjp7XCIkaWRcIjpcIjEwMTNcIixcIkZvbnRTaXplXCI6MTIsXCJGb250TmFtZVwiOlwiQ2FsaWJyaVwiLFwiSXNCb2xkXCI6ZmFsc2UsXCJJc0l0YWxpY1wiOmZhbHNlLFwiSXNVbmRlcmxpbmVkXCI6ZmFsc2V9LFwiQXV0b1NpemVcIjowLFwiRm9yZWdyb3VuZFwiOntcIiRpZFwiOlwiMTAxNFwiLFwiQ29sb3JcIjp7XCIkaWRcIjpcIjEwMTV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MTZcIixcIlRvcFwiOjAuMCxcIkxlZnRcIjowLjAsXCJSaWdodFwiOjAuMCxcIkJvdHRvbVwiOjAuMH0sXCJQYWRkaW5nXCI6e1wiJGlkXCI6XCIxMDE3XCIsXCJUb3BcIjowLjAsXCJMZWZ0XCI6MC4wLFwiUmlnaHRcIjowLjAsXCJCb3R0b21cIjowLjB9LFwiQmFja2dyb3VuZFwiOm51bGwsXCJJc1Zpc2libGVcIjpmYWxzZSxcIldpZHRoXCI6MC4wLFwiSGVpZ2h0XCI6MC4wLFwiQm9yZGVyU3R5bGVcIjpudWxsfSxcIlJlY3RhbmdsZVN0eWxlXCI6e1wiJGlkXCI6XCIxMDE4XCIsXCJNYXJnaW5cIjp7XCIkaWRcIjpcIjEwMTlcIixcIlRvcFwiOjAuMCxcIkxlZnRcIjowLjAsXCJSaWdodFwiOjAuMCxcIkJvdHRvbVwiOjAuMH0sXCJQYWRkaW5nXCI6e1wiJGlkXCI6XCIxMDIwXCIsXCJUb3BcIjowLjAsXCJMZWZ0XCI6MC4wLFwiUmlnaHRcIjowLjAsXCJCb3R0b21cIjowLjB9LFwiQmFja2dyb3VuZFwiOntcIiRpZFwiOlwiMTAyMVwiLFwiQ29sb3JcIjp7XCIkaWRcIjpcIjEwMjJcIixcIkFcIjo2MyxcIlJcIjoyNTUsXCJHXCI6MTkyLFwiQlwiOjB9fSxcIklzVmlzaWJsZVwiOmZhbHNlLFwiV2lkdGhcIjowLjAsXCJIZWlnaHRcIjowLjAsXCJCb3JkZXJTdHlsZVwiOntcIiRpZFwiOlwiMTAyM1wiLFwiTGluZUNvbG9yXCI6e1wiJGlkXCI6XCIxMDI0XCIsXCIkdHlwZVwiOlwiTkxSRS5Db21tb24uRG9tLlNvbGlkQ29sb3JCcnVzaCwgTkxSRS5Db21tb25cIixcIkNvbG9yXCI6e1wiJGlkXCI6XCIxMDI1XCIsXCJBXCI6MjU1LFwiUlwiOjI1NSxcIkdcIjowLFwiQlwiOjB9fSxcIkxpbmVXZWlnaHRcIjowLjAsXCJMaW5lVHlwZVwiOjB9fX0sXCJCYWNrZ3JvdW5kU3R5bGVcIjp7XCIkaWRcIjpcIjEwMjZcIixcIk1hcmdpblwiOm51bGwsXCJQYWRkaW5nXCI6bnVsbCxcIkJhY2tncm91bmRcIjp7XCIkaWRcIjpcIjEwMjdcIixcIkNvbG9yXCI6e1wiJGlkXCI6XCIxMDI4XCIsXCJBXCI6NTEsXCJSXCI6MTY1LFwiR1wiOjE2NSxcIkJcIjoxNjV9fSxcIklzVmlzaWJsZVwiOmZhbHNlLFwiV2lkdGhcIjowLjAsXCJIZWlnaHRcIjowLjAsXCJCb3JkZXJTdHlsZVwiOntcIiRpZFwiOlwiMTAyOVwiLFwiTGluZUNvbG9yXCI6e1wiJGlkXCI6XCIxMDMwXCIsXCIkdHlwZVwiOlwiTkxSRS5Db21tb24uRG9tLlNvbGlkQ29sb3JCcnVzaCwgTkxSRS5Db21tb25cIixcIkNvbG9yXCI6e1wiJGlkXCI6XCIxMDMxXCIsXCJBXCI6MjU1LFwiUlwiOjI1NSxcIkdcIjowLFwiQlwiOjB9fSxcIkxpbmVXZWlnaHRcIjowLjAsXCJMaW5lVHlwZVwiOjB9fSxcIkN1c3RvbVN3aW1sYW5lTWlsZXN0b25lU3R5bGVMaXN0XCI6W3tcIiRyZWZcIjpcIjI3NlwifSx7XCIkcmVmXCI6XCIyOTVcIn0se1wiJHJlZlwiOlwiMzE0XCJ9LHtcIiRyZWZcIjpcIjMzM1wifSx7XCIkcmVmXCI6XCIzNTJcIn0se1wiJHJlZlwiOlwiMzcxXCJ9LHtcIiRyZWZcIjpcIjM5MFwifSx7XCIkcmVmXCI6XCI0MDlcIn1dLFwiQ3VzdG9tU3dpbWxhbmVUYXNrU3R5bGVMaXN0XCI6W10sXCJJc1Zpc2libGVcIjp0cnVlfSxcIkN1c3RvbVN3aW1sYW5lQWN0aXZpdGllc1N0eWxlTGlzdFwiOltdLFwiSXNWaXNpYmxlXCI6dHJ1ZSxcIlNwYWNpbmdcIjoyfSx7XCIkaWRcIjpcIjEwMzJcIixcIkhlYWRlclN0eWxlXCI6e1wiJGlkXCI6XCIxMDMzXCIsXCJUZXh0U3R5bGVcIjp7XCIkcmVmXCI6XCI0MzFcIn0sXCJSZWN0YW5nbGVTdHlsZVwiOntcIiRyZWZcIjpcIjQzN1wifSxcIlRleHRJc1ZlcnRpY2FsXCI6ZmFsc2V9LFwiQmFja2dyb3VuZFN0eWxlXCI6e1wiJHJlZlwiOlwiNDQ1XCJ9LFwiSXNBYm92ZVRpbWViYW5kXCI6ZmFsc2UsXCJTd2ltbGFuZURlZmF1bHRBY3Rpdml0eVN0eWxlXCI6e1wiJGlkXCI6XCIxMDM0XCIsXCJIZWFkZXJTdHlsZVwiOntcIiRpZFwiOlwiMTAzNVwiLFwiVGV4dFN0eWxlXCI6e1wiJGlkXCI6XCIxMDM2XCIsXCJGb250U2V0dGluZ3NcIjp7XCIkaWRcIjpcIjEwMzdcIixcIkZvbnRTaXplXCI6MTIsXCJGb250TmFtZVwiOlwiQ2FsaWJyaVwiLFwiSXNCb2xkXCI6ZmFsc2UsXCJJc0l0YWxpY1wiOmZhbHNlLFwiSXNVbmRlcmxpbmVkXCI6ZmFsc2V9LFwiQXV0b1NpemVcIjowLFwiRm9yZWdyb3VuZFwiOntcIiRpZFwiOlwiMTAzOFwiLFwiQ29sb3JcIjp7XCIkaWRcIjpcIjEwMzl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NDBcIixcIlRvcFwiOjAuMCxcIkxlZnRcIjowLjAsXCJSaWdodFwiOjAuMCxcIkJvdHRvbVwiOjAuMH0sXCJQYWRkaW5nXCI6e1wiJGlkXCI6XCIxMDQxXCIsXCJUb3BcIjowLjAsXCJMZWZ0XCI6MC4wLFwiUmlnaHRcIjowLjAsXCJCb3R0b21cIjowLjB9LFwiQmFja2dyb3VuZFwiOm51bGwsXCJJc1Zpc2libGVcIjpmYWxzZSxcIldpZHRoXCI6MC4wLFwiSGVpZ2h0XCI6MC4wLFwiQm9yZGVyU3R5bGVcIjpudWxsfSxcIlJlY3RhbmdsZVN0eWxlXCI6e1wiJGlkXCI6XCIxMDQyXCIsXCJNYXJnaW5cIjp7XCIkaWRcIjpcIjEwNDNcIixcIlRvcFwiOjAuMCxcIkxlZnRcIjowLjAsXCJSaWdodFwiOjAuMCxcIkJvdHRvbVwiOjAuMH0sXCJQYWRkaW5nXCI6e1wiJGlkXCI6XCIxMDQ0XCIsXCJUb3BcIjowLjAsXCJMZWZ0XCI6MC4wLFwiUmlnaHRcIjowLjAsXCJCb3R0b21cIjowLjB9LFwiQmFja2dyb3VuZFwiOntcIiRpZFwiOlwiMTA0NVwiLFwiQ29sb3JcIjp7XCIkaWRcIjpcIjEwNDZcIixcIkFcIjo2MyxcIlJcIjoxMTIsXCJHXCI6MTczLFwiQlwiOjcxfX0sXCJJc1Zpc2libGVcIjpmYWxzZSxcIldpZHRoXCI6MC4wLFwiSGVpZ2h0XCI6MC4wLFwiQm9yZGVyU3R5bGVcIjp7XCIkaWRcIjpcIjEwNDdcIixcIkxpbmVDb2xvclwiOntcIiRpZFwiOlwiMTA0OFwiLFwiJHR5cGVcIjpcIk5MUkUuQ29tbW9uLkRvbS5Tb2xpZENvbG9yQnJ1c2gsIE5MUkUuQ29tbW9uXCIsXCJDb2xvclwiOntcIiRpZFwiOlwiMTA0OVwiLFwiQVwiOjI1NSxcIlJcIjoyNTUsXCJHXCI6MCxcIkJcIjowfX0sXCJMaW5lV2VpZ2h0XCI6MC4wLFwiTGluZVR5cGVcIjowfX19LFwiQmFja2dyb3VuZFN0eWxlXCI6e1wiJGlkXCI6XCIxMDUwXCIsXCJNYXJnaW5cIjpudWxsLFwiUGFkZGluZ1wiOm51bGwsXCJCYWNrZ3JvdW5kXCI6e1wiJGlkXCI6XCIxMDUxXCIsXCJDb2xvclwiOntcIiRpZFwiOlwiMTA1MlwiLFwiQVwiOjUxLFwiUlwiOjE2NSxcIkdcIjoxNjUsXCJCXCI6MTY1fX0sXCJJc1Zpc2libGVcIjpmYWxzZSxcIldpZHRoXCI6MC4wLFwiSGVpZ2h0XCI6MC4wLFwiQm9yZGVyU3R5bGVcIjp7XCIkaWRcIjpcIjEwNTNcIixcIkxpbmVDb2xvclwiOntcIiRpZFwiOlwiMTA1NFwiLFwiJHR5cGVcIjpcIk5MUkUuQ29tbW9uLkRvbS5Tb2xpZENvbG9yQnJ1c2gsIE5MUkUuQ29tbW9uXCIsXCJDb2xvclwiOntcIiRpZFwiOlwiMTA1NVwiLFwiQVwiOjI1NSxcIlJcIjoyNTUsXCJHXCI6MCxcIkJcIjowfX0sXCJMaW5lV2VpZ2h0XCI6MC4wLFwiTGluZVR5cGVcIjowfX0sXCJDdXN0b21Td2ltbGFuZU1pbGVzdG9uZVN0eWxlTGlzdFwiOlt7XCIkcmVmXCI6XCI0NTNcIn0se1wiJHJlZlwiOlwiNDc1XCJ9LHtcIiRyZWZcIjpcIjQ5NFwifSx7XCIkcmVmXCI6XCI1MTNcIn0se1wiJHJlZlwiOlwiNTMzXCJ9LHtcIiRyZWZcIjpcIjU1MlwifSx7XCIkcmVmXCI6XCI1NzFcIn0se1wiJHJlZlwiOlwiNTkwXCJ9LHtcIiRyZWZcIjpcIjYxMFwifV0sXCJDdXN0b21Td2ltbGFuZVRhc2tTdHlsZUxpc3RcIjpbXSxcIklzVmlzaWJsZVwiOnRydWV9LFwiQ3VzdG9tU3dpbWxhbmVBY3Rpdml0aWVzU3R5bGVMaXN0XCI6W10sXCJJc1Zpc2libGVcIjp0cnVlLFwiU3BhY2luZ1wiOjJ9LHtcIiRpZFwiOlwiMTA1NlwiLFwiSGVhZGVyU3R5bGVcIjp7XCIkaWRcIjpcIjEwNTdcIixcIlRleHRTdHlsZVwiOntcIiRyZWZcIjpcIjYzMlwifSxcIlJlY3RhbmdsZVN0eWxlXCI6e1wiJHJlZlwiOlwiNjM4XCJ9LFwiVGV4dElzVmVydGljYWxcIjpmYWxzZX0sXCJCYWNrZ3JvdW5kU3R5bGVcIjp7XCIkcmVmXCI6XCI2NDZcIn0sXCJJc0Fib3ZlVGltZWJhbmRcIjpmYWxzZSxcIlN3aW1sYW5lRGVmYXVsdEFjdGl2aXR5U3R5bGVcIjp7XCIkaWRcIjpcIjEwNThcIixcIkhlYWRlclN0eWxlXCI6e1wiJGlkXCI6XCIxMDU5XCIsXCJUZXh0U3R5bGVcIjp7XCIkaWRcIjpcIjEwNjBcIixcIkZvbnRTZXR0aW5nc1wiOntcIiRpZFwiOlwiMTA2MVwiLFwiRm9udFNpemVcIjoxMixcIkZvbnROYW1lXCI6XCJDYWxpYnJpXCIsXCJJc0JvbGRcIjpmYWxzZSxcIklzSXRhbGljXCI6ZmFsc2UsXCJJc1VuZGVybGluZWRcIjpmYWxzZX0sXCJBdXRvU2l6ZVwiOjAsXCJGb3JlZ3JvdW5kXCI6e1wiJGlkXCI6XCIxMDYyXCIsXCJDb2xvclwiOntcIiRpZFwiOlwiMTA2M1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MTA2NFwiLFwiVG9wXCI6MC4wLFwiTGVmdFwiOjAuMCxcIlJpZ2h0XCI6MC4wLFwiQm90dG9tXCI6MC4wfSxcIlBhZGRpbmdcIjp7XCIkaWRcIjpcIjEwNjVcIixcIlRvcFwiOjAuMCxcIkxlZnRcIjowLjAsXCJSaWdodFwiOjAuMCxcIkJvdHRvbVwiOjAuMH0sXCJCYWNrZ3JvdW5kXCI6bnVsbCxcIklzVmlzaWJsZVwiOmZhbHNlLFwiV2lkdGhcIjowLjAsXCJIZWlnaHRcIjowLjAsXCJCb3JkZXJTdHlsZVwiOm51bGx9LFwiUmVjdGFuZ2xlU3R5bGVcIjp7XCIkaWRcIjpcIjEwNjZcIixcIk1hcmdpblwiOntcIiRpZFwiOlwiMTA2N1wiLFwiVG9wXCI6MC4wLFwiTGVmdFwiOjAuMCxcIlJpZ2h0XCI6MC4wLFwiQm90dG9tXCI6MC4wfSxcIlBhZGRpbmdcIjp7XCIkaWRcIjpcIjEwNjhcIixcIlRvcFwiOjAuMCxcIkxlZnRcIjowLjAsXCJSaWdodFwiOjAuMCxcIkJvdHRvbVwiOjAuMH0sXCJCYWNrZ3JvdW5kXCI6e1wiJGlkXCI6XCIxMDY5XCIsXCJDb2xvclwiOntcIiRpZFwiOlwiMTA3MFwiLFwiQVwiOjYzLFwiUlwiOjkxLFwiR1wiOjE1NSxcIkJcIjoyMTN9fSxcIklzVmlzaWJsZVwiOmZhbHNlLFwiV2lkdGhcIjowLjAsXCJIZWlnaHRcIjowLjAsXCJCb3JkZXJTdHlsZVwiOntcIiRpZFwiOlwiMTA3MVwiLFwiTGluZUNvbG9yXCI6e1wiJGlkXCI6XCIxMDcyXCIsXCIkdHlwZVwiOlwiTkxSRS5Db21tb24uRG9tLlNvbGlkQ29sb3JCcnVzaCwgTkxSRS5Db21tb25cIixcIkNvbG9yXCI6e1wiJGlkXCI6XCIxMDczXCIsXCJBXCI6MjU1LFwiUlwiOjI1NSxcIkdcIjowLFwiQlwiOjB9fSxcIkxpbmVXZWlnaHRcIjowLjAsXCJMaW5lVHlwZVwiOjB9fX0sXCJCYWNrZ3JvdW5kU3R5bGVcIjp7XCIkaWRcIjpcIjEwNzRcIixcIk1hcmdpblwiOm51bGwsXCJQYWRkaW5nXCI6bnVsbCxcIkJhY2tncm91bmRcIjp7XCIkaWRcIjpcIjEwNzVcIixcIkNvbG9yXCI6e1wiJGlkXCI6XCIxMDc2XCIsXCJBXCI6NTEsXCJSXCI6MTY1LFwiR1wiOjE2NSxcIkJcIjoxNjV9fSxcIklzVmlzaWJsZVwiOmZhbHNlLFwiV2lkdGhcIjowLjAsXCJIZWlnaHRcIjowLjAsXCJCb3JkZXJTdHlsZVwiOntcIiRpZFwiOlwiMTA3N1wiLFwiTGluZUNvbG9yXCI6e1wiJGlkXCI6XCIxMDc4XCIsXCIkdHlwZVwiOlwiTkxSRS5Db21tb24uRG9tLlNvbGlkQ29sb3JCcnVzaCwgTkxSRS5Db21tb25cIixcIkNvbG9yXCI6e1wiJGlkXCI6XCIxMDc5XCIsXCJBXCI6MjU1LFwiUlwiOjI1NSxcIkdcIjowLFwiQlwiOjB9fSxcIkxpbmVXZWlnaHRcIjowLjAsXCJMaW5lVHlwZVwiOjB9fSxcIkN1c3RvbVN3aW1sYW5lTWlsZXN0b25lU3R5bGVMaXN0XCI6W3tcIiRyZWZcIjpcIjY1NFwifSx7XCIkcmVmXCI6XCI2NzNcIn0se1wiJHJlZlwiOlwiNjkyXCJ9LHtcIiRyZWZcIjpcIjcxMVwifSx7XCIkcmVmXCI6XCI3MzBcIn0se1wiJHJlZlwiOlwiNzQ5XCJ9LHtcIiRyZWZcIjpcIjc2OFwifSx7XCIkcmVmXCI6XCI3ODdcIn1dLFwiQ3VzdG9tU3dpbWxhbmVUYXNrU3R5bGVMaXN0XCI6W10sXCJJc1Zpc2libGVcIjp0cnVlfSxcIkN1c3RvbVN3aW1sYW5lQWN0aXZpdGllc1N0eWxlTGlzdFwiOltdLFwiSXNWaXNpYmxlXCI6dHJ1ZSxcIlNwYWNpbmdcIjoyfSx7XCIkaWRcIjpcIjEwODBcIixcIkhlYWRlclN0eWxlXCI6e1wiJGlkXCI6XCIxMDgxXCIsXCJUZXh0U3R5bGVcIjp7XCIkcmVmXCI6XCI4MDlcIn0sXCJSZWN0YW5nbGVTdHlsZVwiOntcIiRyZWZcIjpcIjgxNVwifSxcIlRleHRJc1ZlcnRpY2FsXCI6ZmFsc2V9LFwiQmFja2dyb3VuZFN0eWxlXCI6e1wiJHJlZlwiOlwiODIzXCJ9LFwiSXNBYm92ZVRpbWViYW5kXCI6ZmFsc2UsXCJTd2ltbGFuZURlZmF1bHRBY3Rpdml0eVN0eWxlXCI6e1wiJGlkXCI6XCIxMDgyXCIsXCJIZWFkZXJTdHlsZVwiOntcIiRpZFwiOlwiMTA4M1wiLFwiVGV4dFN0eWxlXCI6e1wiJGlkXCI6XCIxMDg0XCIsXCJGb250U2V0dGluZ3NcIjp7XCIkaWRcIjpcIjEwODVcIixcIkZvbnRTaXplXCI6MTIsXCJGb250TmFtZVwiOlwiQ2FsaWJyaVwiLFwiSXNCb2xkXCI6ZmFsc2UsXCJJc0l0YWxpY1wiOmZhbHNlLFwiSXNVbmRlcmxpbmVkXCI6ZmFsc2V9LFwiQXV0b1NpemVcIjowLFwiRm9yZWdyb3VuZFwiOntcIiRpZFwiOlwiMTA4NlwiLFwiQ29sb3JcIjp7XCIkaWRcIjpcIjEwODd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wODhcIixcIlRvcFwiOjAuMCxcIkxlZnRcIjowLjAsXCJSaWdodFwiOjAuMCxcIkJvdHRvbVwiOjAuMH0sXCJQYWRkaW5nXCI6e1wiJGlkXCI6XCIxMDg5XCIsXCJUb3BcIjowLjAsXCJMZWZ0XCI6MC4wLFwiUmlnaHRcIjowLjAsXCJCb3R0b21cIjowLjB9LFwiQmFja2dyb3VuZFwiOm51bGwsXCJJc1Zpc2libGVcIjpmYWxzZSxcIldpZHRoXCI6MC4wLFwiSGVpZ2h0XCI6MC4wLFwiQm9yZGVyU3R5bGVcIjpudWxsfSxcIlJlY3RhbmdsZVN0eWxlXCI6e1wiJGlkXCI6XCIxMDkwXCIsXCJNYXJnaW5cIjp7XCIkaWRcIjpcIjEwOTFcIixcIlRvcFwiOjAuMCxcIkxlZnRcIjowLjAsXCJSaWdodFwiOjAuMCxcIkJvdHRvbVwiOjAuMH0sXCJQYWRkaW5nXCI6e1wiJGlkXCI6XCIxMDkyXCIsXCJUb3BcIjowLjAsXCJMZWZ0XCI6MC4wLFwiUmlnaHRcIjowLjAsXCJCb3R0b21cIjowLjB9LFwiQmFja2dyb3VuZFwiOntcIiRpZFwiOlwiMTA5M1wiLFwiQ29sb3JcIjp7XCIkaWRcIjpcIjEwOTRcIixcIkFcIjo2MyxcIlJcIjoyMzcsXCJHXCI6MTI1LFwiQlwiOjQ5fX0sXCJJc1Zpc2libGVcIjpmYWxzZSxcIldpZHRoXCI6MC4wLFwiSGVpZ2h0XCI6MC4wLFwiQm9yZGVyU3R5bGVcIjp7XCIkaWRcIjpcIjEwOTVcIixcIkxpbmVDb2xvclwiOntcIiRpZFwiOlwiMTA5NlwiLFwiJHR5cGVcIjpcIk5MUkUuQ29tbW9uLkRvbS5Tb2xpZENvbG9yQnJ1c2gsIE5MUkUuQ29tbW9uXCIsXCJDb2xvclwiOntcIiRpZFwiOlwiMTA5N1wiLFwiQVwiOjI1NSxcIlJcIjoyNTUsXCJHXCI6MCxcIkJcIjowfX0sXCJMaW5lV2VpZ2h0XCI6MC4wLFwiTGluZVR5cGVcIjowfX19LFwiQmFja2dyb3VuZFN0eWxlXCI6e1wiJGlkXCI6XCIxMDk4XCIsXCJNYXJnaW5cIjpudWxsLFwiUGFkZGluZ1wiOm51bGwsXCJCYWNrZ3JvdW5kXCI6e1wiJGlkXCI6XCIxMDk5XCIsXCJDb2xvclwiOntcIiRpZFwiOlwiMTEwMFwiLFwiQVwiOjUxLFwiUlwiOjE2NSxcIkdcIjoxNjUsXCJCXCI6MTY1fX0sXCJJc1Zpc2libGVcIjpmYWxzZSxcIldpZHRoXCI6MC4wLFwiSGVpZ2h0XCI6MC4wLFwiQm9yZGVyU3R5bGVcIjp7XCIkaWRcIjpcIjExMDFcIixcIkxpbmVDb2xvclwiOntcIiRpZFwiOlwiMTEwMlwiLFwiJHR5cGVcIjpcIk5MUkUuQ29tbW9uLkRvbS5Tb2xpZENvbG9yQnJ1c2gsIE5MUkUuQ29tbW9uXCIsXCJDb2xvclwiOntcIiRpZFwiOlwiMTEwM1wiLFwiQVwiOjI1NSxcIlJcIjoyNTUsXCJHXCI6MCxcIkJcIjowfX0sXCJMaW5lV2VpZ2h0XCI6MC4wLFwiTGluZVR5cGVcIjowfX0sXCJDdXN0b21Td2ltbGFuZU1pbGVzdG9uZVN0eWxlTGlzdFwiOlt7XCIkcmVmXCI6XCI4MzFcIn0se1wiJHJlZlwiOlwiODUwXCJ9LHtcIiRyZWZcIjpcIjg2OVwifSx7XCIkcmVmXCI6XCI4ODlcIn1dLFwiQ3VzdG9tU3dpbWxhbmVUYXNrU3R5bGVMaXN0XCI6W10sXCJJc1Zpc2libGVcIjp0cnVlfSxcIkN1c3RvbVN3aW1sYW5lQWN0aXZpdGllc1N0eWxlTGlzdFwiOltdLFwiSXNWaXNpYmxlXCI6dHJ1ZSxcIlNwYWNpbmdcIjoyfSx7XCIkaWRcIjpcIjExMDRcIixcIkhlYWRlclN0eWxlXCI6e1wiJGlkXCI6XCIxMTA1XCIsXCJUZXh0U3R5bGVcIjp7XCIkcmVmXCI6XCI5MTFcIn0sXCJSZWN0YW5nbGVTdHlsZVwiOntcIiRyZWZcIjpcIjkxN1wifSxcIlRleHRJc1ZlcnRpY2FsXCI6ZmFsc2V9LFwiQmFja2dyb3VuZFN0eWxlXCI6e1wiJHJlZlwiOlwiOTI1XCJ9LFwiSXNBYm92ZVRpbWViYW5kXCI6ZmFsc2UsXCJTd2ltbGFuZURlZmF1bHRBY3Rpdml0eVN0eWxlXCI6e1wiJGlkXCI6XCIxMTA2XCIsXCJIZWFkZXJTdHlsZVwiOntcIiRpZFwiOlwiMTEwN1wiLFwiVGV4dFN0eWxlXCI6e1wiJGlkXCI6XCIxMTA4XCIsXCJGb250U2V0dGluZ3NcIjp7XCIkaWRcIjpcIjExMDlcIixcIkZvbnRTaXplXCI6MTIsXCJGb250TmFtZVwiOlwiQ2FsaWJyaVwiLFwiSXNCb2xkXCI6ZmFsc2UsXCJJc0l0YWxpY1wiOmZhbHNlLFwiSXNVbmRlcmxpbmVkXCI6ZmFsc2V9LFwiQXV0b1NpemVcIjowLFwiRm9yZWdyb3VuZFwiOntcIiRpZFwiOlwiMTExMFwiLFwiQ29sb3JcIjp7XCIkaWRcIjpcIjExMTFcIixcIkFcIjoyNTUsXCJSXCI6MCxcIkdcIjowLFwiQlwiOjB9fSxcIkJhY2tncm91bmRGaWxsVHlwZVwiOjAsXCJNYXhXaWR0aFwiOjAuMCxcIk1heEhlaWdodFwiOjAuMCxcIlNtYXJ0Rm9yZWdyb3VuZElzQWN0aXZlXCI6ZmFsc2UsXCJIb3Jpem9udGFsQWxpZ25tZW50XCI6MCxcIlZlcnRpY2FsQWxpZ25tZW50XCI6MCxcIlNtYXJ0Rm9yZWdyb3VuZFwiOm51bGwsXCJNYXJnaW5cIjp7XCIkaWRcIjpcIjExMTJcIixcIlRvcFwiOjAuMCxcIkxlZnRcIjowLjAsXCJSaWdodFwiOjAuMCxcIkJvdHRvbVwiOjAuMH0sXCJQYWRkaW5nXCI6e1wiJGlkXCI6XCIxMTEzXCIsXCJUb3BcIjowLjAsXCJMZWZ0XCI6MC4wLFwiUmlnaHRcIjowLjAsXCJCb3R0b21cIjowLjB9LFwiQmFja2dyb3VuZFwiOm51bGwsXCJJc1Zpc2libGVcIjpmYWxzZSxcIldpZHRoXCI6MC4wLFwiSGVpZ2h0XCI6MC4wLFwiQm9yZGVyU3R5bGVcIjpudWxsfSxcIlJlY3RhbmdsZVN0eWxlXCI6e1wiJGlkXCI6XCIxMTE0XCIsXCJNYXJnaW5cIjp7XCIkaWRcIjpcIjExMTVcIixcIlRvcFwiOjAuMCxcIkxlZnRcIjowLjAsXCJSaWdodFwiOjAuMCxcIkJvdHRvbVwiOjAuMH0sXCJQYWRkaW5nXCI6e1wiJGlkXCI6XCIxMTE2XCIsXCJUb3BcIjowLjAsXCJMZWZ0XCI6MC4wLFwiUmlnaHRcIjowLjAsXCJCb3R0b21cIjowLjB9LFwiQmFja2dyb3VuZFwiOntcIiRpZFwiOlwiMTExN1wiLFwiQ29sb3JcIjp7XCIkaWRcIjpcIjExMThcIixcIkFcIjo2MyxcIlJcIjoxNjUsXCJHXCI6MTY1LFwiQlwiOjE2NX19LFwiSXNWaXNpYmxlXCI6ZmFsc2UsXCJXaWR0aFwiOjAuMCxcIkhlaWdodFwiOjAuMCxcIkJvcmRlclN0eWxlXCI6e1wiJGlkXCI6XCIxMTE5XCIsXCJMaW5lQ29sb3JcIjp7XCIkaWRcIjpcIjExMjBcIixcIiR0eXBlXCI6XCJOTFJFLkNvbW1vbi5Eb20uU29saWRDb2xvckJydXNoLCBOTFJFLkNvbW1vblwiLFwiQ29sb3JcIjp7XCIkaWRcIjpcIjExMjFcIixcIkFcIjoyNTUsXCJSXCI6MjU1LFwiR1wiOjAsXCJCXCI6MH19LFwiTGluZVdlaWdodFwiOjAuMCxcIkxpbmVUeXBlXCI6MH19fSxcIkJhY2tncm91bmRTdHlsZVwiOntcIiRpZFwiOlwiMTEyMlwiLFwiTWFyZ2luXCI6bnVsbCxcIlBhZGRpbmdcIjpudWxsLFwiQmFja2dyb3VuZFwiOntcIiRpZFwiOlwiMTEyM1wiLFwiQ29sb3JcIjp7XCIkaWRcIjpcIjExMjRcIixcIkFcIjo1MSxcIlJcIjoxNjUsXCJHXCI6MTY1LFwiQlwiOjE2NX19LFwiSXNWaXNpYmxlXCI6ZmFsc2UsXCJXaWR0aFwiOjAuMCxcIkhlaWdodFwiOjAuMCxcIkJvcmRlclN0eWxlXCI6e1wiJGlkXCI6XCIxMTI1XCIsXCJMaW5lQ29sb3JcIjp7XCIkaWRcIjpcIjExMjZcIixcIiR0eXBlXCI6XCJOTFJFLkNvbW1vbi5Eb20uU29saWRDb2xvckJydXNoLCBOTFJFLkNvbW1vblwiLFwiQ29sb3JcIjp7XCIkaWRcIjpcIjExMjdcIixcIkFcIjoyNTUsXCJSXCI6MjU1LFwiR1wiOjAsXCJCXCI6MH19LFwiTGluZVdlaWdodFwiOjAuMCxcIkxpbmVUeXBlXCI6MH19LFwiQ3VzdG9tU3dpbWxhbmVNaWxlc3RvbmVTdHlsZUxpc3RcIjpbe1wiJHJlZlwiOlwiOTMzXCJ9LHtcIiRyZWZcIjpcIjk1MlwifSx7XCIkcmVmXCI6XCI5NzFcIn0se1wiJHJlZlwiOlwiOTkxXCJ9XSxcIkN1c3RvbVN3aW1sYW5lVGFza1N0eWxlTGlzdFwiOltdLFwiSXNWaXNpYmxlXCI6dHJ1ZX0sXCJDdXN0b21Td2ltbGFuZUFjdGl2aXRpZXNTdHlsZUxpc3RcIjpbXSxcIklzVmlzaWJsZVwiOnRydWUsXCJTcGFjaW5nXCI6Mn1dLFwiR3JpZGxpbmVQYW5lbFN0eWxlXCI6e1wiJGlkXCI6XCIxMTI4XCIsXCJHcmlkbGluZVN0eWxlXCI6e1wiJGlkXCI6XCIxMTI5XCIsXCJMaW5lQ29sb3JcIjp7XCIkaWRcIjpcIjExMzBcIixcIiR0eXBlXCI6XCJOTFJFLkNvbW1vbi5Eb20uU29saWRDb2xvckJydXNoLCBOTFJFLkNvbW1vblwiLFwiQ29sb3JcIjp7XCIkaWRcIjpcIjExMzFcIixcIkFcIjoyNTUsXCJSXCI6MjA4LFwiR1wiOjIwNixcIkJcIjoyMDZ9fSxcIkxpbmVXZWlnaHRcIjoxLjAsXCJMaW5lVHlwZVwiOjB9LFwiSXNWaXNpYmxlXCI6dHJ1ZX0sXCJBY3Rpdml0eUxpbmVQYW5lbFN0eWxlXCI6e1wiJGlkXCI6XCIxMTMyXCIsXCJBY3Rpdml0eUxpbmVTdHlsZVwiOntcIiRpZFwiOlwiMTEzM1wiLFwiTGluZUNvbG9yXCI6e1wiJGlkXCI6XCIxMTM0XCIsXCIkdHlwZVwiOlwiTkxSRS5Db21tb24uRG9tLlNvbGlkQ29sb3JCcnVzaCwgTkxSRS5Db21tb25cIixcIkNvbG9yXCI6e1wiJGlkXCI6XCIxMTM1XCIsXCJBXCI6MzgsXCJSXCI6NjgsXCJHXCI6MTE0LFwiQlwiOjE5Nn19LFwiTGluZVdlaWdodFwiOjEuMCxcIkxpbmVUeXBlXCI6MH0sXCJJc1Zpc2libGVcIjp0cnVlfSxcIkRlZmF1bHREZXBlbmRlbmN5U3R5bGVcIjp7XCIkaWRcIjpcIjExMzZcIixcIkxpbmVTdHlsZVwiOntcIiRpZFwiOlwiMTEzN1wiLFwiTGluZUNvbG9yXCI6e1wiJGlkXCI6XCIxMTM4XCIsXCIkdHlwZVwiOlwiTkxSRS5Db21tb24uRG9tLlNvbGlkQ29sb3JCcnVzaCwgTkxSRS5Db21tb25cIixcIkNvbG9yXCI6e1wiJGlkXCI6XCIxMTM5XCIsXCJBXCI6MjU1LFwiUlwiOjAsXCJHXCI6MCxcIkJcIjowfX0sXCJMaW5lV2VpZ2h0XCI6MS4wLFwiTGluZVR5cGVcIjowfSxcIkVuZEFycm93aGVhZExpbmVTdHlsZVwiOntcIiRpZFwiOlwiMTE0MFwiLFwiS2luZFwiOjEsXCJXaWR0aFwiOjEsXCJMZW5ndGhcIjowLFwiUGFyZW50U3R5bGVcIjpudWxsfSxcIkJyaW5nVG9Gcm9udFwiOnRydWUsXCJJc1Zpc2libGVcIjp0cnVlLFwiUmFkaXVzXCI6MC4wfSxcIkNyaXRpY2FsUGF0aFN0eWxlXCI6e1wiJGlkXCI6XCIxMTQxXCIsXCJDcml0aWNhbFBhdGhTdHlsZU9wdGlvbnNcIjoxNSxcIkxpbmVTdHlsZVwiOntcIiRpZFwiOlwiMTE0MlwiLFwiTGluZUNvbG9yXCI6e1wiJGlkXCI6XCIxMTQzXCIsXCIkdHlwZVwiOlwiTkxSRS5Db21tb24uRG9tLlNvbGlkQ29sb3JCcnVzaCwgTkxSRS5Db21tb25cIixcIkNvbG9yXCI6e1wiJGlkXCI6XCIxMTQ0XCIsXCJBXCI6MjU1LFwiUlwiOjIyMixcIkdcIjo1MCxcIkJcIjo1MH19LFwiTGluZVdlaWdodFwiOjEuMCxcIkxpbmVUeXBlXCI6MH0sXCJUaXRsZUZvcmVncm91bmRcIjp7XCIkaWRcIjpcIjExNDVcIixcIkNvbG9yXCI6e1wiJGlkXCI6XCIxMTQ2XCIsXCJBXCI6MjU1LFwiUlwiOjE3NixcIkdcIjoxOSxcIkJcIjoyNX19LFwiU2hhcGVzQmFja2dyb3VuZFwiOntcIiRpZFwiOlwiMTE0N1wiLFwiQ29sb3JcIjp7XCIkaWRcIjpcIjExNDhcIixcIkFcIjoyNTUsXCJSXCI6MjUzLFwiR1wiOjIwMyxcIkJcIjoyMDh9fSxcIlNoYXBlc0JvcmRlclN0eWxlXCI6e1wiJGlkXCI6XCIxMTQ5XCIsXCJMaW5lQ29sb3JcIjp7XCIkaWRcIjpcIjExNTBcIixcIiR0eXBlXCI6XCJOTFJFLkNvbW1vbi5Eb20uU29saWRDb2xvckJydXNoLCBOTFJFLkNvbW1vblwiLFwiQ29sb3JcIjp7XCIkaWRcIjpcIjExNTFcIixcIkFcIjoyNTUsXCJSXCI6MjIyLFwiR1wiOjUwLFwiQlwiOjUwfX0sXCJMaW5lV2VpZ2h0XCI6MS41LFwiTGluZVR5cGVcIjowfSxcIklzVmlzaWJsZVwiOmZhbHNlfSxcIlBhbmVsc1NwYWNpbmdEZWZpbml0aW9uXCI6e1wiJGlkXCI6XCIxMTUyXCIsXCJTcGFjaW5nQWJvdmVUaW1lYmFuZFwiOjUsXCJTcGFjaW5nQmVsb3dUaW1lYmFuZFwiOjUsXCJTcGFjaW5nQWJvdmVCZXR3ZWVuU3dpbWxhbmVzQW5kVGFza3NcIjo1LFwiU3BhY2luZ0JlbG93QmV0d2VlblN3aW1sYW5lc0FuZFRhc2tzXCI6NX19LFwiU2NhbGVcIjp7XCIkaWRcIjpcIjExNTNcIixcIlN0YXJ0RGF0ZVwiOlwiMDAwMS0wMS0wMVQwMDowMDowMFwiLFwiRW5kRGF0ZVwiOlwiMjAyMC0xMS0xM1QyMzo1OTowMFwiLFwiRm9ybWF0XCI6XCJNTU1cIixcIlR5cGVcIjozLFwiQXV0b0RhdGVSYW5nZVwiOnRydWUsXCJXb3JraW5nRGF5c1wiOjMxLFwiVG9kYXlNYXJrZXJUZXh0XCI6XCJUb2RheVwiLFwiQXV0b1NjYWxlVHlwZVwiOmZhbHNlfSxcIlNjYWxlVjJcIjp7XCIkaWRcIjpcIjExNTRcIixcIlN0YXJ0RGF0ZVwiOlwiMDAwMS0wMS0wMVQwMDowMDowMFwiLFwiRW5kRGF0ZVwiOlwiMjAyMC0xMS0xM1QyMzo1OTowMFwiLFwiQXV0b0RhdGVSYW5nZVwiOnRydWUsXCJXb3JraW5nRGF5c1wiOjMxLFwiVG9kYXlNYXJrZXJUZXh0XCI6XCJUb2RheVwiLFwiQXV0b1NjYWxlVHlwZVwiOmZhbHNlLFwiVGltZWJhbmRTY2FsZXNcIjp7XCIkaWRcIjpcIjExNTVcIixcIlRvcFNjYWxlTGF5ZXJcIjp7XCIkaWRcIjpcIjExNTZcIixcIkZvcm1hdFwiOlwiTU1NXCIsXCJUeXBlXCI6M30sXCJNaWRkbGVTY2FsZUxheWVyXCI6e1wiJGlkXCI6XCIxMTU3XCIsXCJGb3JtYXRcIjpudWxsLFwiVHlwZVwiOjB9LFwiQm90dG9tU2NhbGVMYXllclwiOntcIiRpZFwiOlwiMTE1OFwiLFwiRm9ybWF0XCI6bnVsbCxcIlR5cGVcIjowfX19LFwiTWlsZXN0b25lc1wiOltdLFwiVGFza3NcIjpbXSxcIlN3aW1sYW5lc1wiOltdLFwiU3dpbWxhbmVzVjJcIjpbXSxcIkRlcGVuZGVuY2llc1wiOltdLFwiRGVwZW5kZW5jeVNldHRpbmdzXCI6e1wiJGlkXCI6XCIxMTU5XCIsXCJEZXBlbmRlbmN5TW9kdWxlRW5hYmxlZFwiOmZhbHNlLFwiU2NoZWR1bGluZ1NldHRpbmdzXCI6e1wiJGlkXCI6XCIxMTYwXCIsXCJEZXBlbmRlbmNpZXNTY2hlZHVsaW5nTW9kZVNldHRpbmdcIjoxLFwiRGVwZW5kZW5jaWVzUHJldmlvdXNTY2hlZHVsaW5nTW9kZVwiOjEsXCJPbkJyZWFraW5nRmxleGlibGVTY2hlZHVsaW5nTW9kZVNldHRpbmdcIjowLFwiT25CcmVha2luZ1N0cmljdFNjaGVkdWxpbmdNb2RlU2V0dGluZ1wiOjB9fSxcIlNldHRpbmdzXCI6e1wiJGlkXCI6XCIxMTYxXCIsXCJJbXBhT3B0aW9uc1wiOntcIiRpZFwiOlwiMTE2MlwiLFwiTGVmdFRvUmlnaHRcIjpmYWxzZSxcIlBheWxvYWRPcHRpb25zXCI6Mn19LFwiVGltZUNvbmZpZ3VyYXRpb25cIjp7XCIkaWRcIjpcIjExNjNcIixcIlVzZVRpbWVcIjpmYWxzZSxcIldvcmtEYXlTdGFydFwiOlwiMDA6MDA6MDBcIixcIldvcmtEYXlFbmRcIjpcIjIzOjU5OjAwXCJ9fSIsIlNvdXJjZVRoZW1lIjoie1wiJGlkXCI6XCIxXCIsXCJJZFwiOlwiZWJmYWI0YTEtMDZkOC00NDU5LWE4MDAtNzYwYWVmNGE4YjYzXCIsXCJDYXRlZ29yeVwiOjIsXCJDdWx0dXJlSW5mb05hbWVcIjpcImVuLVVTXCIsXCJWZXJzaW9uXCI6e1wiJGlkXCI6XCIyXCIsXCJUaGVtZURvbVZlcnNpb25cIjpcIjE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xMjEsXCJHXCI6MTY4LFwiQlwiOjE2NH19LFwiSG9yaXpvbnRhbEFsaWdubWVudFwiOjAsXCJJc1Zpc2libGVcIjpmYWxzZX0sXCJMZWZ0RW5kQ2Fwc1N0eWxlXCI6e1wiJGlkXCI6XCI5XCIsXCJGb250U2V0dGluZ3NcIjp7XCIkaWRcIjpcIjEwXCIsXCJGb250U2l6ZVwiOjMyLFwiRm9udE5hbWVcIjpcIkNhbGlicmlcIixcIklzQm9sZFwiOnRydWUsXCJJc0l0YWxpY1wiOmZhbHNlLFwiSXNVbmRlcmxpbmVkXCI6ZmFsc2V9LFwiRm9yZWdyb3VuZFwiOntcIiRpZFwiOlwiMTFcIixcIkNvbG9yXCI6e1wiJGlkXCI6XCIxMlwiLFwiQVwiOjI1NSxcIlJcIjoxMjEsXCJHXCI6MTY4LFwiQlwiOjE2NH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NSxcIlNlZ21lbnRUZXh0U3R5bGVcIjp7XCIkaWRcIjpcIjI0XCIsXCJGb250U2V0dGluZ3NcIjp7XCIkaWRcIjpcIjI1XCIsXCJGb250U2l6ZVwiOjE4LFwiRm9udE5hbWVcIjpcIkNhbGlicmlcIixcIklzQm9sZFwiOmZhbHNlLFwiSXNJdGFsaWNcIjpmYWxzZSxcIklzVW5kZXJsaW5lZFwiOmZhbHNlfSxcIkZvcmVncm91bmRcIjp7XCIkaWRcIjpcIjI2XCIsXCJDb2xvclwiOntcIiRpZFwiOlwiMjdcIixcIkFcIjoyNTUsXCJSXCI6MjU1LFwiR1wiOjI1NSxcIkJcIjoyNTV9fSxcIkhvcml6b250YWxBbGlnbm1lbnRcIjowLFwiSXNWaXNpYmxlXCI6dHJ1ZX0sXCJTaGFwZVN0eWxlXCI6e1wiJGlkXCI6XCIyOFwiLFwiTWFyZ2luXCI6e1wiJGlkXCI6XCIyOVwiLFwiVG9wXCI6MC4wLFwiTGVmdFwiOjEwLjAsXCJSaWdodFwiOjEwLjAsXCJCb3R0b21cIjowLjB9LFwiUGFkZGluZ1wiOntcIiRpZFwiOlwiMzBcIixcIlRvcFwiOjUuMCxcIkxlZnRcIjoxMy4wLFwiUmlnaHRcIjoxMy4wLFwiQm90dG9tXCI6NS4wfSxcIkJhY2tncm91bmRcIjp7XCIkaWRcIjpcIjMxXCIsXCJDb2xvclwiOntcIiRpZFwiOlwiMzJcIixcIkFcIjoyNTUsXCJSXCI6NjgsXCJHXCI6ODQsXCJCXCI6MTA2fX0sXCJJc1Zpc2libGVcIjp0cnVlLFwiV2lkdGhcIjo4NTguMCxcIkhlaWdodFwiOjM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c3LFwiUlwiOjI1NSxcIkdcIjowLFwiQlwiOjB9fSxcIkVsYXBzZWRUaW1lRm9ybWF0XCI6MixcIklzVmlzaWJsZVwiOmZhbHN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4LFwiU2hhcGVUaGlja25lc3NcIjox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NyxcIkdcIjoxMjUsXCJCXCI6NDl9fSxcIkhvcml6b250YWxBbGlnbm1lbnRcIjowLFwiSXNWaXNpYmxlXCI6ZmFsc2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EuMCxcIkxpbmVUeXBlXCI6MH0sXCJJc1Zpc2libGVcIjp0cnVlfSxcIk1hcmdpblwiOntcIiRpZFwiOlwiNjRcIixcIlRvcFwiOjAuMCxcIkxlZnRcIjowLjAsXCJSaWdodFwiOjAuMCxcIkJvdHRvbVwiOjAuMH0sXCJTdGFydERhdGVQb3NpdGlvblwiOjMsXCJFbmREYXRlUG9zaXRpb25cIjo0LFwiVGl0bGVQb3NpdGlvblwiOjIsXCJEdXJhdGlvblBvc2l0aW9uXCI6MCxcIlBlcmNlbnRhZ2VDb21wbGV0ZWRQb3NpdGlvblwiOjAsXCJTcGFjaW5nXCI6NSxcIklzQmVsb3dUaW1lYmFuZFwiOnRydWUsXCJTaGFwZVN0eWxlXCI6e1wiJGlkXCI6XCI2NVwiLFwiTWFyZ2luXCI6e1wiJGlkXCI6XCI2NlwiLFwiVG9wXCI6MC4wLFwiTGVmdFwiOjQuMCxcIlJpZ2h0XCI6NC4wLFwiQm90dG9tXCI6MC4wfSxcIlBhZGRpbmdcIjp7XCIkaWRcIjpcIjY3XCIsXCJUb3BcIjowLjAsXCJMZWZ0XCI6MC4wLFwiUmlnaHRcIjowLjAsXCJCb3R0b21cIjowLjB9LFwiQmFja2dyb3VuZFwiOntcIiRpZFwiOlwiNjhcIixcIkNvbG9yXCI6e1wiJGlkXCI6XCI2OVwiLFwiQVwiOjI1NSxcIlJcIjoyLFwiR1wiOjE3OCxcIkJcIjoyMzh9fSxcIklzVmlzaWJsZVwiOnRydWUsXCJXaWR0aFwiOjAuMCxcIkhlaWdodFwiOjE2LjAsXCJCb3JkZXJTdHlsZVwiOntcIiRpZFwiOlwiNzBcIixcIkxpbmVTdHlsZVwiOntcIiRpZFwiOlwiNzFcIixcIkxpbmVDb2xvclwiOntcIiRpZFwiOlwiNzJcIixcIkNvbG9yXCI6e1wiJGlkXCI6XCI3M1wiLFwiQVwiOjI1NSxcIlJcIjoyMzQsXCJHXCI6MjIsXCJCXCI6MzB9fSxcIkxpbmVXZWlnaHRcIjoyLjAsXCJMaW5lVHlwZVwiOjB9LFwiSXNWaXNpYmxlXCI6ZmFsc2V9fSxcIlRpdGxlU3R5bGVcIjp7XCIkaWRcIjpcIjc0XCIsXCJGb250U2V0dGluZ3NcIjp7XCIkaWRcIjpcIjc1XCIsXCJGb250U2l6ZVwiOjExLFwiRm9udE5hbWVcIjpcIkNhbGlicmlcIixcIklzQm9sZFwiOnRydWUsXCJJc0l0YWxpY1wiOmZhbHNlLFwiSXNVbmRlcmxpbmVkXCI6ZmFsc2V9LFwiRm9yZWdyb3VuZFwiOntcIiRpZFwiOlwiNzZcIixcIkNvbG9yXCI6e1wiJGlkXCI6XCI3N1wiLFwiQVwiOjI1NSxcIlJcIjowLFwiR1wiOjAsXCJCXCI6MH19LFwiSG9yaXpvbnRhbEFsaWdubWVudFwiOjEsXCJJc1Zpc2libGVcIjp0cnVlfSxcIkRhdGVTdHlsZVwiOntcIiRpZFwiOlwiNzhcIixcIkZvbnRTZXR0aW5nc1wiOntcIiRpZFwiOlwiNzlcIixcIkZvbnRTaXplXCI6MTAsXCJGb250TmFtZVwiOlwiQ2FsaWJyaVwiLFwiSXNCb2xkXCI6ZmFsc2UsXCJJc0l0YWxpY1wiOmZhbHNlLFwiSXNVbmRlcmxpbmVkXCI6ZmFsc2V9LFwiRm9yZWdyb3VuZFwiOntcIiRpZFwiOlwiODBcIixcIkNvbG9yXCI6e1wiJGlkXCI6XCI4MVwiLFwiQVwiOjI1NSxcIlJcIjo2OCxcIkdcIjo4NCxcIkJcIjoxMDZ9fSxcIkhvcml6b250YWxBbGlnbm1lbnRcIjoxLFwiSXNWaXNpYmxlXCI6dHJ1ZX0sXCJEYXRlRm9ybWF0XCI6e1wiJGlkXCI6XCI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4M1wiLFwiRm9ybWF0XCI6MCxcIklzVmlzaWJsZVwiOmZhbHNlLFwiTGFzdEtub3duVmlzaWJpbGl0eVN0YXRlXCI6ZmFsc2V9fSxcIk1pbGVzdG9uZVN0eWxlXCI6e1wiJGlkXCI6XCI4NFwiLFwiU2hhcGVcIjo5LFwiSXNCZWxvd1RpbWViYW5kXCI6ZmFsc2UsXCJTaGFwZVNpemVcIjoxLFwiUGFkZGluZ1wiOntcIiRpZFwiOlwiODVcIixcIlRvcFwiOjUuMCxcIkxlZnRcIjozLjAsXCJSaWdodFwiOjAuMCxcIkJvdHRvbVwiOjIuMH0sXCJTaGFwZVN0eWxlXCI6e1wiJGlkXCI6XCI4NlwiLFwiTWFyZ2luXCI6e1wiJGlkXCI6XCI4N1wiLFwiVG9wXCI6MC4wLFwiTGVmdFwiOjAuMCxcIlJpZ2h0XCI6MC4wLFwiQm90dG9tXCI6MC4wfSxcIlBhZGRpbmdcIjp7XCIkaWRcIjpcIjg4XCIsXCJUb3BcIjowLjAsXCJMZWZ0XCI6MC4wLFwiUmlnaHRcIjowLjAsXCJCb3R0b21cIjowLjB9LFwiQmFja2dyb3VuZFwiOntcIiRpZFwiOlwiODlcIixcIkNvbG9yXCI6e1wiJGlkXCI6XCI5MFwiLFwiQVwiOjI1NSxcIlJcIjoyLFwiR1wiOjE3OCxcIkJcIjoyMzh9fSxcIklzVmlzaWJsZVwiOnRydWUsXCJXaWR0aFwiOjE4LjAsXCJIZWlnaHRcIjoyMC4wLFwiQm9yZGVyU3R5bGVcIjp7XCIkaWRcIjpcIjkxXCIsXCJMaW5lU3R5bGVcIjp7XCIkaWRcIjpcIjkyXCIsXCJMaW5lQ29sb3JcIjp7XCIkaWRcIjpcIjkzXCIsXCJDb2xvclwiOntcIiRpZFwiOlwiOTRcIixcIkFcIjoyNTUsXCJSXCI6MjM0LFwiR1wiOjIyLFwiQlwiOjMwfX0sXCJMaW5lV2VpZ2h0XCI6Mi4wLFwiTGluZVR5cGVcIjowfSxcIklzVmlzaWJsZVwiOmZhbHNlfX0sXCJUaXRsZVN0eWxlXCI6e1wiJGlkXCI6XCI5NVwiLFwiRm9udFNldHRpbmdzXCI6e1wiJGlkXCI6XCI5NlwiLFwiRm9udFNpemVcIjoxMSxcIkZvbnROYW1lXCI6XCJDYWxpYnJpXCIsXCJJc0JvbGRcIjp0cnVlLFwiSXNJdGFsaWNcIjpmYWxzZSxcIklzVW5kZXJsaW5lZFwiOmZhbHNlfSxcIkZvcmVncm91bmRcIjp7XCIkaWRcIjpcIjk3XCIsXCJDb2xvclwiOntcIiRpZFwiOlwiOThcIixcIkFcIjoyNTUsXCJSXCI6MCxcIkdcIjowLFwiQlwiOjB9fSxcIkhvcml6b250YWxBbGlnbm1lbnRcIjoxLFwiSXNWaXNpYmxlXCI6dHJ1ZX0sXCJEYXRlU3R5bGVcIjp7XCIkaWRcIjpcIjk5XCIsXCJGb250U2V0dGluZ3NcIjp7XCIkaWRcIjpcIjEwMFwiLFwiRm9udFNpemVcIjoxMCxcIkZvbnROYW1lXCI6XCJDYWxpYnJpXCIsXCJJc0JvbGRcIjpmYWxzZSxcIklzSXRhbGljXCI6ZmFsc2UsXCJJc1VuZGVybGluZWRcIjpmYWxzZX0sXCJGb3JlZ3JvdW5kXCI6e1wiJGlkXCI6XCIxMDFcIixcIkNvbG9yXCI6e1wiJGlkXCI6XCIxMDJcIixcIkFcIjoyNTUsXCJSXCI6NjgsXCJHXCI6ODQsXCJCXCI6MTA2fX0sXCJIb3Jpem9udGFsQWxpZ25tZW50XCI6MCxcIklzVmlzaWJsZVwiOnRydWV9LFwiRGF0ZUZvcm1hdFwiOntcIiRpZFwiOlwiMTA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wNFwiLFwiRm9ybWF0XCI6MCxcIklzVmlzaWJsZVwiOmZhbHNlLFwiTGFzdEtub3duVmlzaWJpbGl0eVN0YXRlXCI6ZmFsc2V9fSxcIk1vdFN0eWxlXCI6e1wiJGlkXCI6XCIxMDVcIixcIlNoYXBlXCI6OSxcIlNoYXBlU2l6ZVwiOjEsXCJEZXRhaWxzU3BhY2luZ1wiOjAuMCxcIlBhZGRpbmdcIjp7XCIkaWRcIjpcIjEwNlwiLFwiVG9wXCI6NS4wLFwiTGVmdFwiOjMuMCxcIlJpZ2h0XCI6MC4wLFwiQm90dG9tXCI6Mi4wfSxcIlBvc2l0aW9uT25UYXNrXCI6MSxcIlNoYXBlU3R5bGVcIjp7XCIkaWRcIjpcIjEwN1wiLFwiTWFyZ2luXCI6e1wiJGlkXCI6XCIxMDhcIixcIlRvcFwiOjAuMCxcIkxlZnRcIjowLjAsXCJSaWdodFwiOjAuMCxcIkJvdHRvbVwiOjAuMH0sXCJQYWRkaW5nXCI6e1wiJGlkXCI6XCIxMDlcIixcIlRvcFwiOjAuMCxcIkxlZnRcIjowLjAsXCJSaWdodFwiOjAuMCxcIkJvdHRvbVwiOjAuMH0sXCJCYWNrZ3JvdW5kXCI6e1wiJGlkXCI6XCIxMTBcIixcIkNvbG9yXCI6e1wiJGlkXCI6XCIxMTFcIixcIkFcIjoyNTUsXCJSXCI6MixcIkdcIjoxNzgsXCJCXCI6MjM4fX0sXCJJc1Zpc2libGVcIjp0cnVlLFwiV2lkdGhcIjoxOC4wLFwiSGVpZ2h0XCI6MjAuMCxcIkJvcmRlclN0eWxlXCI6e1wiJGlkXCI6XCIxMTJcIixcIkxpbmVTdHlsZVwiOntcIiRpZFwiOlwiMTEzXCIsXCJMaW5lQ29sb3JcIjp7XCIkaWRcIjpcIjExNFwiLFwiQ29sb3JcIjp7XCIkaWRcIjpcIjExNVwiLFwiQVwiOjI1NSxcIlJcIjoyMzQsXCJHXCI6MjIsXCJCXCI6MzB9fSxcIkxpbmVXZWlnaHRcIjowLjAsXCJMaW5lVHlwZVwiOjB9LFwiSXNWaXNpYmxlXCI6ZmFsc2V9fSxcIlRpdGxlU3R5bGVcIjp7XCIkaWRcIjpcIjExNlwiLFwiRm9udFNldHRpbmdzXCI6e1wiJGlkXCI6XCIxMTdcIixcIkZvbnRTaXplXCI6MTEsXCJGb250TmFtZVwiOlwiQ2FsaWJyaVwiLFwiSXNCb2xkXCI6dHJ1ZSxcIklzSXRhbGljXCI6ZmFsc2UsXCJJc1VuZGVybGluZWRcIjpmYWxzZX0sXCJGb3JlZ3JvdW5kXCI6e1wiJGlkXCI6XCIxMThcIixcIkNvbG9yXCI6e1wiJGlkXCI6XCIxMTlcIixcIkFcIjoyNTUsXCJSXCI6MCxcIkdcIjowLFwiQlwiOjB9fSxcIkhvcml6b250YWxBbGlnbm1lbnRcIjoxLFwiSXNWaXNpYmxlXCI6dHJ1ZX0sXCJEYXRlU3R5bGVcIjp7XCIkaWRcIjpcIjEyMFwiLFwiRm9udFNldHRpbmdzXCI6e1wiJGlkXCI6XCIxMjFcIixcIkZvbnRTaXplXCI6MTAsXCJGb250TmFtZVwiOlwiQ2FsaWJyaVwiLFwiSXNCb2xkXCI6ZmFsc2UsXCJJc0l0YWxpY1wiOmZhbHNlLFwiSXNVbmRlcmxpbmVkXCI6ZmFsc2V9LFwiRm9yZWdyb3VuZFwiOntcIiRpZFwiOlwiMTIyXCIsXCJDb2xvclwiOntcIiRpZFwiOlwiMTIzXCIsXCJBXCI6MjU1LFwiUlwiOjY4LFwiR1wiOjg0LFwiQlwiOjEwNn19LFwiSG9yaXpvbnRhbEFsaWdubWVudFwiOjAsXCJJc1Zpc2libGVcIjp0cnVlfSxcIkRhdGVGb3JtYXRcIjp7XCIkaWRcIjpcIjE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xMjVcIixcIkZvcm1hdFwiOjAsXCJJc1Zpc2libGVcIjpmYWxzZSxcIkxhc3RLbm93blZpc2liaWxpdHlTdGF0ZVwiOmZhbHNlfX0sXCJTd2ltbGFuZVYyU3R5bGVcIjp7XCIkaWRcIjpcIjEyNlwiLFwiU3R5bGVJZFwiOlwiODRjNGMyYjQtZmExMy00M2Q4LWIzMzYtYmIxOWQ3M2ZhNTRmXCIsXCJOYW1lXCI6XCJTd2ltbGFuZSBTdHlsZSAxXCIsXCJIZWFkZXJTdHlsZVwiOntcIiRpZFwiOlwiMTI3XCIsXCJUZXh0U3R5bGVcIjp7XCIkaWRcIjpcIjEyOFwiLFwiRm9udFNldHRpbmdzXCI6e1wiJGlkXCI6XCIxMjlcIixcIkZvbnRTaXplXCI6MTAsXCJGb250TmFtZVwiOlwiTW9udHNlcnJhdFwiLFwiSXNCb2xkXCI6ZmFsc2UsXCJJc0l0YWxpY1wiOmZhbHNlLFwiSXNVbmRlcmxpbmVkXCI6ZmFsc2V9LFwiRm9yZWdyb3VuZFwiOntcIiRpZFwiOlwiMTMwXCIsXCJDb2xvclwiOntcIiRpZFwiOlwiMTMxXCIsXCJBXCI6MjU1LFwiUlwiOjYwLFwiR1wiOjU0LFwiQlwiOjQ5fX0sXCJIb3Jpem9udGFsQWxpZ25tZW50XCI6MCxcIklzVmlzaWJsZVwiOmZhbHNlfSxcIlJlY3RhbmdsZVN0eWxlXCI6e1wiJGlkXCI6XCIxMzJcIixcIk1hcmdpblwiOntcIiRpZFwiOlwiMTMzXCIsXCJUb3BcIjowLjAsXCJMZWZ0XCI6MC4wLFwiUmlnaHRcIjowLjAsXCJCb3R0b21cIjowLjB9LFwiUGFkZGluZ1wiOntcIiRpZFwiOlwiMTM0XCIsXCJUb3BcIjowLjAsXCJMZWZ0XCI6MC4wLFwiUmlnaHRcIjowLjAsXCJCb3R0b21cIjowLjB9LFwiQmFja2dyb3VuZFwiOntcIiRpZFwiOlwiMTM1XCIsXCJDb2xvclwiOntcIiRpZFwiOlwiMTM2XCIsXCJBXCI6MjU1LFwiUlwiOjIsXCJHXCI6MTc4LFwiQlwiOjIzOH19LFwiSXNWaXNpYmxlXCI6dHJ1ZSxcIldpZHRoXCI6MC4wLFwiSGVpZ2h0XCI6MC4wLFwiQm9yZGVyU3R5bGVcIjp7XCIkaWRcIjpcIjEzN1wiLFwiTGluZVN0eWxlXCI6e1wiJGlkXCI6XCIxMzhcIixcIkxpbmVDb2xvclwiOntcIiRpZFwiOlwiMTM5XCIsXCJDb2xvclwiOntcIiRpZFwiOlwiMTQwXCIsXCJBXCI6MjU1LFwiUlwiOjYwLFwiR1wiOjU0LFwiQlwiOjQ5fX0sXCJMaW5lV2VpZ2h0XCI6MC4wLFwiTGluZVR5cGVcIjowfSxcIklzVmlzaWJsZVwiOmZhbHNlfX19LFwiQmFja2dyb3VuZFN0eWxlXCI6e1wiJGlkXCI6XCIxNDFcIixcIk1hcmdpblwiOntcIiRpZFwiOlwiMTQyXCIsXCJUb3BcIjowLjAsXCJMZWZ0XCI6MC4wLFwiUmlnaHRcIjowLjAsXCJCb3R0b21cIjowLjB9LFwiUGFkZGluZ1wiOntcIiRpZFwiOlwiMTQzXCIsXCJUb3BcIjowLjAsXCJMZWZ0XCI6MC4wLFwiUmlnaHRcIjowLjAsXCJCb3R0b21cIjowLjB9LFwiQmFja2dyb3VuZFwiOntcIiRpZFwiOlwiMTQ0XCIsXCJDb2xvclwiOntcIiRpZFwiOlwiMTQ1XCIsXCJBXCI6MzgsXCJSXCI6OTEsXCJHXCI6MTU1LFwiQlwiOjIxM319LFwiSXNWaXNpYmxlXCI6dHJ1ZSxcIldpZHRoXCI6MC4wLFwiSGVpZ2h0XCI6MC4wLFwiQm9yZGVyU3R5bGVcIjp7XCIkaWRcIjpcIjE0NlwiLFwiTGluZVN0eWxlXCI6e1wiJGlkXCI6XCIxNDdcIixcIkxpbmVDb2xvclwiOntcIiRpZFwiOlwiMTQ4XCIsXCJDb2xvclwiOntcIiRpZFwiOlwiMTQ5XCIsXCJBXCI6MjU1LFwiUlwiOjIzNCxcIkdcIjoyMixcIkJcIjozMH19LFwiTGluZVdlaWdodFwiOjAuMCxcIkxpbmVUeXBlXCI6MH0sXCJJc1Zpc2libGVcIjpmYWxzZX19LFwiSXNBYm92ZVRpbWViYW5kXCI6ZmFsc2UsXCJTcGFjaW5nXCI6MixcIkRlZmF1bHRTd2ltbGFuZUFjdGl2aXR5U3R5bGVcIjp7XCIkaWRcIjpcIjE1MFwiLFwiSGVhZGVyU3R5bGVcIjp7XCIkaWRcIjpcIjE1MVwiLFwiVGV4dFN0eWxlXCI6e1wiJGlkXCI6XCIxNTJcIixcIkZvbnRTZXR0aW5nc1wiOntcIiRpZFwiOlwiMTUzXCIsXCJGb250U2l6ZVwiOjEyLFwiRm9udE5hbWVcIjpcIkNhbGlicmlcIixcIklzQm9sZFwiOmZhbHNlLFwiSXNJdGFsaWNcIjpmYWxzZSxcIklzVW5kZXJsaW5lZFwiOmZhbHNlfSxcIkZvcmVncm91bmRcIjp7XCIkaWRcIjpcIjE1NFwiLFwiQ29sb3JcIjp7XCIkaWRcIjpcIjE1NVwiLFwiQVwiOjI1NSxcIlJcIjowLFwiR1wiOjAsXCJCXCI6MH19LFwiSG9yaXpvbnRhbEFsaWdubWVudFwiOjAsXCJJc1Zpc2libGVcIjpmYWxzZX0sXCJSZWN0YW5nbGVTdHlsZVwiOntcIiRpZFwiOlwiMTU2XCIsXCJNYXJnaW5cIjp7XCIkaWRcIjpcIjE1N1wiLFwiVG9wXCI6MC4wLFwiTGVmdFwiOjAuMCxcIlJpZ2h0XCI6MC4wLFwiQm90dG9tXCI6MC4wfSxcIlBhZGRpbmdcIjp7XCIkaWRcIjpcIjE1OFwiLFwiVG9wXCI6MC4wLFwiTGVmdFwiOjAuMCxcIlJpZ2h0XCI6MC4wLFwiQm90dG9tXCI6MC4wfSxcIkJhY2tncm91bmRcIjp7XCIkaWRcIjpcIjE1OVwiLFwiQ29sb3JcIjp7XCIkaWRcIjpcIjE2MFwiLFwiQVwiOjYzLFwiUlwiOjIsXCJHXCI6MTc4LFwiQlwiOjIzOH19LFwiSXNWaXNpYmxlXCI6ZmFsc2UsXCJXaWR0aFwiOjAuMCxcIkhlaWdodFwiOjAuMCxcIkJvcmRlclN0eWxlXCI6e1wiJGlkXCI6XCIxNjFcIixcIkxpbmVTdHlsZVwiOntcIiRpZFwiOlwiMTYyXCIsXCJMaW5lQ29sb3JcIjp7XCIkaWRcIjpcIjE2M1wiLFwiQ29sb3JcIjp7XCIkaWRcIjpcIjE2NFwiLFwiQVwiOjI1NSxcIlJcIjoyNTUsXCJHXCI6MCxcIkJcIjowfX0sXCJMaW5lV2VpZ2h0XCI6MC4wLFwiTGluZVR5cGVcIjowfSxcIklzVmlzaWJsZVwiOmZhbHNlfX19LFwiQmFja2dyb3VuZFN0eWxlXCI6e1wiJGlkXCI6XCIxNjVcIixcIk1hcmdpblwiOntcIiRpZFwiOlwiMTY2XCIsXCJUb3BcIjowLjAsXCJMZWZ0XCI6MC4wLFwiUmlnaHRcIjowLjAsXCJCb3R0b21cIjowLjB9LFwiUGFkZGluZ1wiOntcIiRpZFwiOlwiMTY3XCIsXCJUb3BcIjowLjAsXCJMZWZ0XCI6MC4wLFwiUmlnaHRcIjowLjAsXCJCb3R0b21cIjowLjB9LFwiQmFja2dyb3VuZFwiOntcIiRpZFwiOlwiMTY4XCIsXCJDb2xvclwiOntcIiRpZFwiOlwiMTY5XCIsXCJBXCI6MzgsXCJSXCI6OTEsXCJHXCI6MTU1LFwiQlwiOjIxM319LFwiSXNWaXNpYmxlXCI6dHJ1ZSxcIldpZHRoXCI6MC4wLFwiSGVpZ2h0XCI6MC4wLFwiQm9yZGVyU3R5bGVcIjp7XCIkaWRcIjpcIjE3MFwiLFwiTGluZVN0eWxlXCI6e1wiJGlkXCI6XCIxNzFcIixcIkxpbmVDb2xvclwiOntcIiRpZFwiOlwiMTcyXCIsXCJDb2xvclwiOntcIiRpZFwiOlwiMTczXCIsXCJBXCI6MjU1LFwiUlwiOjIzNCxcIkdcIjoyMixcIkJcIjozMH19LFwiTGluZVdlaWdodFwiOjAuMCxcIkxpbmVUeXBlXCI6MH0sXCJJc1Zpc2libGVcIjpmYWxzZX19fSxcIkRlZmF1bHRTd2ltbGFuZU1pbGVzdG9uZVN0eWxlXCI6e1wiJGlkXCI6XCIxNzRcIixcIlRpdGxlUG9zaXRpb25cIjowLFwiRGF0ZVBvc2l0aW9uXCI6MCxcIlNoYXBlVHlwZVwiOjEzLFwiU2hhcGVTaXplXCI6MSxcIlNwYWNpbmdcIjo1LFwiU2hhcGVTdHlsZVwiOntcIiRpZFwiOlwiMTc1XCIsXCJNYXJnaW5cIjp7XCIkaWRcIjpcIjE3NlwiLFwiVG9wXCI6MC4wLFwiTGVmdFwiOjAuMCxcIlJpZ2h0XCI6MC4wLFwiQm90dG9tXCI6MC4wfSxcIlBhZGRpbmdcIjp7XCIkaWRcIjpcIjE3N1wiLFwiVG9wXCI6MC4wLFwiTGVmdFwiOjAuMCxcIlJpZ2h0XCI6MC4wLFwiQm90dG9tXCI6MC4wfSxcIkJhY2tncm91bmRcIjp7XCIkaWRcIjpcIjE3OFwiLFwiQ29sb3JcIjp7XCIkaWRcIjpcIjE3OVwiLFwiQVwiOjI1NSxcIlJcIjoyMzcsXCJHXCI6MTI1LFwiQlwiOjQ5fX0sXCJJc1Zpc2libGVcIjp0cnVlLFwiV2lkdGhcIjoxOC4wLFwiSGVpZ2h0XCI6MjAuMCxcIkJvcmRlclN0eWxlXCI6e1wiJGlkXCI6XCIxODBcIixcIkxpbmVTdHlsZVwiOntcIiRpZFwiOlwiMTgxXCIsXCJMaW5lQ29sb3JcIjp7XCIkaWRcIjpcIjE4MlwiLFwiQ29sb3JcIjp7XCIkaWRcIjpcIjE4M1wiLFwiQVwiOjI1NSxcIlJcIjoyMzQsXCJHXCI6MjIsXCJCXCI6MzB9fSxcIkxpbmVXZWlnaHRcIjoyLjAsXCJMaW5lVHlwZVwiOjB9LFwiSXNWaXNpYmxlXCI6ZmFsc2V9fSxcIlRpdGxlU3R5bGVcIjp7XCIkaWRcIjpcIjE4NFwiLFwiRm9udFNldHRpbmdzXCI6e1wiJGlkXCI6XCIxODVcIixcIkZvbnRTaXplXCI6MTAsXCJGb250TmFtZVwiOlwiTW9udHNlcnJhdFwiLFwiSXNCb2xkXCI6ZmFsc2UsXCJJc0l0YWxpY1wiOmZhbHNlLFwiSXNVbmRlcmxpbmVkXCI6ZmFsc2V9LFwiRm9yZWdyb3VuZFwiOntcIiRpZFwiOlwiMTg2XCIsXCJDb2xvclwiOntcIiRpZFwiOlwiMTg3XCIsXCJBXCI6MjU1LFwiUlwiOjAsXCJHXCI6MCxcIkJcIjowfX0sXCJIb3Jpem9udGFsQWxpZ25tZW50XCI6MixcIklzVmlzaWJsZVwiOnRydWV9LFwiRGF0ZVN0eWxlXCI6e1wiJGlkXCI6XCIxODhcIixcIkZvbnRTZXR0aW5nc1wiOntcIiRpZFwiOlwiMTg5XCIsXCJGb250U2l6ZVwiOjEwLFwiRm9udE5hbWVcIjpcIkNhbGlicmlcIixcIklzQm9sZFwiOmZhbHNlLFwiSXNJdGFsaWNcIjpmYWxzZSxcIklzVW5kZXJsaW5lZFwiOmZhbHNlfSxcIkZvcmVncm91bmRcIjp7XCIkaWRcIjpcIjE5MFwiLFwiQ29sb3JcIjp7XCIkaWRcIjpcIjE5MVwiLFwiQVwiOjI1NSxcIlJcIjo2OCxcIkdcIjo4NCxcIkJcIjoxMDZ9fSxcIkhvcml6b250YWxBbGlnbm1lbnRcIjoyLFwiSXNWaXNpYmxlXCI6ZmFsc2V9LFwiRGF0ZUZvcm1hdFwiOntcIiRpZFwiOlwiMT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5M1wiLFwiRm9ybWF0XCI6MCxcIklzVmlzaWJsZVwiOmZhbHNlLFwiTGFzdEtub3duVmlzaWJpbGl0eVN0YXRlXCI6ZmFsc2V9fSxcIkRlZmF1bHRTd2ltbGFuZVRhc2tTdHlsZVwiOntcIiRpZFwiOlwiMTk0XCIsXCJTaGFwZVwiOjgsXCJTaGFwZVRoaWNrbmVzc1wiOjEsXCJEdXJhdGlvbkZvcm1hdFwiOjAsXCJQZXJjZW50YWdlQ29tcGxldGVUZXh0U3R5bGVcIjp7XCIkaWRcIjpcIjE5NVwiLFwiRm9udFNldHRpbmdzXCI6e1wiJGlkXCI6XCIxOTZcIixcIkZvbnRTaXplXCI6MTAsXCJGb250TmFtZVwiOlwiQ2FsaWJyaVwiLFwiSXNCb2xkXCI6ZmFsc2UsXCJJc0l0YWxpY1wiOmZhbHNlLFwiSXNVbmRlcmxpbmVkXCI6ZmFsc2V9LFwiRm9yZWdyb3VuZFwiOntcIiRpZFwiOlwiMTk3XCIsXCJDb2xvclwiOntcIiRpZFwiOlwiMTk4XCIsXCJBXCI6MjU1LFwiUlwiOjIzNyxcIkdcIjoxMjUsXCJCXCI6NDl9fSxcIkhvcml6b250YWxBbGlnbm1lbnRcIjowLFwiSXNWaXNpYmxlXCI6ZmFsc2V9LFwiUGVyY2VudGFnZUNvbXBsZXRlSGlnaGxpZ2h0U3R5bGVcIjp7XCIkaWRcIjpcIjE5OVwiLFwiQmFja2dyb3VuZFwiOntcIiRpZFwiOlwiMjAwXCIsXCJDb2xvclwiOntcIiRpZFwiOlwiMjAxXCIsXCJBXCI6ODksXCJSXCI6MCxcIkdcIjowLFwiQlwiOjB9fX0sXCJEdXJhdGlvblN0eWxlXCI6e1wiJGlkXCI6XCIyMDJcIixcIkZvbnRTZXR0aW5nc1wiOntcIiRpZFwiOlwiMjAzXCIsXCJGb250U2l6ZVwiOjEwLFwiRm9udE5hbWVcIjpcIkNhbGlicmlcIixcIklzQm9sZFwiOmZhbHNlLFwiSXNJdGFsaWNcIjpmYWxzZSxcIklzVW5kZXJsaW5lZFwiOmZhbHNlfSxcIkZvcmVncm91bmRcIjp7XCIkaWRcIjpcIjIwNFwiLFwiQ29sb3JcIjp7XCIkaWRcIjpcIjIwNVwiLFwiQVwiOjI1NSxcIlJcIjoyMzcsXCJHXCI6MTI1LFwiQlwiOjQ5fX0sXCJIb3Jpem9udGFsQWxpZ25tZW50XCI6MCxcIklzVmlzaWJsZVwiOmZhbHNlfSxcIk1hcmdpblwiOntcIiRpZFwiOlwiMjA2XCIsXCJUb3BcIjowLjAsXCJMZWZ0XCI6MC4wLFwiUmlnaHRcIjowLjAsXCJCb3R0b21cIjowLjB9LFwiU3RhcnREYXRlUG9zaXRpb25cIjozLFwiRW5kRGF0ZVBvc2l0aW9uXCI6NCxcIlRpdGxlUG9zaXRpb25cIjoyLFwiRHVyYXRpb25Qb3NpdGlvblwiOjAsXCJQZXJjZW50YWdlQ29tcGxldGVkUG9zaXRpb25cIjowLFwiU3BhY2luZ1wiOjUsXCJTaGFwZVN0eWxlXCI6e1wiJGlkXCI6XCIyMDdcIixcIk1hcmdpblwiOntcIiRpZFwiOlwiMjA4XCIsXCJUb3BcIjowLjAsXCJMZWZ0XCI6NC4wLFwiUmlnaHRcIjo0LjAsXCJCb3R0b21cIjowLjB9LFwiUGFkZGluZ1wiOntcIiRpZFwiOlwiMjA5XCIsXCJUb3BcIjowLjAsXCJMZWZ0XCI6MC4wLFwiUmlnaHRcIjowLjAsXCJCb3R0b21cIjowLjB9LFwiQmFja2dyb3VuZFwiOntcIiRpZFwiOlwiMjEwXCIsXCJDb2xvclwiOntcIiRpZFwiOlwiMjExXCIsXCJBXCI6MjU1LFwiUlwiOjIsXCJHXCI6MTc4LFwiQlwiOjIzOH19LFwiSXNWaXNpYmxlXCI6dHJ1ZSxcIldpZHRoXCI6MC4wLFwiSGVpZ2h0XCI6MTYuMCxcIkJvcmRlclN0eWxlXCI6e1wiJGlkXCI6XCIyMTJcIixcIkxpbmVTdHlsZVwiOntcIiRpZFwiOlwiMjEzXCIsXCJMaW5lQ29sb3JcIjp7XCIkaWRcIjpcIjIxNFwiLFwiQ29sb3JcIjp7XCIkaWRcIjpcIjIxNVwiLFwiQVwiOjI1NSxcIlJcIjoyMzQsXCJHXCI6MjIsXCJCXCI6MzB9fSxcIkxpbmVXZWlnaHRcIjoyLjAsXCJMaW5lVHlwZVwiOjB9LFwiSXNWaXNpYmxlXCI6ZmFsc2V9fSxcIlRpdGxlU3R5bGVcIjp7XCIkaWRcIjpcIjIxNlwiLFwiRm9udFNldHRpbmdzXCI6e1wiJGlkXCI6XCIyMTdcIixcIkZvbnRTaXplXCI6MTEsXCJGb250TmFtZVwiOlwiQ2FsaWJyaVwiLFwiSXNCb2xkXCI6dHJ1ZSxcIklzSXRhbGljXCI6ZmFsc2UsXCJJc1VuZGVybGluZWRcIjpmYWxzZX0sXCJGb3JlZ3JvdW5kXCI6e1wiJGlkXCI6XCIyMThcIixcIkNvbG9yXCI6e1wiJGlkXCI6XCIyMTlcIixcIkFcIjoyNTUsXCJSXCI6MCxcIkdcIjowLFwiQlwiOjB9fSxcIkhvcml6b250YWxBbGlnbm1lbnRcIjoxLFwiSXNWaXNpYmxlXCI6dHJ1ZX0sXCJEYXRl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Y4LFwiR1wiOjg0LFwiQlwiOjEwNn19LFwiSG9yaXpvbnRhbEFsaWdubWVudFwiOjEsXCJJc1Zpc2libGVcIjp0cnVlfSxcIkRhdGVGb3JtYXRcIjp7XCIkaWRcIjpcIjI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jVcIixcIkZvcm1hdFwiOjAsXCJJc1Zpc2libGVcIjpmYWxzZSxcIkxhc3RLbm93blZpc2liaWxpdHlTdGF0ZVwiOmZhbHNlfX0sXCJEZWZhdWx0U3dpbWxhbmVNb3RTdHlsZVwiOntcIiRpZFwiOlwiMjI2XCIsXCJTaGFwZVwiOjksXCJTaGFwZVNpemVcIjoxLFwiRGV0YWlsc1NwYWNpbmdcIjowLjAsXCJQYWRkaW5nXCI6e1wiJGlkXCI6XCIyMjdcIixcIlRvcFwiOjUuMCxcIkxlZnRcIjozLjAsXCJSaWdodFwiOjAuMCxcIkJvdHRvbVwiOjIuMH0sXCJQb3NpdGlvbk9uVGFza1wiOjEsXCJTaGFwZVN0eWxlXCI6e1wiJGlkXCI6XCIyMjhcIixcIk1hcmdpblwiOntcIiRpZFwiOlwiMjI5XCIsXCJUb3BcIjowLjAsXCJMZWZ0XCI6MC4wLFwiUmlnaHRcIjowLjAsXCJCb3R0b21cIjowLjB9LFwiUGFkZGluZ1wiOntcIiRpZFwiOlwiMjMwXCIsXCJUb3BcIjowLjAsXCJMZWZ0XCI6MC4wLFwiUmlnaHRcIjowLjAsXCJCb3R0b21cIjowLjB9LFwiQmFja2dyb3VuZFwiOntcIiRpZFwiOlwiMjMxXCIsXCJDb2xvclwiOntcIiRpZFwiOlwiMjMyXCIsXCJBXCI6MjU1LFwiUlwiOjIsXCJHXCI6MTc4LFwiQlwiOjIzOH19LFwiSXNWaXNpYmxlXCI6dHJ1ZSxcIldpZHRoXCI6MTguMCxcIkhlaWdodFwiOjIwLjAsXCJCb3JkZXJTdHlsZVwiOntcIiRpZFwiOlwiMjMzXCIsXCJMaW5lU3R5bGVcIjp7XCIkaWRcIjpcIjIzNFwiLFwiTGluZUNvbG9yXCI6e1wiJGlkXCI6XCIyMzVcIixcIkNvbG9yXCI6e1wiJGlkXCI6XCIyMzZcIixcIkFcIjoyNTUsXCJSXCI6MjM0LFwiR1wiOjIyLFwiQlwiOjMwfX0sXCJMaW5lV2VpZ2h0XCI6MC4wLFwiTGluZVR5cGVcIjowfSxcIklzVmlzaWJsZVwiOmZhbHNlfX0sXCJUaXRsZVN0eWxlXCI6e1wiJGlkXCI6XCIyMzdcIixcIkZvbnRTZXR0aW5nc1wiOntcIiRpZFwiOlwiMjM4XCIsXCJGb250U2l6ZVwiOjExLFwiRm9udE5hbWVcIjpcIkNhbGlicmlcIixcIklzQm9sZFwiOnRydWUsXCJJc0l0YWxpY1wiOmZhbHNlLFwiSXNVbmRlcmxpbmVkXCI6ZmFsc2V9LFwiRm9yZWdyb3VuZFwiOntcIiRpZFwiOlwiMjM5XCIsXCJDb2xvclwiOntcIiRpZFwiOlwiMjQwXCIsXCJBXCI6MjU1LFwiUlwiOjAsXCJHXCI6MCxcIkJcIjowfX0sXCJIb3Jpem9udGFsQWxpZ25tZW50XCI6MSxcIklzVmlzaWJsZVwiOnRydWV9LFwiRGF0ZVN0eWxlXCI6e1wiJGlkXCI6XCIyNDFcIixcIkZvbnRTZXR0aW5nc1wiOntcIiRpZFwiOlwiMjQyXCIsXCJGb250U2l6ZVwiOjEwLFwiRm9udE5hbWVcIjpcIkNhbGlicmlcIixcIklzQm9sZFwiOmZhbHNlLFwiSXNJdGFsaWNcIjpmYWxzZSxcIklzVW5kZXJsaW5lZFwiOmZhbHNlfSxcIkZvcmVncm91bmRcIjp7XCIkaWRcIjpcIjI0M1wiLFwiQ29sb3JcIjp7XCIkaWRcIjpcIjI0NFwiLFwiQVwiOjI1NSxcIlJcIjo2OCxcIkdcIjo4NCxcIkJcIjoxMDZ9fSxcIkhvcml6b250YWxBbGlnbm1lbnRcIjowLFwiSXNWaXNpYmxlXCI6dHJ1ZX0sXCJEYXRlRm9ybWF0XCI6e1wiJGlkXCI6XCIy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2XCIsXCJGb3JtYXRcIjowLFwiSXNWaXNpYmxlXCI6ZmFsc2UsXCJMYXN0S25vd25WaXNpYmlsaXR5U3RhdGVcIjpmYWxzZX19fSxcIl9hZGRpdGlvbmFsU3dpbWxhbmVWMlN0eWxlc1wiOlt7XCIkaWRcIjpcIjI0N1wiLFwiU3R5bGVJZFwiOlwiN2I3MzMxZjgtNjJhNi00ZjRlLWE1YTMtMTYzYzRiMWQxYjFjXCIsXCJOYW1lXCI6XCJTd2ltbGFuZSBTdHlsZSAyXCIsXCJIZWFkZXJTdHlsZVwiOntcIiRpZFwiOlwiMjQ4XCIsXCJUZXh0U3R5bGVcIjp7XCIkaWRcIjpcIjI0OVwiLFwiRm9udFNldHRpbmdzXCI6e1wiJGlkXCI6XCIyNTBcIixcIkZvbnRTaXplXCI6MTAsXCJGb250TmFtZVwiOlwiTW9udHNlcnJhdFwiLFwiSXNCb2xkXCI6ZmFsc2UsXCJJc0l0YWxpY1wiOmZhbHNlLFwiSXNVbmRlcmxpbmVkXCI6ZmFsc2V9LFwiRm9yZWdyb3VuZFwiOntcIiRpZFwiOlwiMjUxXCIsXCJDb2xvclwiOntcIiRpZFwiOlwiMjUyXCIsXCJBXCI6MjU1LFwiUlwiOjYwLFwiR1wiOjU0LFwiQlwiOjQ5fX0sXCJIb3Jpem9udGFsQWxpZ25tZW50XCI6MCxcIklzVmlzaWJsZVwiOmZhbHNlfSxcIlJlY3RhbmdsZVN0eWxlXCI6e1wiJGlkXCI6XCIyNTNcIixcIk1hcmdpblwiOntcIiRpZFwiOlwiMjU0XCIsXCJUb3BcIjowLjAsXCJMZWZ0XCI6MC4wLFwiUmlnaHRcIjowLjAsXCJCb3R0b21cIjowLjB9LFwiUGFkZGluZ1wiOntcIiRpZFwiOlwiMjU1XCIsXCJUb3BcIjowLjAsXCJMZWZ0XCI6MC4wLFwiUmlnaHRcIjowLjAsXCJCb3R0b21cIjowLjB9LFwiQmFja2dyb3VuZFwiOntcIiRpZFwiOlwiMjU2XCIsXCJDb2xvclwiOntcIiRpZFwiOlwiMjU3XCIsXCJBXCI6MjU1LFwiUlwiOjIzNyxcIkdcIjoxMjUsXCJCXCI6NDl9fSxcIklzVmlzaWJsZVwiOnRydWUsXCJXaWR0aFwiOjAuMCxcIkhlaWdodFwiOjAuMCxcIkJvcmRlclN0eWxlXCI6e1wiJGlkXCI6XCIyNThcIixcIkxpbmVTdHlsZVwiOntcIiRpZFwiOlwiMjU5XCIsXCJMaW5lQ29sb3JcIjp7XCIkaWRcIjpcIjI2MFwiLFwiQ29sb3JcIjp7XCIkaWRcIjpcIjI2MVwiLFwiQVwiOjI1NSxcIlJcIjo2MCxcIkdcIjo1NCxcIkJcIjo0OX19LFwiTGluZVdlaWdodFwiOjAuMCxcIkxpbmVUeXBlXCI6MH0sXCJJc1Zpc2libGVcIjpmYWxzZX19fSxcIkJhY2tncm91bmRTdHlsZVwiOntcIiRpZFwiOlwiMjYyXCIsXCJNYXJnaW5cIjp7XCIkaWRcIjpcIjI2M1wiLFwiVG9wXCI6MC4wLFwiTGVmdFwiOjAuMCxcIlJpZ2h0XCI6MC4wLFwiQm90dG9tXCI6MC4wfSxcIlBhZGRpbmdcIjp7XCIkaWRcIjpcIjI2NFwiLFwiVG9wXCI6MC4wLFwiTGVmdFwiOjAuMCxcIlJpZ2h0XCI6MC4wLFwiQm90dG9tXCI6MC4wfSxcIkJhY2tncm91bmRcIjp7XCIkaWRcIjpcIjI2NVwiLFwiQ29sb3JcIjp7XCIkaWRcIjpcIjI2NlwiLFwiQVwiOjM4LFwiUlwiOjIzNyxcIkdcIjoxMjUsXCJCXCI6NDl9fSxcIklzVmlzaWJsZVwiOnRydWUsXCJXaWR0aFwiOjAuMCxcIkhlaWdodFwiOjAuMCxcIkJvcmRlclN0eWxlXCI6e1wiJGlkXCI6XCIyNjdcIixcIkxpbmVTdHlsZVwiOntcIiRpZFwiOlwiMjY4XCIsXCJMaW5lQ29sb3JcIjp7XCIkaWRcIjpcIjI2OVwiLFwiQ29sb3JcIjp7XCIkaWRcIjpcIjI3MFwiLFwiQVwiOjI1NSxcIlJcIjoyMzQsXCJHXCI6MjIsXCJCXCI6MzB9fSxcIkxpbmVXZWlnaHRcIjowLjAsXCJMaW5lVHlwZVwiOjB9LFwiSXNWaXNpYmxlXCI6ZmFsc2V9fSxcIklzQWJvdmVUaW1lYmFuZFwiOmZhbHNlLFwiU3BhY2luZ1wiOjIsXCJEZWZhdWx0U3dpbWxhbmVBY3Rpdml0eVN0eWxlXCI6e1wiJGlkXCI6XCIyNzFcIixcIkhlYWRlclN0eWxlXCI6e1wiJGlkXCI6XCIyNzJcIixcIlRleHRTdHlsZVwiOntcIiRpZFwiOlwiMjczXCIsXCJGb250U2V0dGluZ3NcIjp7XCIkaWRcIjpcIjI3NFwiLFwiRm9udFNpemVcIjoxMSxcIkZvbnROYW1lXCI6XCJDYWxpYnJpXCIsXCJJc0JvbGRcIjpmYWxzZSxcIklzSXRhbGljXCI6ZmFsc2UsXCJJc1VuZGVybGluZWRcIjpmYWxzZX0sXCJGb3JlZ3JvdW5kXCI6e1wiJGlkXCI6XCIyNzVcIixcIkNvbG9yXCI6e1wiJGlkXCI6XCIyNzZcIixcIkFcIjoyNTUsXCJSXCI6MCxcIkdcIjowLFwiQlwiOjB9fSxcIkhvcml6b250YWxBbGlnbm1lbnRcIjowLFwiSXNWaXNpYmxlXCI6dHJ1ZX0sXCJSZWN0YW5nbGVTdHlsZVwiOntcIiRpZFwiOlwiMjc3XCIsXCJNYXJnaW5cIjp7XCIkaWRcIjpcIjI3OFwiLFwiVG9wXCI6MC4wLFwiTGVmdFwiOjAuMCxcIlJpZ2h0XCI6MC4wLFwiQm90dG9tXCI6MC4wfSxcIlBhZGRpbmdcIjp7XCIkaWRcIjpcIjI3OVwiLFwiVG9wXCI6MC4wLFwiTGVmdFwiOjAuMCxcIlJpZ2h0XCI6MC4wLFwiQm90dG9tXCI6MC4wfSxcIkJhY2tncm91bmRcIjp7XCIkaWRcIjpcIjI4MFwiLFwiQ29sb3JcIjp7XCIkaWRcIjpcIjI4MVwiLFwiQVwiOjYzLFwiUlwiOjIzNyxcIkdcIjoxMjUsXCJCXCI6NDl9fSxcIklzVmlzaWJsZVwiOnRydWUsXCJXaWR0aFwiOjAuMCxcIkhlaWdodFwiOjAuMCxcIkJvcmRlclN0eWxlXCI6e1wiJGlkXCI6XCIyODJcIixcIkxpbmVTdHlsZVwiOntcIiRpZFwiOlwiMjgzXCIsXCJMaW5lQ29sb3JcIjp7XCIkaWRcIjpcIjI4NFwiLFwiQ29sb3JcIjp7XCIkaWRcIjpcIjI4NVwiLFwiQVwiOjI1NSxcIlJcIjoyNTUsXCJHXCI6MCxcIkJcIjowfX0sXCJMaW5lV2VpZ2h0XCI6MC4wLFwiTGluZVR5cGVcIjowfSxcIklzVmlzaWJsZVwiOmZhbHNlfX19LFwiQmFja2dyb3VuZFN0eWxlXCI6e1wiJGlkXCI6XCIyODZcIixcIk1hcmdpblwiOntcIiRpZFwiOlwiMjg3XCIsXCJUb3BcIjowLjAsXCJMZWZ0XCI6MC4wLFwiUmlnaHRcIjowLjAsXCJCb3R0b21cIjowLjB9LFwiUGFkZGluZ1wiOntcIiRpZFwiOlwiMjg4XCIsXCJUb3BcIjowLjAsXCJMZWZ0XCI6MC4wLFwiUmlnaHRcIjowLjAsXCJCb3R0b21cIjowLjB9LFwiQmFja2dyb3VuZFwiOntcIiRpZFwiOlwiMjg5XCIsXCJDb2xvclwiOntcIiRpZFwiOlwiMjkwXCIsXCJBXCI6MzgsXCJSXCI6MjM3LFwiR1wiOjEyNSxcIkJcIjo0OX19LFwiSXNWaXNpYmxlXCI6dHJ1ZSxcIldpZHRoXCI6MC4wLFwiSGVpZ2h0XCI6MC4wLFwiQm9yZGVyU3R5bGVcIjp7XCIkaWRcIjpcIjI5MVwiLFwiTGluZVN0eWxlXCI6e1wiJGlkXCI6XCIyOTJcIixcIkxpbmVDb2xvclwiOntcIiRpZFwiOlwiMjkzXCIsXCJDb2xvclwiOntcIiRpZFwiOlwiMjk0XCIsXCJBXCI6MjU1LFwiUlwiOjIzNCxcIkdcIjoyMixcIkJcIjozMH19LFwiTGluZVdlaWdodFwiOjAuMCxcIkxpbmVUeXBlXCI6MH0sXCJJc1Zpc2libGVcIjpmYWxzZX19fSxcIkRlZmF1bHRTd2ltbGFuZU1pbGVzdG9uZVN0eWxlXCI6e1wiJGlkXCI6XCIyOTVcIixcIlRpdGxlUG9zaXRpb25cIjoxLFwiRGF0ZVBvc2l0aW9uXCI6MCxcIlNoYXBlVHlwZVwiOjE3LFwiU2hhcGVTaXplXCI6MCxcIlNwYWNpbmdcIjo1LFwiU2hhcGVTdHlsZVwiOntcIiRpZFwiOlwiMjk2XCIsXCJNYXJnaW5cIjp7XCIkaWRcIjpcIjI5N1wiLFwiVG9wXCI6MC4wLFwiTGVmdFwiOjAuMCxcIlJpZ2h0XCI6MC4wLFwiQm90dG9tXCI6MC4wfSxcIlBhZGRpbmdcIjp7XCIkaWRcIjpcIjI5OFwiLFwiVG9wXCI6MC4wLFwiTGVmdFwiOjAuMCxcIlJpZ2h0XCI6MC4wLFwiQm90dG9tXCI6MC4wfSxcIkJhY2tncm91bmRcIjp7XCIkaWRcIjpcIjI5OVwiLFwiQ29sb3JcIjp7XCIkaWRcIjpcIjMwMFwiLFwiQVwiOjI1NSxcIlJcIjo5MSxcIkdcIjoxNTUsXCJCXCI6MjEzfX0sXCJJc1Zpc2libGVcIjp0cnVlLFwiV2lkdGhcIjoxNC4wLFwiSGVpZ2h0XCI6MTQuMCxcIkJvcmRlclN0eWxlXCI6e1wiJGlkXCI6XCIzMDFcIixcIkxpbmVTdHlsZVwiOntcIiRpZFwiOlwiMzAyXCIsXCJMaW5lQ29sb3JcIjp7XCIkaWRcIjpcIjMwM1wiLFwiQ29sb3JcIjp7XCIkaWRcIjpcIjMwNFwiLFwiQVwiOjI1NSxcIlJcIjoyMzQsXCJHXCI6MjIsXCJCXCI6MzB9fSxcIkxpbmVXZWlnaHRcIjoyLjAsXCJMaW5lVHlwZVwiOjB9LFwiSXNWaXNpYmxlXCI6ZmFsc2V9fSxcIlRpdGxlU3R5bGVcIjp7XCIkaWRcIjpcIjMwNVwiLFwiRm9udFNldHRpbmdzXCI6e1wiJGlkXCI6XCIzMDZcIixcIkZvbnRTaXplXCI6MTAsXCJGb250TmFtZVwiOlwiTW9udHNlcnJhdFwiLFwiSXNCb2xkXCI6ZmFsc2UsXCJJc0l0YWxpY1wiOmZhbHNlLFwiSXNVbmRlcmxpbmVkXCI6ZmFsc2V9LFwiRm9yZWdyb3VuZFwiOntcIiRpZFwiOlwiMzA3XCIsXCJDb2xvclwiOntcIiRpZFwiOlwiMzA4XCIsXCJBXCI6MjU1LFwiUlwiOjAsXCJHXCI6MCxcIkJcIjowfX0sXCJIb3Jpem9udGFsQWxpZ25tZW50XCI6MCxcIklzVmlzaWJsZVwiOnRydWV9LFwiRGF0ZVN0eWxlXCI6e1wiJGlkXCI6XCIzMDlcIixcIkZvbnRTZXR0aW5nc1wiOntcIiRpZFwiOlwiMzEwXCIsXCJGb250U2l6ZVwiOjEwLFwiRm9udE5hbWVcIjpcIkNhbGlicmlcIixcIklzQm9sZFwiOmZhbHNlLFwiSXNJdGFsaWNcIjpmYWxzZSxcIklzVW5kZXJsaW5lZFwiOmZhbHNlfSxcIkZvcmVncm91bmRcIjp7XCIkaWRcIjpcIjMxMVwiLFwiQ29sb3JcIjp7XCIkaWRcIjpcIjMxMlwiLFwiQVwiOjI1NSxcIlJcIjo2OCxcIkdcIjo4NCxcIkJcIjoxMDZ9fSxcIkhvcml6b250YWxBbGlnbm1lbnRcIjoyLFwiSXNWaXNpYmxlXCI6ZmFsc2V9LFwiRGF0ZUZvcm1hdFwiOntcIiRpZFwiOlwiMzEzXCIsXCJGb3JtYXRTdHJpbmdcIjpcIk1NTSBkXCIsXCJTZXBhcmF0b3JcIjpcIi9cIixcIlVzZUludGVybmF0aW9uYWxEYXRlRm9ybWF0XCI6ZmFsc2UsXCJEYXRlSXNWaXNpYmxlXCI6ZmFsc2UsXCJUaW1lSXNWaXNpYmxlXCI6ZmFsc2UsXCJIb3VyRGlnaXRzXCI6MSxcIkFtUG1EZXNpZ25hdG9yXCI6MixcIlRyaW0wME1pbnV0ZXNcIjpmYWxzZX0sXCJXZWVrTnVtYmVyaW5nXCI6e1wiJGlkXCI6XCIzMTRcIixcIkZvcm1hdFwiOjAsXCJJc1Zpc2libGVcIjpmYWxzZSxcIkxhc3RLbm93blZpc2liaWxpdHlTdGF0ZVwiOmZhbHNlfX0sXCJEZWZhdWx0U3dpbWxhbmVUYXNrU3R5bGVcIjp7XCIkaWRcIjpcIjMxNVwiLFwiU2hhcGVcIjo4LFwiU2hhcGVUaGlja25lc3NcIjoxLFwiRHVyYXRpb25Gb3JtYXRcIjowLFwiUGVyY2VudGFnZUNvbXBsZXRlVGV4dFN0eWxlXCI6e1wiJGlkXCI6XCIzMTZcIixcIkZvbnRTZXR0aW5nc1wiOntcIiRpZFwiOlwiMzE3XCIsXCJGb250U2l6ZVwiOjEwLFwiRm9udE5hbWVcIjpcIkNhbGlicmlcIixcIklzQm9sZFwiOmZhbHNlLFwiSXNJdGFsaWNcIjpmYWxzZSxcIklzVW5kZXJsaW5lZFwiOmZhbHNlfSxcIkZvcmVncm91bmRcIjp7XCIkaWRcIjpcIjMxOFwiLFwiQ29sb3JcIjp7XCIkaWRcIjpcIjMxOVwiLFwiQVwiOjI1NSxcIlJcIjoyMzcsXCJHXCI6MTI1LFwiQlwiOjQ5fX0sXCJIb3Jpem9udGFsQWxpZ25tZW50XCI6MCxcIklzVmlzaWJsZVwiOmZhbHNlfSxcIlBlcmNlbnRhZ2VDb21wbGV0ZUhpZ2hsaWdodFN0eWxlXCI6e1wiJGlkXCI6XCIzMjBcIixcIkJhY2tncm91bmRcIjp7XCIkaWRcIjpcIjMyMVwiLFwiQ29sb3JcIjp7XCIkaWRcIjpcIjMyMlwiLFwiQVwiOjg5LFwiUlwiOjAsXCJHXCI6MCxcIkJcIjowfX19LFwiRHVyYXRpb25TdHlsZVwiOntcIiRpZFwiOlwiMzIzXCIsXCJGb250U2V0dGluZ3NcIjp7XCIkaWRcIjpcIjMyNFwiLFwiRm9udFNpemVcIjoxMCxcIkZvbnROYW1lXCI6XCJDYWxpYnJpXCIsXCJJc0JvbGRcIjpmYWxzZSxcIklzSXRhbGljXCI6ZmFsc2UsXCJJc1VuZGVybGluZWRcIjpmYWxzZX0sXCJGb3JlZ3JvdW5kXCI6e1wiJGlkXCI6XCIzMjVcIixcIkNvbG9yXCI6e1wiJGlkXCI6XCIzMjZcIixcIkFcIjoyNTUsXCJSXCI6MjM3LFwiR1wiOjEyNSxcIkJcIjo0OX19LFwiSG9yaXpvbnRhbEFsaWdubWVudFwiOjAsXCJJc1Zpc2libGVcIjpmYWxzZX0sXCJNYXJnaW5cIjp7XCIkaWRcIjpcIjMyN1wiLFwiVG9wXCI6MC4wLFwiTGVmdFwiOjAuMCxcIlJpZ2h0XCI6MC4wLFwiQm90dG9tXCI6MC4wfSxcIlN0YXJ0RGF0ZVBvc2l0aW9uXCI6MyxcIkVuZERhdGVQb3NpdGlvblwiOjQsXCJUaXRsZVBvc2l0aW9uXCI6MixcIkR1cmF0aW9uUG9zaXRpb25cIjowLFwiUGVyY2VudGFnZUNvbXBsZXRlZFBvc2l0aW9uXCI6MCxcIlNwYWNpbmdcIjo1LFwiU2hhcGVTdHlsZVwiOntcIiRpZFwiOlwiMzI4XCIsXCJNYXJnaW5cIjp7XCIkaWRcIjpcIjMyOVwiLFwiVG9wXCI6MC4wLFwiTGVmdFwiOjQuMCxcIlJpZ2h0XCI6NC4wLFwiQm90dG9tXCI6MC4wfSxcIlBhZGRpbmdcIjp7XCIkaWRcIjpcIjMzMFwiLFwiVG9wXCI6MC4wLFwiTGVmdFwiOjAuMCxcIlJpZ2h0XCI6MC4wLFwiQm90dG9tXCI6MC4wfSxcIkJhY2tncm91bmRcIjp7XCIkaWRcIjpcIjMzMVwiLFwiQ29sb3JcIjp7XCIkaWRcIjpcIjMzMlwiLFwiQVwiOjI1NSxcIlJcIjoyMzcsXCJHXCI6MTI1LFwiQlwiOjQ5fX0sXCJJc1Zpc2libGVcIjp0cnVlLFwiV2lkdGhcIjowLjAsXCJIZWlnaHRcIjoxNi4wLFwiQm9yZGVyU3R5bGVcIjp7XCIkaWRcIjpcIjMzM1wiLFwiTGluZVN0eWxlXCI6e1wiJGlkXCI6XCIzMzRcIixcIkxpbmVDb2xvclwiOntcIiRpZFwiOlwiMzM1XCIsXCJDb2xvclwiOntcIiRpZFwiOlwiMzM2XCIsXCJBXCI6MjU1LFwiUlwiOjIzNCxcIkdcIjoyMixcIkJcIjozMH19LFwiTGluZVdlaWdodFwiOjIuMCxcIkxpbmVUeXBlXCI6MH0sXCJJc1Zpc2libGVcIjpmYWxzZX19LFwiVGl0bGVTdHlsZVwiOntcIiRpZFwiOlwiMzM3XCIsXCJGb250U2V0dGluZ3NcIjp7XCIkaWRcIjpcIjMzOFwiLFwiRm9udFNpemVcIjoxMSxcIkZvbnROYW1lXCI6XCJDYWxpYnJpXCIsXCJJc0JvbGRcIjp0cnVlLFwiSXNJdGFsaWNcIjpmYWxzZSxcIklzVW5kZXJsaW5lZFwiOmZhbHNlfSxcIkZvcmVncm91bmRcIjp7XCIkaWRcIjpcIjMzOVwiLFwiQ29sb3JcIjp7XCIkaWRcIjpcIjM0MFwiLFwiQVwiOjI1NSxcIlJcIjowLFwiR1wiOjAsXCJCXCI6MH19LFwiSG9yaXpvbnRhbEFsaWdubWVudFwiOjEsXCJJc1Zpc2libGVcIjp0cnVlfSxcIkRhdGVTdHlsZVwiOntcIiRpZFwiOlwiMzQxXCIsXCJGb250U2V0dGluZ3NcIjp7XCIkaWRcIjpcIjM0MlwiLFwiRm9udFNpemVcIjoxMCxcIkZvbnROYW1lXCI6XCJDYWxpYnJpXCIsXCJJc0JvbGRcIjpmYWxzZSxcIklzSXRhbGljXCI6ZmFsc2UsXCJJc1VuZGVybGluZWRcIjpmYWxzZX0sXCJGb3JlZ3JvdW5kXCI6e1wiJGlkXCI6XCIzNDNcIixcIkNvbG9yXCI6e1wiJGlkXCI6XCIzNDRcIixcIkFcIjoyNTUsXCJSXCI6NjgsXCJHXCI6ODQsXCJCXCI6MTA2fX0sXCJIb3Jpem9udGFsQWxpZ25tZW50XCI6MSxcIklzVmlzaWJsZVwiOnRydWV9LFwiRGF0ZUZvcm1hdFwiOntcIiRpZFwiOlwiMz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0NlwiLFwiRm9ybWF0XCI6MCxcIklzVmlzaWJsZVwiOmZhbHNlLFwiTGFzdEtub3duVmlzaWJpbGl0eVN0YXRlXCI6ZmFsc2V9fSxcIkRlZmF1bHRTd2ltbGFuZU1vdFN0eWxlXCI6e1wiJGlkXCI6XCIzNDdcIixcIlNoYXBlXCI6OSxcIlNoYXBlU2l6ZVwiOjEsXCJEZXRhaWxzU3BhY2luZ1wiOjAuMCxcIlBhZGRpbmdcIjp7XCIkaWRcIjpcIjM0OFwiLFwiVG9wXCI6NS4wLFwiTGVmdFwiOjMuMCxcIlJpZ2h0XCI6MC4wLFwiQm90dG9tXCI6Mi4wfSxcIlBvc2l0aW9uT25UYXNrXCI6MSxcIlNoYXBlU3R5bGVcIjp7XCIkaWRcIjpcIjM0OVwiLFwiTWFyZ2luXCI6e1wiJGlkXCI6XCIzNTBcIixcIlRvcFwiOjAuMCxcIkxlZnRcIjowLjAsXCJSaWdodFwiOjAuMCxcIkJvdHRvbVwiOjAuMH0sXCJQYWRkaW5nXCI6e1wiJGlkXCI6XCIzNTFcIixcIlRvcFwiOjAuMCxcIkxlZnRcIjowLjAsXCJSaWdodFwiOjAuMCxcIkJvdHRvbVwiOjAuMH0sXCJCYWNrZ3JvdW5kXCI6e1wiJGlkXCI6XCIzNTJcIixcIkNvbG9yXCI6e1wiJGlkXCI6XCIzNTNcIixcIkFcIjoyNTUsXCJSXCI6MjM3LFwiR1wiOjEyNSxcIkJcIjo0OX19LFwiSXNWaXNpYmxlXCI6dHJ1ZSxcIldpZHRoXCI6MTguMCxcIkhlaWdodFwiOjIwLjAsXCJCb3JkZXJTdHlsZVwiOntcIiRpZFwiOlwiMzU0XCIsXCJMaW5lU3R5bGVcIjp7XCIkaWRcIjpcIjM1NVwiLFwiTGluZUNvbG9yXCI6e1wiJGlkXCI6XCIzNTZcIixcIkNvbG9yXCI6e1wiJGlkXCI6XCIzNTdcIixcIkFcIjoyNTUsXCJSXCI6MjM0LFwiR1wiOjIyLFwiQlwiOjMwfX0sXCJMaW5lV2VpZ2h0XCI6MC4wLFwiTGluZVR5cGVcIjowfSxcIklzVmlzaWJsZVwiOmZhbHNlfX0sXCJUaXRsZVN0eWxlXCI6e1wiJGlkXCI6XCIzNThcIixcIkZvbnRTZXR0aW5nc1wiOntcIiRpZFwiOlwiMzU5XCIsXCJGb250U2l6ZVwiOjExLFwiRm9udE5hbWVcIjpcIkNhbGlicmlcIixcIklzQm9sZFwiOnRydWUsXCJJc0l0YWxpY1wiOmZhbHNlLFwiSXNVbmRlcmxpbmVkXCI6ZmFsc2V9LFwiRm9yZWdyb3VuZFwiOntcIiRpZFwiOlwiMzYwXCIsXCJDb2xvclwiOntcIiRpZFwiOlwiMzYxXCIsXCJBXCI6MjU1LFwiUlwiOjAsXCJHXCI6MCxcIkJcIjowfX0sXCJIb3Jpem9udGFsQWxpZ25tZW50XCI6MSxcIklzVmlzaWJsZVwiOnRydWV9LFwiRGF0ZVN0eWxlXCI6e1wiJGlkXCI6XCIzNjJcIixcIkZvbnRTZXR0aW5nc1wiOntcIiRpZFwiOlwiMzYzXCIsXCJGb250U2l6ZVwiOjEwLFwiRm9udE5hbWVcIjpcIkNhbGlicmlcIixcIklzQm9sZFwiOmZhbHNlLFwiSXNJdGFsaWNcIjpmYWxzZSxcIklzVW5kZXJsaW5lZFwiOmZhbHNlfSxcIkZvcmVncm91bmRcIjp7XCIkaWRcIjpcIjM2NFwiLFwiQ29sb3JcIjp7XCIkaWRcIjpcIjM2NVwiLFwiQVwiOjI1NSxcIlJcIjo2OCxcIkdcIjo4NCxcIkJcIjoxMDZ9fSxcIkhvcml6b250YWxBbGlnbm1lbnRcIjowLFwiSXNWaXNpYmxlXCI6dHJ1ZX0sXCJEYXRlRm9ybWF0XCI6e1wiJGlkXCI6XCIz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3XCIsXCJGb3JtYXRcIjowLFwiSXNWaXNpYmxlXCI6ZmFsc2UsXCJMYXN0S25vd25WaXNpYmlsaXR5U3RhdGVcIjpmYWxzZX19fV0sXCJHcmlkbGluZVBhbmVsU3R5bGVcIjp7XCIkaWRcIjpcIjM2OFwiLFwiR3JpZGxpbmVTdHlsZVwiOntcIiRpZFwiOlwiMzY5XCIsXCJMaW5lQ29sb3JcIjp7XCIkaWRcIjpcIjM3MFwiLFwiQ29sb3JcIjp7XCIkaWRcIjpcIjM3MVwiLFwiQVwiOjI1NSxcIlJcIjoyMDgsXCJHXCI6MjA2LFwiQlwiOjIwNn19LFwiTGluZVdlaWdodFwiOjEuMCxcIkxpbmVUeXBlXCI6MH0sXCJJc1Zpc2libGVcIjp0cnVlfSxcIkFjdGl2aXR5TGluZVBhbmVsU3R5bGVcIjp7XCIkaWRcIjpcIjM3MlwiLFwiQWN0aXZpdHlMaW5lU3R5bGVcIjp7XCIkaWRcIjpcIjM3M1wiLFwiTGluZUNvbG9yXCI6e1wiJGlkXCI6XCIzNzRcIixcIkNvbG9yXCI6e1wiJGlkXCI6XCIzNzVcIixcIkFcIjozOCxcIlJcIjo2OCxcIkdcIjoxMTQsXCJCXCI6MTk2fX0sXCJMaW5lV2VpZ2h0XCI6MS4wLFwiTGluZVR5cGVcIjowfSxcIklzVmlzaWJsZVwiOnRydWV9LFwiRGVmYXVsdERlcGVuZGVuY3lTdHlsZVwiOntcIiRpZFwiOlwiMzc2XCIsXCJMaW5lU3R5bGVcIjp7XCIkaWRcIjpcIjM3N1wiLFwiTGluZUNvbG9yXCI6e1wiJGlkXCI6XCIzNzhcIixcIkNvbG9yXCI6e1wiJGlkXCI6XCIzNzlcIixcIkFcIjoyNTUsXCJSXCI6MCxcIkdcIjowLFwiQlwiOjB9fSxcIkxpbmVXZWlnaHRcIjoxLjAsXCJMaW5lVHlwZVwiOjB9LFwiRW5kQXJyb3doZWFkTGluZVN0eWxlXCI6e1wiJGlkXCI6XCIzODBcIixcIktpbmRcIjoxLFwiV2lkdGhcIjoxLFwiTGVuZ3RoXCI6MH0sXCJCcmluZ1RvRnJvbnRcIjp0cnVlLFwiUmFkaXVzXCI6MC4wfSxcIkNyaXRpY2FsUGF0aFN0eWxlXCI6e1wiJGlkXCI6XCIzODFcIixcIkNyaXRpY2FsUGF0aFN0eWxlT3B0aW9uc1wiOjE1LFwiTGluZVN0eWxlXCI6e1wiJGlkXCI6XCIzODJcIixcIkxpbmVDb2xvclwiOntcIiRpZFwiOlwiMzgzXCIsXCJDb2xvclwiOntcIiRpZFwiOlwiMzg0XCIsXCJBXCI6MjU1LFwiUlwiOjIyMixcIkdcIjo1MCxcIkJcIjo1MH19LFwiTGluZVdlaWdodFwiOjEuMCxcIkxpbmVUeXBlXCI6MH0sXCJUaXRsZUZvcmVncm91bmRcIjp7XCIkaWRcIjpcIjM4NVwiLFwiQ29sb3JcIjp7XCIkaWRcIjpcIjM4NlwiLFwiQVwiOjI1NSxcIlJcIjoxNzYsXCJHXCI6MTksXCJCXCI6MjV9fSxcIlNoYXBlc0JhY2tncm91bmRcIjp7XCIkaWRcIjpcIjM4N1wiLFwiQ29sb3JcIjp7XCIkaWRcIjpcIjM4OFwiLFwiQVwiOjI1NSxcIlJcIjoyNTMsXCJHXCI6MjAzLFwiQlwiOjIwOH19LFwiU2hhcGVzQm9yZGVyU3R5bGVcIjp7XCIkaWRcIjpcIjM4OVwiLFwiTGluZUNvbG9yXCI6e1wiJGlkXCI6XCIzOTBcIixcIkNvbG9yXCI6e1wiJGlkXCI6XCIzOTFcIixcIkFcIjoyNTUsXCJSXCI6MjIyLFwiR1wiOjUwLFwiQlwiOjUwfX0sXCJMaW5lV2VpZ2h0XCI6Mi4wLFwiTGluZVR5cGVcIjowfX0sXCJQYW5lbHNTcGFjaW5nRGVmaW5pdGlvblwiOntcIiRpZFwiOlwiMzkyXCIsXCJTcGFjaW5nQWJvdmVUaW1lYmFuZFwiOjUsXCJTcGFjaW5nQmVsb3dUaW1lYmFuZFwiOjUsXCJTcGFjaW5nQWJvdmVCZXR3ZWVuU3dpbWxhbmVzQW5kVGFza3NcIjo1LFwiU3BhY2luZ0JlbG93QmV0d2VlblN3aW1sYW5lc0FuZFRhc2tzXCI6NX0sXCJfc2VsZWN0ZWRUaGVtZVByZXNldENvbG9yc1wiOntcIiRpZFwiOlwiMzkzXCIsXCJUZXh0TGlnaHRcIjp7XCIkaWRcIjpcIjM5NFwiLFwiQVwiOjI1NSxcIlJcIjoyNTUsXCJHXCI6MjU1LFwiQlwiOjI1NX0sXCJUZXh0RGFya1wiOntcIiRpZFwiOlwiMzk1XCIsXCJBXCI6MjU1LFwiUlwiOjAsXCJHXCI6MCxcIkJcIjowfSxcIkFjY2VudDFcIjp7XCIkaWRcIjpcIjM5NlwiLFwiQVwiOjI1NSxcIlJcIjoyNTUsXCJHXCI6MjU1LFwiQlwiOjI1NX0sXCJBY2NlbnQyXCI6e1wiJGlkXCI6XCIzOTdcIixcIkFcIjoyNTUsXCJSXCI6NjgsXCJHXCI6ODQsXCJCXCI6MTA2fSxcIkFjY2VudDNcIjp7XCIkaWRcIjpcIjM5OFwiLFwiQVwiOjI1NSxcIlJcIjoyLFwiR1wiOjE3OCxcIkJcIjoyMzh9LFwiQWNjZW50NFwiOntcIiRpZFwiOlwiMzk5XCIsXCJBXCI6MjU1LFwiUlwiOjIzNyxcIkdcIjoxMjUsXCJCXCI6NDl9LFwiQWNjZW50NVwiOntcIiRpZFwiOlwiNDAwXCIsXCJBXCI6MjU1LFwiUlwiOjI1LFwiR1wiOjEwNyxcIkJcIjozNn0sXCJBY2NlbnQ2XCI6e1wiJGlkXCI6XCI0MDFcIixcIkFcIjoyNTUsXCJSXCI6MTUsXCJHXCI6MTU4LFwiQlwiOjIxM30sXCJBY2NlbnQ3XCI6e1wiJGlkXCI6XCI0MDJcIixcIkFcIjoyNTUsXCJSXCI6MTYwLFwiR1wiOjQzLFwiQlwiOjE0N30sXCJBY2NlbnQ4XCI6e1wiJGlkXCI6XCI0MDNcIixcIkFcIjoyNTUsXCJSXCI6NzgsXCJHXCI6MTY3LFwiQlwiOjQ2fX0sXCJfY3VzdG9tUHJlc2V0Q29sb3JzXCI6e1wiJGlkXCI6XCI0MDRcIn19fSJ9LCJTZXR0aW5ncyI6eyIkaWQiOiIxMzcxIiwiSW1wYU9wdGlvbnMiOnsiJGlkIjoiMTM3Mi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zNzMiLCJVc2VUaW1lIjpmYWxzZSwiV29ya0RheVN0YXJ0IjoiMDA6MDA6MDAiLCJXb3JrRGF5RW5kIjoiMjM6NTk6MDAifSwiTGFzdFVzZWRUZW1wbGF0ZUlkIjoiOTY1M2VmNzYtNGJhNy00NjA2LWE5OTYtZWNkOGEzMWY3NjcyIiwiTGFzdFVzZWRUaGVtZURldGFpbHMiOnsiJGlkIjoiMTM3NCIsIklkIjoiZWJmYWI0YTEtMDZkOC00NDU5LWE4MDAtNzYwYWVmNGE4YjYzIiwiVGl0bGUiOiJVbnRpdGxlZCB0aGVtZSIsIkNhdGVnb3J5IjoyfSwiRmlyc3RXZWVrT2ZZZWFyIjowLCJQbGFjZU1pbGVzdG9uZUF0VGhlQmVnaW5uaW5nT2ZUaGVEYXkiOmZhbHNlLCJEZXBlbmRlbmN5U2NoZWR1bGluZ1NldHRpbmdzIjp7IiRpZCI6IjEzNzU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PbGRGaXhlZEludGVydmFsc1JlbmRlcmluZ1N0cmF0ZWd5VXNlZEJlZm9yZSI6ZmFsc2UsIkRlcGVuZGVuY2llcyI6eyJfZGVwZW5kZW5jaWVzIjpbXX19"/>
  <p:tag name="__MASTER" val="__part_0"/>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 name="OTLELAPSEDSTYLE" val="Hide"/>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inpeco layout">
  <a:themeElements>
    <a:clrScheme name="inpeco palette">
      <a:dk1>
        <a:srgbClr val="5B5754"/>
      </a:dk1>
      <a:lt1>
        <a:srgbClr val="FFFFFF"/>
      </a:lt1>
      <a:dk2>
        <a:srgbClr val="686869"/>
      </a:dk2>
      <a:lt2>
        <a:srgbClr val="DAD9D6"/>
      </a:lt2>
      <a:accent1>
        <a:srgbClr val="00B3E3"/>
      </a:accent1>
      <a:accent2>
        <a:srgbClr val="EA8651"/>
      </a:accent2>
      <a:accent3>
        <a:srgbClr val="0074A2"/>
      </a:accent3>
      <a:accent4>
        <a:srgbClr val="B1DEE3"/>
      </a:accent4>
      <a:accent5>
        <a:srgbClr val="FFA06E"/>
      </a:accent5>
      <a:accent6>
        <a:srgbClr val="F5BD9D"/>
      </a:accent6>
      <a:hlink>
        <a:srgbClr val="00B3E3"/>
      </a:hlink>
      <a:folHlink>
        <a:srgbClr val="0074A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file>

<file path=customXml/item2.xml><?xml version="1.0" encoding="utf-8"?>
<p:properties xmlns:p="http://schemas.microsoft.com/office/2006/metadata/properties" xmlns:xsi="http://www.w3.org/2001/XMLSchema-instance" xmlns:pc="http://schemas.microsoft.com/office/infopath/2007/PartnerControls">
  <documentManagement>
    <Owner xmlns="97c1c5e6-d78c-4718-9403-0c4a300d0f39">
      <UserInfo>
        <DisplayName>Luca Contini</DisplayName>
        <AccountId>326</AccountId>
        <AccountType/>
      </UserInfo>
    </Owner>
    <Note xmlns="97c1c5e6-d78c-4718-9403-0c4a300d0f39">PTBSYS-03-002 - ProTube Analytix transport dashboard enhancements</Note>
    <Phase xmlns="97c1c5e6-d78c-4718-9403-0c4a300d0f39">4</Phase>
    <Partner xmlns="97c1c5e6-d78c-4718-9403-0c4a300d0f39">
      <Value>None</Value>
    </Partner>
    <Paper_x0020_copy xmlns="97c1c5e6-d78c-4718-9403-0c4a300d0f39">false</Paper_x0020_copy>
    <Increment xmlns="97c1c5e6-d78c-4718-9403-0c4a300d0f39">PTBSYS-03-002</Increment>
    <Approval_x0020_Date xmlns="97c1c5e6-d78c-4718-9403-0c4a300d0f39" xsi:nil="true"/>
    <Records_x0020_Location xmlns="97c1c5e6-d78c-4718-9403-0c4a300d0f39" xsi:nil="true"/>
    <SendToApproveAbbott xmlns="97c1c5e6-d78c-4718-9403-0c4a300d0f39">false</SendToApproveAbbott>
    <Commento xmlns="97c1c5e6-d78c-4718-9403-0c4a300d0f39" xsi:nil="true"/>
    <DocumentType xmlns="97c1c5e6-d78c-4718-9403-0c4a300d0f39">74</DocumentType>
    <SendToApproveSiemens xmlns="97c1c5e6-d78c-4718-9403-0c4a300d0f39">false</SendToApproveSiemens>
    <SystemModule xmlns="97c1c5e6-d78c-4718-9403-0c4a300d0f39">235</SystemModule>
    <sf365button xmlns="b3583bd7-b975-4ea5-ab39-a2bb46cde911">1</sf365button>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F73F1CBEE33C7478E0A269E79523B24" ma:contentTypeVersion="22" ma:contentTypeDescription="Create a new document." ma:contentTypeScope="" ma:versionID="e8ef0d8bb599f213620ff84063052fb5">
  <xsd:schema xmlns:xsd="http://www.w3.org/2001/XMLSchema" xmlns:xs="http://www.w3.org/2001/XMLSchema" xmlns:p="http://schemas.microsoft.com/office/2006/metadata/properties" xmlns:ns2="97c1c5e6-d78c-4718-9403-0c4a300d0f39" xmlns:ns3="b3583bd7-b975-4ea5-ab39-a2bb46cde911" targetNamespace="http://schemas.microsoft.com/office/2006/metadata/properties" ma:root="true" ma:fieldsID="888e49cc1206fe6906c6bcff42d84821" ns2:_="" ns3:_="">
    <xsd:import namespace="97c1c5e6-d78c-4718-9403-0c4a300d0f39"/>
    <xsd:import namespace="b3583bd7-b975-4ea5-ab39-a2bb46cde911"/>
    <xsd:element name="properties">
      <xsd:complexType>
        <xsd:sequence>
          <xsd:element name="documentManagement">
            <xsd:complexType>
              <xsd:all>
                <xsd:element ref="ns2:Approval_x0020_Date" minOccurs="0"/>
                <xsd:element ref="ns2:Owner" minOccurs="0"/>
                <xsd:element ref="ns2:Increment" minOccurs="0"/>
                <xsd:element ref="ns2:Records_x0020_Location" minOccurs="0"/>
                <xsd:element ref="ns2:Paper_x0020_copy" minOccurs="0"/>
                <xsd:element ref="ns2:Note" minOccurs="0"/>
                <xsd:element ref="ns2:Partner" minOccurs="0"/>
                <xsd:element ref="ns2:SendToApproveAbbott" minOccurs="0"/>
                <xsd:element ref="ns2:SendToApproveSiemens" minOccurs="0"/>
                <xsd:element ref="ns2:Phase" minOccurs="0"/>
                <xsd:element ref="ns2:DocumentType" minOccurs="0"/>
                <xsd:element ref="ns2:SystemModule" minOccurs="0"/>
                <xsd:element ref="ns2:MediaServiceMetadata" minOccurs="0"/>
                <xsd:element ref="ns2:MediaServiceFastMetadata" minOccurs="0"/>
                <xsd:element ref="ns2:MediaServiceSearchProperties" minOccurs="0"/>
                <xsd:element ref="ns2:Commento" minOccurs="0"/>
                <xsd:element ref="ns3:sf365butt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c1c5e6-d78c-4718-9403-0c4a300d0f39" elementFormDefault="qualified">
    <xsd:import namespace="http://schemas.microsoft.com/office/2006/documentManagement/types"/>
    <xsd:import namespace="http://schemas.microsoft.com/office/infopath/2007/PartnerControls"/>
    <xsd:element name="Approval_x0020_Date" ma:index="1" nillable="true" ma:displayName="Approval Date" ma:format="DateOnly" ma:internalName="Approval_x0020_Date" ma:readOnly="false">
      <xsd:simpleType>
        <xsd:restriction base="dms:DateTime"/>
      </xsd:simpleType>
    </xsd:element>
    <xsd:element name="Owner" ma:index="2" nillable="true" ma:displayName="Owner" ma:list="UserInfo" ma:SharePointGroup="0" ma:internalName="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crement" ma:index="3" nillable="true" ma:displayName="Increment" ma:internalName="Increment" ma:readOnly="false">
      <xsd:simpleType>
        <xsd:restriction base="dms:Text">
          <xsd:maxLength value="255"/>
        </xsd:restriction>
      </xsd:simpleType>
    </xsd:element>
    <xsd:element name="Records_x0020_Location" ma:index="4" nillable="true" ma:displayName="Records Location" ma:format="Dropdown" ma:internalName="Records_x0020_Location" ma:readOnly="false">
      <xsd:simpleType>
        <xsd:restriction base="dms:Choice">
          <xsd:enumeration value="Abbott"/>
          <xsd:enumeration value="Borgone"/>
          <xsd:enumeration value="Lugano"/>
          <xsd:enumeration value="Novazzano"/>
          <xsd:enumeration value="Pula"/>
          <xsd:enumeration value="Segrate"/>
          <xsd:enumeration value="Siemens"/>
          <xsd:enumeration value="Val Della Torre"/>
          <xsd:enumeration value="Verona"/>
        </xsd:restriction>
      </xsd:simpleType>
    </xsd:element>
    <xsd:element name="Paper_x0020_copy" ma:index="5" nillable="true" ma:displayName="Paper copy Yes" ma:default="0" ma:internalName="Paper_x0020_copy" ma:readOnly="false">
      <xsd:simpleType>
        <xsd:restriction base="dms:Boolean"/>
      </xsd:simpleType>
    </xsd:element>
    <xsd:element name="Note" ma:index="6" nillable="true" ma:displayName="Note" ma:internalName="Note" ma:readOnly="false">
      <xsd:simpleType>
        <xsd:restriction base="dms:Note">
          <xsd:maxLength value="255"/>
        </xsd:restriction>
      </xsd:simpleType>
    </xsd:element>
    <xsd:element name="Partner" ma:index="7" nillable="true" ma:displayName="Partner" ma:default="None" ma:internalName="Partner" ma:readOnly="false">
      <xsd:complexType>
        <xsd:complexContent>
          <xsd:extension base="dms:MultiChoice">
            <xsd:sequence>
              <xsd:element name="Value" maxOccurs="unbounded" minOccurs="0" nillable="true">
                <xsd:simpleType>
                  <xsd:restriction base="dms:Choice">
                    <xsd:enumeration value="None"/>
                    <xsd:enumeration value="Siemens"/>
                    <xsd:enumeration value="Abbott"/>
                  </xsd:restriction>
                </xsd:simpleType>
              </xsd:element>
            </xsd:sequence>
          </xsd:extension>
        </xsd:complexContent>
      </xsd:complexType>
    </xsd:element>
    <xsd:element name="SendToApproveAbbott" ma:index="11" nillable="true" ma:displayName="Send To Approve Abbott" ma:default="0" ma:internalName="SendToApproveAbbott" ma:readOnly="false">
      <xsd:simpleType>
        <xsd:restriction base="dms:Boolean"/>
      </xsd:simpleType>
    </xsd:element>
    <xsd:element name="SendToApproveSiemens" ma:index="12" nillable="true" ma:displayName="Send To Approve Siemens" ma:default="0" ma:internalName="SendToApproveSiemens" ma:readOnly="false">
      <xsd:simpleType>
        <xsd:restriction base="dms:Boolean"/>
      </xsd:simpleType>
    </xsd:element>
    <xsd:element name="Phase" ma:index="14" nillable="true" ma:displayName="Phase" ma:list="{66c5d66a-b9b1-46fa-9fba-40229aa53e2b}" ma:internalName="Phase" ma:readOnly="false" ma:showField="Title">
      <xsd:simpleType>
        <xsd:restriction base="dms:Lookup"/>
      </xsd:simpleType>
    </xsd:element>
    <xsd:element name="DocumentType" ma:index="15" nillable="true" ma:displayName="DocumentType" ma:list="{53fdb041-326f-4be7-aab5-a102965df15c}" ma:internalName="DocumentType" ma:readOnly="false" ma:showField="Title">
      <xsd:simpleType>
        <xsd:restriction base="dms:Lookup"/>
      </xsd:simpleType>
    </xsd:element>
    <xsd:element name="SystemModule" ma:index="16" nillable="true" ma:displayName="SystemModule" ma:list="{7072c6ce-dc6f-4a90-b9e1-06c3e0c6f2b4}" ma:internalName="SystemModule" ma:readOnly="false" ma:showField="Title">
      <xsd:simpleType>
        <xsd:restriction base="dms:Lookup"/>
      </xsd:simpleType>
    </xsd:element>
    <xsd:element name="MediaServiceMetadata" ma:index="21" nillable="true" ma:displayName="MediaServiceMetadata" ma:hidden="true" ma:internalName="MediaServiceMetadata" ma:readOnly="true">
      <xsd:simpleType>
        <xsd:restriction base="dms:Note"/>
      </xsd:simpleType>
    </xsd:element>
    <xsd:element name="MediaServiceFastMetadata" ma:index="22" nillable="true" ma:displayName="MediaServiceFastMetadata" ma:hidden="true" ma:internalName="MediaServiceFastMetadata"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Commento" ma:index="24" nillable="true" ma:displayName="Commento" ma:internalName="Comment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3583bd7-b975-4ea5-ab39-a2bb46cde911" elementFormDefault="qualified">
    <xsd:import namespace="http://schemas.microsoft.com/office/2006/documentManagement/types"/>
    <xsd:import namespace="http://schemas.microsoft.com/office/infopath/2007/PartnerControls"/>
    <xsd:element name="sf365button" ma:index="25" nillable="true" ma:displayName="SF365 Action" ma:decimals="0" ma:default="1" ma:internalName="sf365button" ma:percentage="FALSE">
      <xsd:simpleType>
        <xsd:restriction base="dms:Number">
          <xsd:minInclusive value="0"/>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7" ma:displayName="Content Type"/>
        <xsd:element ref="dc:title" minOccurs="0" maxOccurs="1" ma:index="8" ma:displayName="Note (short)"/>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571981-0D6B-4677-A614-867CCE7B8AA3}">
  <ds:schemaRefs>
    <ds:schemaRef ds:uri="http://schemas.microsoft.com/sharepoint/v3/contenttype/forms"/>
  </ds:schemaRefs>
</ds:datastoreItem>
</file>

<file path=customXml/itemProps2.xml><?xml version="1.0" encoding="utf-8"?>
<ds:datastoreItem xmlns:ds="http://schemas.openxmlformats.org/officeDocument/2006/customXml" ds:itemID="{E28BB365-12A2-43AF-B600-1EF141DFC569}">
  <ds:schemaRefs>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b3583bd7-b975-4ea5-ab39-a2bb46cde911"/>
    <ds:schemaRef ds:uri="http://purl.org/dc/terms/"/>
    <ds:schemaRef ds:uri="97c1c5e6-d78c-4718-9403-0c4a300d0f39"/>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AA6C7594-531C-4AE7-BEBE-81776559A4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c1c5e6-d78c-4718-9403-0c4a300d0f39"/>
    <ds:schemaRef ds:uri="b3583bd7-b975-4ea5-ab39-a2bb46cde9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36146</TotalTime>
  <Words>1640</Words>
  <Application>Microsoft Office PowerPoint</Application>
  <PresentationFormat>Widescreen</PresentationFormat>
  <Paragraphs>332</Paragraphs>
  <Slides>23</Slides>
  <Notes>7</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Lato Light</vt:lpstr>
      <vt:lpstr>Montserrat</vt:lpstr>
      <vt:lpstr>Montserrat Light</vt:lpstr>
      <vt:lpstr>Segoe UI</vt:lpstr>
      <vt:lpstr>Symbol</vt:lpstr>
      <vt:lpstr>Wingdings</vt:lpstr>
      <vt:lpstr>inpeco layout</vt:lpstr>
      <vt:lpstr>Protube – Increment PTBSYS-03-003</vt:lpstr>
      <vt:lpstr>Kick-off Agenda</vt:lpstr>
      <vt:lpstr>Team Members</vt:lpstr>
      <vt:lpstr>Project Scope</vt:lpstr>
      <vt:lpstr>Project Scope</vt:lpstr>
      <vt:lpstr>Additional Info about Project Scope</vt:lpstr>
      <vt:lpstr>Project Scope</vt:lpstr>
      <vt:lpstr>PowerPoint Presentation</vt:lpstr>
      <vt:lpstr>PowerPoint Presentation</vt:lpstr>
      <vt:lpstr>PowerPoint Presentation</vt:lpstr>
      <vt:lpstr>Project Scope</vt:lpstr>
      <vt:lpstr>Project Scope</vt:lpstr>
      <vt:lpstr>Major Requirements</vt:lpstr>
      <vt:lpstr>Major Requirements</vt:lpstr>
      <vt:lpstr>Additional Info about Requirements</vt:lpstr>
      <vt:lpstr>Major Requirements</vt:lpstr>
      <vt:lpstr>Product Line and P/N</vt:lpstr>
      <vt:lpstr>Product Line</vt:lpstr>
      <vt:lpstr>Preliminary Effort Estimation</vt:lpstr>
      <vt:lpstr>Preliminari Effort Estimation</vt:lpstr>
      <vt:lpstr>Timeline</vt:lpstr>
      <vt:lpstr>Timeline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Kick-off template for Design and Development projects</dc:title>
  <dc:creator>Office Three</dc:creator>
  <cp:lastModifiedBy>Luca Contini</cp:lastModifiedBy>
  <cp:revision>263</cp:revision>
  <dcterms:created xsi:type="dcterms:W3CDTF">2022-02-08T14:05:37Z</dcterms:created>
  <dcterms:modified xsi:type="dcterms:W3CDTF">2026-09-11T09:35:50Z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0x010100BF73F1CBEE33C7478E0A269E79523B24</vt:lpwstr>
  </property>
  <property fmtid="{D5CDD505-2E9C-101B-9397-08002B2CF9AE}" pid="3" name="Distribution list">
    <vt:lpwstr/>
  </property>
  <property fmtid="{D5CDD505-2E9C-101B-9397-08002B2CF9AE}" pid="4" name="Training List">
    <vt:lpwstr/>
  </property>
</Properties>
</file>